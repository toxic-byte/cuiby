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147113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1DD"/>
    <a:srgbClr val="FFFFFF"/>
    <a:srgbClr val="EEA38C"/>
    <a:srgbClr val="FBE5D6"/>
    <a:srgbClr val="EFE3E3"/>
    <a:srgbClr val="D1EFC0"/>
    <a:srgbClr val="8CA7D8"/>
    <a:srgbClr val="EFDCEB"/>
    <a:srgbClr val="FFFCF2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CFE95-F0A8-443F-A0B0-2E55391D8F8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9063" y="1143000"/>
            <a:ext cx="66198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E11FD5-FA1C-4815-A095-0ED86B149B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256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9063" y="1143000"/>
            <a:ext cx="66198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E11FD5-FA1C-4815-A095-0ED86B149B6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546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8921" y="1122363"/>
            <a:ext cx="1103352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8921" y="3602038"/>
            <a:ext cx="1103352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327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57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744" y="1709739"/>
            <a:ext cx="1268855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744" y="4589464"/>
            <a:ext cx="1268855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38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1406" y="1825625"/>
            <a:ext cx="62523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7628" y="1825625"/>
            <a:ext cx="62523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80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2" y="365126"/>
            <a:ext cx="1268855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323" y="1681163"/>
            <a:ext cx="622359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323" y="2505075"/>
            <a:ext cx="622359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47628" y="1681163"/>
            <a:ext cx="625424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47628" y="2505075"/>
            <a:ext cx="625424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40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27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54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457200"/>
            <a:ext cx="474479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4245" y="987426"/>
            <a:ext cx="744762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2057400"/>
            <a:ext cx="47447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34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23" y="457200"/>
            <a:ext cx="474479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54245" y="987426"/>
            <a:ext cx="744762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323" y="2057400"/>
            <a:ext cx="474479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730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3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27819" y="365125"/>
            <a:ext cx="3172138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1406" y="365125"/>
            <a:ext cx="933252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9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1406" y="365126"/>
            <a:ext cx="1268855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406" y="1825625"/>
            <a:ext cx="1268855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1406" y="6356351"/>
            <a:ext cx="331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DE989-6D06-4CDB-BC57-32D7569324AD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73139" y="6356351"/>
            <a:ext cx="4965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89900" y="6356351"/>
            <a:ext cx="33100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3D594-5714-47BE-AEB2-543D15D89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96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矩形: 圆角 593">
            <a:extLst>
              <a:ext uri="{FF2B5EF4-FFF2-40B4-BE49-F238E27FC236}">
                <a16:creationId xmlns:a16="http://schemas.microsoft.com/office/drawing/2014/main" id="{9E026534-2EFC-D66D-6C32-74E5AF600EB6}"/>
              </a:ext>
            </a:extLst>
          </p:cNvPr>
          <p:cNvSpPr/>
          <p:nvPr/>
        </p:nvSpPr>
        <p:spPr>
          <a:xfrm>
            <a:off x="11132926" y="2808941"/>
            <a:ext cx="2609593" cy="1792237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矩形: 圆角 393">
            <a:extLst>
              <a:ext uri="{FF2B5EF4-FFF2-40B4-BE49-F238E27FC236}">
                <a16:creationId xmlns:a16="http://schemas.microsoft.com/office/drawing/2014/main" id="{D4E4FC84-E25D-34B5-3075-360877C807A4}"/>
              </a:ext>
            </a:extLst>
          </p:cNvPr>
          <p:cNvSpPr/>
          <p:nvPr/>
        </p:nvSpPr>
        <p:spPr>
          <a:xfrm>
            <a:off x="8469408" y="219350"/>
            <a:ext cx="5531275" cy="219234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sp>
        <p:nvSpPr>
          <p:cNvPr id="393" name="矩形: 圆角 392">
            <a:extLst>
              <a:ext uri="{FF2B5EF4-FFF2-40B4-BE49-F238E27FC236}">
                <a16:creationId xmlns:a16="http://schemas.microsoft.com/office/drawing/2014/main" id="{DEE39FB4-8F8D-5C0A-EDD1-938097C6F505}"/>
              </a:ext>
            </a:extLst>
          </p:cNvPr>
          <p:cNvSpPr/>
          <p:nvPr/>
        </p:nvSpPr>
        <p:spPr>
          <a:xfrm>
            <a:off x="6642303" y="4902028"/>
            <a:ext cx="2958210" cy="1928065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596154CD-D99E-B132-BF52-0B4AC5E02FA4}"/>
              </a:ext>
            </a:extLst>
          </p:cNvPr>
          <p:cNvSpPr/>
          <p:nvPr/>
        </p:nvSpPr>
        <p:spPr>
          <a:xfrm>
            <a:off x="6737090" y="965122"/>
            <a:ext cx="343003" cy="1578348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流程图: 手动操作 24">
            <a:extLst>
              <a:ext uri="{FF2B5EF4-FFF2-40B4-BE49-F238E27FC236}">
                <a16:creationId xmlns:a16="http://schemas.microsoft.com/office/drawing/2014/main" id="{320CFB97-2BC4-1AC6-A0C8-ED6F0FFA4A02}"/>
              </a:ext>
            </a:extLst>
          </p:cNvPr>
          <p:cNvSpPr/>
          <p:nvPr/>
        </p:nvSpPr>
        <p:spPr>
          <a:xfrm rot="16200000">
            <a:off x="5417383" y="1377142"/>
            <a:ext cx="1332662" cy="736446"/>
          </a:xfrm>
          <a:prstGeom prst="flowChartManualOperatio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F24E03-4EC8-5575-CA0A-CE28229BF142}"/>
              </a:ext>
            </a:extLst>
          </p:cNvPr>
          <p:cNvSpPr/>
          <p:nvPr/>
        </p:nvSpPr>
        <p:spPr>
          <a:xfrm>
            <a:off x="49764" y="161897"/>
            <a:ext cx="2030595" cy="2670929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sp>
        <p:nvSpPr>
          <p:cNvPr id="208" name="矩形: 圆角 207">
            <a:extLst>
              <a:ext uri="{FF2B5EF4-FFF2-40B4-BE49-F238E27FC236}">
                <a16:creationId xmlns:a16="http://schemas.microsoft.com/office/drawing/2014/main" id="{5A3765B3-3FCF-FCA5-BF40-1A967D73E792}"/>
              </a:ext>
            </a:extLst>
          </p:cNvPr>
          <p:cNvSpPr/>
          <p:nvPr/>
        </p:nvSpPr>
        <p:spPr>
          <a:xfrm>
            <a:off x="100380" y="2145627"/>
            <a:ext cx="1934687" cy="619832"/>
          </a:xfrm>
          <a:prstGeom prst="roundRect">
            <a:avLst>
              <a:gd name="adj" fmla="val 1511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C0FF4C37-BA80-C7C9-04DC-417B5D71F878}"/>
              </a:ext>
            </a:extLst>
          </p:cNvPr>
          <p:cNvSpPr txBox="1"/>
          <p:nvPr/>
        </p:nvSpPr>
        <p:spPr>
          <a:xfrm>
            <a:off x="112868" y="2173723"/>
            <a:ext cx="19346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正品   男女 情侣款 针织套装   运动衣服   春秋装 </a:t>
            </a:r>
            <a:r>
              <a:rPr lang="en-US" altLang="zh-CN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5169 </a:t>
            </a:r>
            <a:r>
              <a:rPr lang="zh-CN" altLang="en-US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特价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BCBA999-CD10-F6C0-86A8-62F2F6E535FC}"/>
              </a:ext>
            </a:extLst>
          </p:cNvPr>
          <p:cNvSpPr txBox="1"/>
          <p:nvPr/>
        </p:nvSpPr>
        <p:spPr>
          <a:xfrm>
            <a:off x="2227017" y="375009"/>
            <a:ext cx="396079" cy="4259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B0F0"/>
                </a:solidFill>
                <a:sym typeface="+mn-ea"/>
              </a:rPr>
              <a:t>❄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CF44646-7F52-77B6-3B99-B7189A4470AB}"/>
              </a:ext>
            </a:extLst>
          </p:cNvPr>
          <p:cNvSpPr/>
          <p:nvPr/>
        </p:nvSpPr>
        <p:spPr>
          <a:xfrm>
            <a:off x="2372419" y="527569"/>
            <a:ext cx="531280" cy="2305259"/>
          </a:xfrm>
          <a:prstGeom prst="roundRect">
            <a:avLst>
              <a:gd name="adj" fmla="val 432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C7745E09-46DD-0844-7AAA-87F0A169305D}"/>
              </a:ext>
            </a:extLst>
          </p:cNvPr>
          <p:cNvCxnSpPr>
            <a:cxnSpLocks/>
          </p:cNvCxnSpPr>
          <p:nvPr/>
        </p:nvCxnSpPr>
        <p:spPr>
          <a:xfrm>
            <a:off x="1631158" y="1101795"/>
            <a:ext cx="76799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E8FA729-6D03-8AFD-05DA-F09D95C4195B}"/>
              </a:ext>
            </a:extLst>
          </p:cNvPr>
          <p:cNvCxnSpPr>
            <a:cxnSpLocks/>
          </p:cNvCxnSpPr>
          <p:nvPr/>
        </p:nvCxnSpPr>
        <p:spPr>
          <a:xfrm>
            <a:off x="2073484" y="2455543"/>
            <a:ext cx="3166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矩形: 圆角 186">
            <a:extLst>
              <a:ext uri="{FF2B5EF4-FFF2-40B4-BE49-F238E27FC236}">
                <a16:creationId xmlns:a16="http://schemas.microsoft.com/office/drawing/2014/main" id="{7CA04F55-9D4D-43F7-A923-D74CBC5319DF}"/>
              </a:ext>
            </a:extLst>
          </p:cNvPr>
          <p:cNvSpPr/>
          <p:nvPr/>
        </p:nvSpPr>
        <p:spPr>
          <a:xfrm>
            <a:off x="204052" y="3287524"/>
            <a:ext cx="559471" cy="332007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pic>
        <p:nvPicPr>
          <p:cNvPr id="271" name="图形 270">
            <a:extLst>
              <a:ext uri="{FF2B5EF4-FFF2-40B4-BE49-F238E27FC236}">
                <a16:creationId xmlns:a16="http://schemas.microsoft.com/office/drawing/2014/main" id="{96CBB0F8-B3B3-4C27-BAEB-7BC7A61D4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045" y="5429184"/>
            <a:ext cx="559477" cy="546374"/>
          </a:xfrm>
          <a:prstGeom prst="rect">
            <a:avLst/>
          </a:prstGeom>
        </p:spPr>
      </p:pic>
      <p:pic>
        <p:nvPicPr>
          <p:cNvPr id="272" name="图形 271">
            <a:extLst>
              <a:ext uri="{FF2B5EF4-FFF2-40B4-BE49-F238E27FC236}">
                <a16:creationId xmlns:a16="http://schemas.microsoft.com/office/drawing/2014/main" id="{259C9B3A-CC8D-4244-A5A8-5EC591056B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915" y="3832556"/>
            <a:ext cx="522367" cy="510133"/>
          </a:xfrm>
          <a:prstGeom prst="rect">
            <a:avLst/>
          </a:prstGeom>
        </p:spPr>
      </p:pic>
      <p:pic>
        <p:nvPicPr>
          <p:cNvPr id="273" name="图形 272">
            <a:extLst>
              <a:ext uri="{FF2B5EF4-FFF2-40B4-BE49-F238E27FC236}">
                <a16:creationId xmlns:a16="http://schemas.microsoft.com/office/drawing/2014/main" id="{A4CA990B-6B16-4832-857C-325860390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3021" y="3385824"/>
            <a:ext cx="434384" cy="424211"/>
          </a:xfrm>
          <a:prstGeom prst="rect">
            <a:avLst/>
          </a:prstGeom>
        </p:spPr>
      </p:pic>
      <p:pic>
        <p:nvPicPr>
          <p:cNvPr id="274" name="图形 273">
            <a:extLst>
              <a:ext uri="{FF2B5EF4-FFF2-40B4-BE49-F238E27FC236}">
                <a16:creationId xmlns:a16="http://schemas.microsoft.com/office/drawing/2014/main" id="{014FF003-4EA7-4C52-ACFC-1B5158BBA7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2367" y="4409311"/>
            <a:ext cx="449176" cy="438656"/>
          </a:xfrm>
          <a:prstGeom prst="rect">
            <a:avLst/>
          </a:prstGeom>
        </p:spPr>
      </p:pic>
      <p:pic>
        <p:nvPicPr>
          <p:cNvPr id="275" name="图形 274">
            <a:extLst>
              <a:ext uri="{FF2B5EF4-FFF2-40B4-BE49-F238E27FC236}">
                <a16:creationId xmlns:a16="http://schemas.microsoft.com/office/drawing/2014/main" id="{8C452A82-F03D-4779-BF90-C74EA60AA4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6633" y="4934001"/>
            <a:ext cx="414912" cy="405195"/>
          </a:xfrm>
          <a:prstGeom prst="rect">
            <a:avLst/>
          </a:prstGeom>
        </p:spPr>
      </p:pic>
      <p:pic>
        <p:nvPicPr>
          <p:cNvPr id="276" name="图形 275">
            <a:extLst>
              <a:ext uri="{FF2B5EF4-FFF2-40B4-BE49-F238E27FC236}">
                <a16:creationId xmlns:a16="http://schemas.microsoft.com/office/drawing/2014/main" id="{CB91F9DF-285A-43E0-B631-346B3B0A80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1523" y="6086157"/>
            <a:ext cx="400022" cy="390653"/>
          </a:xfrm>
          <a:prstGeom prst="rect">
            <a:avLst/>
          </a:prstGeom>
        </p:spPr>
      </p:pic>
      <p:sp>
        <p:nvSpPr>
          <p:cNvPr id="277" name="矩形: 圆角 276">
            <a:extLst>
              <a:ext uri="{FF2B5EF4-FFF2-40B4-BE49-F238E27FC236}">
                <a16:creationId xmlns:a16="http://schemas.microsoft.com/office/drawing/2014/main" id="{D1FBFA89-4EBA-4A53-8B38-CD72169CF0ED}"/>
              </a:ext>
            </a:extLst>
          </p:cNvPr>
          <p:cNvSpPr/>
          <p:nvPr/>
        </p:nvSpPr>
        <p:spPr>
          <a:xfrm>
            <a:off x="2047555" y="3287524"/>
            <a:ext cx="1081830" cy="332007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pic>
        <p:nvPicPr>
          <p:cNvPr id="278" name="图形 277">
            <a:extLst>
              <a:ext uri="{FF2B5EF4-FFF2-40B4-BE49-F238E27FC236}">
                <a16:creationId xmlns:a16="http://schemas.microsoft.com/office/drawing/2014/main" id="{4526B1B8-EF07-41DC-8CAF-71DF72881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9781" y="5429184"/>
            <a:ext cx="559477" cy="546374"/>
          </a:xfrm>
          <a:prstGeom prst="rect">
            <a:avLst/>
          </a:prstGeom>
        </p:spPr>
      </p:pic>
      <p:pic>
        <p:nvPicPr>
          <p:cNvPr id="279" name="图形 278">
            <a:extLst>
              <a:ext uri="{FF2B5EF4-FFF2-40B4-BE49-F238E27FC236}">
                <a16:creationId xmlns:a16="http://schemas.microsoft.com/office/drawing/2014/main" id="{3B310FB7-DFFA-4958-98F3-127B75F1F2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60651" y="3832556"/>
            <a:ext cx="522367" cy="510133"/>
          </a:xfrm>
          <a:prstGeom prst="rect">
            <a:avLst/>
          </a:prstGeom>
        </p:spPr>
      </p:pic>
      <p:pic>
        <p:nvPicPr>
          <p:cNvPr id="280" name="图形 279">
            <a:extLst>
              <a:ext uri="{FF2B5EF4-FFF2-40B4-BE49-F238E27FC236}">
                <a16:creationId xmlns:a16="http://schemas.microsoft.com/office/drawing/2014/main" id="{39B13FAC-C831-4895-A459-F622185E5C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3640" y="3347147"/>
            <a:ext cx="434384" cy="424211"/>
          </a:xfrm>
          <a:prstGeom prst="rect">
            <a:avLst/>
          </a:prstGeom>
        </p:spPr>
      </p:pic>
      <p:pic>
        <p:nvPicPr>
          <p:cNvPr id="281" name="图形 280">
            <a:extLst>
              <a:ext uri="{FF2B5EF4-FFF2-40B4-BE49-F238E27FC236}">
                <a16:creationId xmlns:a16="http://schemas.microsoft.com/office/drawing/2014/main" id="{A9C665A6-AB29-4CDE-9009-4676D701CAE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98103" y="4409311"/>
            <a:ext cx="449176" cy="438656"/>
          </a:xfrm>
          <a:prstGeom prst="rect">
            <a:avLst/>
          </a:prstGeom>
        </p:spPr>
      </p:pic>
      <p:pic>
        <p:nvPicPr>
          <p:cNvPr id="282" name="图形 281">
            <a:extLst>
              <a:ext uri="{FF2B5EF4-FFF2-40B4-BE49-F238E27FC236}">
                <a16:creationId xmlns:a16="http://schemas.microsoft.com/office/drawing/2014/main" id="{616DD7CD-6F06-4B99-A526-739C7C01CF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32369" y="4934001"/>
            <a:ext cx="414912" cy="405195"/>
          </a:xfrm>
          <a:prstGeom prst="rect">
            <a:avLst/>
          </a:prstGeom>
        </p:spPr>
      </p:pic>
      <p:pic>
        <p:nvPicPr>
          <p:cNvPr id="283" name="图形 282">
            <a:extLst>
              <a:ext uri="{FF2B5EF4-FFF2-40B4-BE49-F238E27FC236}">
                <a16:creationId xmlns:a16="http://schemas.microsoft.com/office/drawing/2014/main" id="{D4B78D1D-9B8B-4241-93EF-39257B4DCC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47259" y="6086157"/>
            <a:ext cx="400022" cy="390653"/>
          </a:xfrm>
          <a:prstGeom prst="rect">
            <a:avLst/>
          </a:prstGeom>
        </p:spPr>
      </p:pic>
      <p:sp>
        <p:nvSpPr>
          <p:cNvPr id="284" name="矩形: 圆角 283">
            <a:extLst>
              <a:ext uri="{FF2B5EF4-FFF2-40B4-BE49-F238E27FC236}">
                <a16:creationId xmlns:a16="http://schemas.microsoft.com/office/drawing/2014/main" id="{7260FBBE-B8E6-4E4E-B9A5-2FBF88EE5C8F}"/>
              </a:ext>
            </a:extLst>
          </p:cNvPr>
          <p:cNvSpPr/>
          <p:nvPr/>
        </p:nvSpPr>
        <p:spPr>
          <a:xfrm>
            <a:off x="1094100" y="3417354"/>
            <a:ext cx="559471" cy="3078791"/>
          </a:xfrm>
          <a:prstGeom prst="roundRect">
            <a:avLst>
              <a:gd name="adj" fmla="val 432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协同信息评分</a:t>
            </a:r>
          </a:p>
        </p:txBody>
      </p: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1623C8A6-BC02-43DC-9B2B-8029227DB5A3}"/>
              </a:ext>
            </a:extLst>
          </p:cNvPr>
          <p:cNvCxnSpPr>
            <a:cxnSpLocks/>
          </p:cNvCxnSpPr>
          <p:nvPr/>
        </p:nvCxnSpPr>
        <p:spPr>
          <a:xfrm>
            <a:off x="766045" y="4902028"/>
            <a:ext cx="3166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BAAD3821-3270-432A-A853-5BA793215C7C}"/>
              </a:ext>
            </a:extLst>
          </p:cNvPr>
          <p:cNvCxnSpPr>
            <a:cxnSpLocks/>
          </p:cNvCxnSpPr>
          <p:nvPr/>
        </p:nvCxnSpPr>
        <p:spPr>
          <a:xfrm>
            <a:off x="1657386" y="4902028"/>
            <a:ext cx="3166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583C6C94-FC23-4DEA-864A-D0B9396A5F8D}"/>
              </a:ext>
            </a:extLst>
          </p:cNvPr>
          <p:cNvCxnSpPr>
            <a:cxnSpLocks/>
          </p:cNvCxnSpPr>
          <p:nvPr/>
        </p:nvCxnSpPr>
        <p:spPr>
          <a:xfrm>
            <a:off x="2893937" y="1602843"/>
            <a:ext cx="4167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文本框 290">
            <a:extLst>
              <a:ext uri="{FF2B5EF4-FFF2-40B4-BE49-F238E27FC236}">
                <a16:creationId xmlns:a16="http://schemas.microsoft.com/office/drawing/2014/main" id="{35ABD814-0780-4CBB-A990-E609B9089C24}"/>
              </a:ext>
            </a:extLst>
          </p:cNvPr>
          <p:cNvSpPr txBox="1"/>
          <p:nvPr/>
        </p:nvSpPr>
        <p:spPr>
          <a:xfrm>
            <a:off x="2521121" y="3920897"/>
            <a:ext cx="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0.84</a:t>
            </a:r>
            <a:endParaRPr lang="zh-CN" altLang="en-US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DBA0B0FC-BA05-4741-A41C-9EFDCD6AAC05}"/>
              </a:ext>
            </a:extLst>
          </p:cNvPr>
          <p:cNvSpPr txBox="1"/>
          <p:nvPr/>
        </p:nvSpPr>
        <p:spPr>
          <a:xfrm>
            <a:off x="2525448" y="4432178"/>
            <a:ext cx="67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0.78</a:t>
            </a:r>
            <a:endParaRPr lang="zh-CN" altLang="en-US" dirty="0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23B04402-D352-483C-9770-402AFE89FBB5}"/>
              </a:ext>
            </a:extLst>
          </p:cNvPr>
          <p:cNvSpPr txBox="1"/>
          <p:nvPr/>
        </p:nvSpPr>
        <p:spPr>
          <a:xfrm>
            <a:off x="2517685" y="4970362"/>
            <a:ext cx="90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0.70</a:t>
            </a:r>
            <a:endParaRPr lang="zh-CN" altLang="en-US" dirty="0"/>
          </a:p>
        </p:txBody>
      </p:sp>
      <p:sp>
        <p:nvSpPr>
          <p:cNvPr id="294" name="文本框 293">
            <a:extLst>
              <a:ext uri="{FF2B5EF4-FFF2-40B4-BE49-F238E27FC236}">
                <a16:creationId xmlns:a16="http://schemas.microsoft.com/office/drawing/2014/main" id="{D60D0DBF-0DA5-468E-93E1-FA682DED6AFD}"/>
              </a:ext>
            </a:extLst>
          </p:cNvPr>
          <p:cNvSpPr txBox="1"/>
          <p:nvPr/>
        </p:nvSpPr>
        <p:spPr>
          <a:xfrm>
            <a:off x="2527710" y="5517705"/>
            <a:ext cx="83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0.79</a:t>
            </a:r>
            <a:endParaRPr lang="zh-CN" altLang="en-US" dirty="0"/>
          </a:p>
        </p:txBody>
      </p:sp>
      <p:sp>
        <p:nvSpPr>
          <p:cNvPr id="295" name="文本框 294">
            <a:extLst>
              <a:ext uri="{FF2B5EF4-FFF2-40B4-BE49-F238E27FC236}">
                <a16:creationId xmlns:a16="http://schemas.microsoft.com/office/drawing/2014/main" id="{D6ED77C9-396E-4389-9DD1-C68EC8CF7CCF}"/>
              </a:ext>
            </a:extLst>
          </p:cNvPr>
          <p:cNvSpPr txBox="1"/>
          <p:nvPr/>
        </p:nvSpPr>
        <p:spPr>
          <a:xfrm>
            <a:off x="2519192" y="6086155"/>
            <a:ext cx="104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0.64</a:t>
            </a:r>
            <a:endParaRPr lang="zh-CN" altLang="en-US" dirty="0"/>
          </a:p>
        </p:txBody>
      </p:sp>
      <p:cxnSp>
        <p:nvCxnSpPr>
          <p:cNvPr id="297" name="连接符: 肘形 296">
            <a:extLst>
              <a:ext uri="{FF2B5EF4-FFF2-40B4-BE49-F238E27FC236}">
                <a16:creationId xmlns:a16="http://schemas.microsoft.com/office/drawing/2014/main" id="{1E6232DB-3505-4D75-9ACC-1319657EBF44}"/>
              </a:ext>
            </a:extLst>
          </p:cNvPr>
          <p:cNvCxnSpPr>
            <a:cxnSpLocks/>
            <a:stCxn id="12" idx="2"/>
            <a:endCxn id="277" idx="0"/>
          </p:cNvCxnSpPr>
          <p:nvPr/>
        </p:nvCxnSpPr>
        <p:spPr>
          <a:xfrm rot="5400000">
            <a:off x="2867721" y="2293914"/>
            <a:ext cx="714360" cy="127286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矩形: 圆角 298">
            <a:extLst>
              <a:ext uri="{FF2B5EF4-FFF2-40B4-BE49-F238E27FC236}">
                <a16:creationId xmlns:a16="http://schemas.microsoft.com/office/drawing/2014/main" id="{4777D5FA-D9AF-42F7-BEF2-253E34567A9A}"/>
              </a:ext>
            </a:extLst>
          </p:cNvPr>
          <p:cNvSpPr/>
          <p:nvPr/>
        </p:nvSpPr>
        <p:spPr>
          <a:xfrm>
            <a:off x="3673055" y="3248803"/>
            <a:ext cx="531280" cy="3456395"/>
          </a:xfrm>
          <a:prstGeom prst="roundRect">
            <a:avLst>
              <a:gd name="adj" fmla="val 432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3081C569-75F7-4F2B-88F2-B89D5910F8B1}"/>
              </a:ext>
            </a:extLst>
          </p:cNvPr>
          <p:cNvCxnSpPr>
            <a:cxnSpLocks/>
          </p:cNvCxnSpPr>
          <p:nvPr/>
        </p:nvCxnSpPr>
        <p:spPr>
          <a:xfrm>
            <a:off x="3132618" y="4892272"/>
            <a:ext cx="553073" cy="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文本框 303">
            <a:extLst>
              <a:ext uri="{FF2B5EF4-FFF2-40B4-BE49-F238E27FC236}">
                <a16:creationId xmlns:a16="http://schemas.microsoft.com/office/drawing/2014/main" id="{85DA6BA7-34E4-42E7-94F7-D5CA8694E12C}"/>
              </a:ext>
            </a:extLst>
          </p:cNvPr>
          <p:cNvSpPr txBox="1"/>
          <p:nvPr/>
        </p:nvSpPr>
        <p:spPr>
          <a:xfrm>
            <a:off x="3553851" y="3080811"/>
            <a:ext cx="396079" cy="4259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B0F0"/>
                </a:solidFill>
                <a:sym typeface="+mn-ea"/>
              </a:rPr>
              <a:t>❄</a:t>
            </a:r>
          </a:p>
        </p:txBody>
      </p: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0DCD1099-2F5A-4BB8-B9A2-45DB82C7BF37}"/>
              </a:ext>
            </a:extLst>
          </p:cNvPr>
          <p:cNvCxnSpPr>
            <a:cxnSpLocks/>
          </p:cNvCxnSpPr>
          <p:nvPr/>
        </p:nvCxnSpPr>
        <p:spPr>
          <a:xfrm>
            <a:off x="4214024" y="3770259"/>
            <a:ext cx="553073" cy="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C3542B3E-E799-42C5-8E97-7E8C597986F3}"/>
              </a:ext>
            </a:extLst>
          </p:cNvPr>
          <p:cNvCxnSpPr>
            <a:cxnSpLocks/>
          </p:cNvCxnSpPr>
          <p:nvPr/>
        </p:nvCxnSpPr>
        <p:spPr>
          <a:xfrm>
            <a:off x="4254458" y="5186052"/>
            <a:ext cx="553073" cy="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0" name="矩形: 圆角 309">
            <a:extLst>
              <a:ext uri="{FF2B5EF4-FFF2-40B4-BE49-F238E27FC236}">
                <a16:creationId xmlns:a16="http://schemas.microsoft.com/office/drawing/2014/main" id="{477C54F3-0C6C-4FB8-A7A8-F2BC5112BFB8}"/>
              </a:ext>
            </a:extLst>
          </p:cNvPr>
          <p:cNvSpPr/>
          <p:nvPr/>
        </p:nvSpPr>
        <p:spPr>
          <a:xfrm>
            <a:off x="4778388" y="4099579"/>
            <a:ext cx="1244339" cy="2758421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pic>
        <p:nvPicPr>
          <p:cNvPr id="312" name="图形 311">
            <a:extLst>
              <a:ext uri="{FF2B5EF4-FFF2-40B4-BE49-F238E27FC236}">
                <a16:creationId xmlns:a16="http://schemas.microsoft.com/office/drawing/2014/main" id="{8D961EA3-2CB2-4C4D-AFBB-DE2ACA9F8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7145" y="5734545"/>
            <a:ext cx="559477" cy="546374"/>
          </a:xfrm>
          <a:prstGeom prst="rect">
            <a:avLst/>
          </a:prstGeom>
        </p:spPr>
      </p:pic>
      <p:pic>
        <p:nvPicPr>
          <p:cNvPr id="313" name="图形 312">
            <a:extLst>
              <a:ext uri="{FF2B5EF4-FFF2-40B4-BE49-F238E27FC236}">
                <a16:creationId xmlns:a16="http://schemas.microsoft.com/office/drawing/2014/main" id="{8322B6D2-617E-4613-81C2-7D25891F3E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8015" y="4137917"/>
            <a:ext cx="522367" cy="510133"/>
          </a:xfrm>
          <a:prstGeom prst="rect">
            <a:avLst/>
          </a:prstGeom>
        </p:spPr>
      </p:pic>
      <p:pic>
        <p:nvPicPr>
          <p:cNvPr id="315" name="图形 314">
            <a:extLst>
              <a:ext uri="{FF2B5EF4-FFF2-40B4-BE49-F238E27FC236}">
                <a16:creationId xmlns:a16="http://schemas.microsoft.com/office/drawing/2014/main" id="{88D4CC4A-F976-4496-BA18-B1DD9907204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85467" y="4714672"/>
            <a:ext cx="449176" cy="438656"/>
          </a:xfrm>
          <a:prstGeom prst="rect">
            <a:avLst/>
          </a:prstGeom>
        </p:spPr>
      </p:pic>
      <p:pic>
        <p:nvPicPr>
          <p:cNvPr id="316" name="图形 315">
            <a:extLst>
              <a:ext uri="{FF2B5EF4-FFF2-40B4-BE49-F238E27FC236}">
                <a16:creationId xmlns:a16="http://schemas.microsoft.com/office/drawing/2014/main" id="{F047248D-F534-4D97-B861-75EE5361C8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19733" y="5239362"/>
            <a:ext cx="414912" cy="405195"/>
          </a:xfrm>
          <a:prstGeom prst="rect">
            <a:avLst/>
          </a:prstGeom>
        </p:spPr>
      </p:pic>
      <p:pic>
        <p:nvPicPr>
          <p:cNvPr id="317" name="图形 316">
            <a:extLst>
              <a:ext uri="{FF2B5EF4-FFF2-40B4-BE49-F238E27FC236}">
                <a16:creationId xmlns:a16="http://schemas.microsoft.com/office/drawing/2014/main" id="{9B754545-EE2A-4FED-9514-694C81D70C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34623" y="6391518"/>
            <a:ext cx="400022" cy="390653"/>
          </a:xfrm>
          <a:prstGeom prst="rect">
            <a:avLst/>
          </a:prstGeom>
        </p:spPr>
      </p:pic>
      <p:grpSp>
        <p:nvGrpSpPr>
          <p:cNvPr id="323" name="组合 322">
            <a:extLst>
              <a:ext uri="{FF2B5EF4-FFF2-40B4-BE49-F238E27FC236}">
                <a16:creationId xmlns:a16="http://schemas.microsoft.com/office/drawing/2014/main" id="{8E0B608C-84F5-4590-9425-AF8BD22BDE41}"/>
              </a:ext>
            </a:extLst>
          </p:cNvPr>
          <p:cNvGrpSpPr/>
          <p:nvPr/>
        </p:nvGrpSpPr>
        <p:grpSpPr>
          <a:xfrm rot="5400000">
            <a:off x="4567554" y="2086385"/>
            <a:ext cx="905508" cy="223471"/>
            <a:chOff x="6720" y="7487"/>
            <a:chExt cx="8255" cy="1210"/>
          </a:xfrm>
          <a:solidFill>
            <a:srgbClr val="EEA38C"/>
          </a:solidFill>
        </p:grpSpPr>
        <p:sp>
          <p:nvSpPr>
            <p:cNvPr id="324" name="Google Shape;78;p16">
              <a:extLst>
                <a:ext uri="{FF2B5EF4-FFF2-40B4-BE49-F238E27FC236}">
                  <a16:creationId xmlns:a16="http://schemas.microsoft.com/office/drawing/2014/main" id="{75A4BFC7-DA6A-4F12-BB08-B86D807BBF68}"/>
                </a:ext>
              </a:extLst>
            </p:cNvPr>
            <p:cNvSpPr/>
            <p:nvPr/>
          </p:nvSpPr>
          <p:spPr>
            <a:xfrm>
              <a:off x="6720" y="7487"/>
              <a:ext cx="8255" cy="1204"/>
            </a:xfrm>
            <a:prstGeom prst="roundRect">
              <a:avLst>
                <a:gd name="adj" fmla="val 0"/>
              </a:avLst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325" name="Google Shape;79;p16">
              <a:extLst>
                <a:ext uri="{FF2B5EF4-FFF2-40B4-BE49-F238E27FC236}">
                  <a16:creationId xmlns:a16="http://schemas.microsoft.com/office/drawing/2014/main" id="{6D44C48B-2E66-440F-8274-5B9078236622}"/>
                </a:ext>
              </a:extLst>
            </p:cNvPr>
            <p:cNvCxnSpPr/>
            <p:nvPr/>
          </p:nvCxnSpPr>
          <p:spPr>
            <a:xfrm flipH="1">
              <a:off x="79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6" name="Google Shape;80;p16">
              <a:extLst>
                <a:ext uri="{FF2B5EF4-FFF2-40B4-BE49-F238E27FC236}">
                  <a16:creationId xmlns:a16="http://schemas.microsoft.com/office/drawing/2014/main" id="{8A1F6B80-DD8D-49FD-82A3-90C029F3C212}"/>
                </a:ext>
              </a:extLst>
            </p:cNvPr>
            <p:cNvCxnSpPr/>
            <p:nvPr/>
          </p:nvCxnSpPr>
          <p:spPr>
            <a:xfrm flipH="1">
              <a:off x="90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7" name="Google Shape;81;p16">
              <a:extLst>
                <a:ext uri="{FF2B5EF4-FFF2-40B4-BE49-F238E27FC236}">
                  <a16:creationId xmlns:a16="http://schemas.microsoft.com/office/drawing/2014/main" id="{BD6B8C14-7EDA-40E7-9259-0D1223BED0FE}"/>
                </a:ext>
              </a:extLst>
            </p:cNvPr>
            <p:cNvCxnSpPr/>
            <p:nvPr/>
          </p:nvCxnSpPr>
          <p:spPr>
            <a:xfrm flipH="1">
              <a:off x="102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8" name="Google Shape;82;p16">
              <a:extLst>
                <a:ext uri="{FF2B5EF4-FFF2-40B4-BE49-F238E27FC236}">
                  <a16:creationId xmlns:a16="http://schemas.microsoft.com/office/drawing/2014/main" id="{E866D145-CB08-46D3-8E4A-096AC18B5D99}"/>
                </a:ext>
              </a:extLst>
            </p:cNvPr>
            <p:cNvCxnSpPr/>
            <p:nvPr/>
          </p:nvCxnSpPr>
          <p:spPr>
            <a:xfrm flipH="1">
              <a:off x="114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9" name="Google Shape;83;p16">
              <a:extLst>
                <a:ext uri="{FF2B5EF4-FFF2-40B4-BE49-F238E27FC236}">
                  <a16:creationId xmlns:a16="http://schemas.microsoft.com/office/drawing/2014/main" id="{1734F490-E18A-4E40-9945-7C6903C582C0}"/>
                </a:ext>
              </a:extLst>
            </p:cNvPr>
            <p:cNvCxnSpPr/>
            <p:nvPr/>
          </p:nvCxnSpPr>
          <p:spPr>
            <a:xfrm flipH="1">
              <a:off x="125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0" name="Google Shape;84;p16">
              <a:extLst>
                <a:ext uri="{FF2B5EF4-FFF2-40B4-BE49-F238E27FC236}">
                  <a16:creationId xmlns:a16="http://schemas.microsoft.com/office/drawing/2014/main" id="{2FD57DC5-1D47-41E6-8380-7F525DE13D6F}"/>
                </a:ext>
              </a:extLst>
            </p:cNvPr>
            <p:cNvCxnSpPr/>
            <p:nvPr/>
          </p:nvCxnSpPr>
          <p:spPr>
            <a:xfrm flipH="1">
              <a:off x="137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31" name="组合 330">
            <a:extLst>
              <a:ext uri="{FF2B5EF4-FFF2-40B4-BE49-F238E27FC236}">
                <a16:creationId xmlns:a16="http://schemas.microsoft.com/office/drawing/2014/main" id="{54E52BF8-B9D3-40F2-8631-794B45E4F551}"/>
              </a:ext>
            </a:extLst>
          </p:cNvPr>
          <p:cNvGrpSpPr/>
          <p:nvPr/>
        </p:nvGrpSpPr>
        <p:grpSpPr>
          <a:xfrm rot="5400000">
            <a:off x="4567555" y="1038354"/>
            <a:ext cx="905508" cy="223471"/>
            <a:chOff x="6720" y="7487"/>
            <a:chExt cx="8255" cy="1210"/>
          </a:xfrm>
          <a:solidFill>
            <a:srgbClr val="EEA38C"/>
          </a:solidFill>
        </p:grpSpPr>
        <p:sp>
          <p:nvSpPr>
            <p:cNvPr id="332" name="Google Shape;78;p16">
              <a:extLst>
                <a:ext uri="{FF2B5EF4-FFF2-40B4-BE49-F238E27FC236}">
                  <a16:creationId xmlns:a16="http://schemas.microsoft.com/office/drawing/2014/main" id="{2794E778-616A-4C54-B275-F07B45866BE0}"/>
                </a:ext>
              </a:extLst>
            </p:cNvPr>
            <p:cNvSpPr/>
            <p:nvPr/>
          </p:nvSpPr>
          <p:spPr>
            <a:xfrm>
              <a:off x="6720" y="7487"/>
              <a:ext cx="8255" cy="1204"/>
            </a:xfrm>
            <a:prstGeom prst="roundRect">
              <a:avLst>
                <a:gd name="adj" fmla="val 0"/>
              </a:avLst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333" name="Google Shape;79;p16">
              <a:extLst>
                <a:ext uri="{FF2B5EF4-FFF2-40B4-BE49-F238E27FC236}">
                  <a16:creationId xmlns:a16="http://schemas.microsoft.com/office/drawing/2014/main" id="{9ECB6986-395A-4E68-AE3F-F3CE4549FDBA}"/>
                </a:ext>
              </a:extLst>
            </p:cNvPr>
            <p:cNvCxnSpPr/>
            <p:nvPr/>
          </p:nvCxnSpPr>
          <p:spPr>
            <a:xfrm flipH="1">
              <a:off x="79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4" name="Google Shape;80;p16">
              <a:extLst>
                <a:ext uri="{FF2B5EF4-FFF2-40B4-BE49-F238E27FC236}">
                  <a16:creationId xmlns:a16="http://schemas.microsoft.com/office/drawing/2014/main" id="{1016F609-A1E1-4366-ACBC-D31E3F6E59D5}"/>
                </a:ext>
              </a:extLst>
            </p:cNvPr>
            <p:cNvCxnSpPr/>
            <p:nvPr/>
          </p:nvCxnSpPr>
          <p:spPr>
            <a:xfrm flipH="1">
              <a:off x="90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5" name="Google Shape;81;p16">
              <a:extLst>
                <a:ext uri="{FF2B5EF4-FFF2-40B4-BE49-F238E27FC236}">
                  <a16:creationId xmlns:a16="http://schemas.microsoft.com/office/drawing/2014/main" id="{7333A2F7-63F9-4D7E-AB35-AFD9A47B6DAD}"/>
                </a:ext>
              </a:extLst>
            </p:cNvPr>
            <p:cNvCxnSpPr/>
            <p:nvPr/>
          </p:nvCxnSpPr>
          <p:spPr>
            <a:xfrm flipH="1">
              <a:off x="102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6" name="Google Shape;82;p16">
              <a:extLst>
                <a:ext uri="{FF2B5EF4-FFF2-40B4-BE49-F238E27FC236}">
                  <a16:creationId xmlns:a16="http://schemas.microsoft.com/office/drawing/2014/main" id="{ACBA8904-D201-4F01-8B50-220B0B054B3E}"/>
                </a:ext>
              </a:extLst>
            </p:cNvPr>
            <p:cNvCxnSpPr/>
            <p:nvPr/>
          </p:nvCxnSpPr>
          <p:spPr>
            <a:xfrm flipH="1">
              <a:off x="114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7" name="Google Shape;83;p16">
              <a:extLst>
                <a:ext uri="{FF2B5EF4-FFF2-40B4-BE49-F238E27FC236}">
                  <a16:creationId xmlns:a16="http://schemas.microsoft.com/office/drawing/2014/main" id="{DCD8AF93-FE63-4C33-8028-3D306C638E66}"/>
                </a:ext>
              </a:extLst>
            </p:cNvPr>
            <p:cNvCxnSpPr/>
            <p:nvPr/>
          </p:nvCxnSpPr>
          <p:spPr>
            <a:xfrm flipH="1">
              <a:off x="125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8" name="Google Shape;84;p16">
              <a:extLst>
                <a:ext uri="{FF2B5EF4-FFF2-40B4-BE49-F238E27FC236}">
                  <a16:creationId xmlns:a16="http://schemas.microsoft.com/office/drawing/2014/main" id="{259DDA4F-13F7-4B82-AD0D-CC519993C4E8}"/>
                </a:ext>
              </a:extLst>
            </p:cNvPr>
            <p:cNvCxnSpPr/>
            <p:nvPr/>
          </p:nvCxnSpPr>
          <p:spPr>
            <a:xfrm flipH="1">
              <a:off x="137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2E45297-BABD-CBF1-E43C-B8A7A19F3506}"/>
              </a:ext>
            </a:extLst>
          </p:cNvPr>
          <p:cNvCxnSpPr>
            <a:cxnSpLocks/>
          </p:cNvCxnSpPr>
          <p:nvPr/>
        </p:nvCxnSpPr>
        <p:spPr>
          <a:xfrm>
            <a:off x="4301510" y="1214332"/>
            <a:ext cx="5944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C8E6421-2F9F-195E-94FE-6A9887CFFFD1}"/>
              </a:ext>
            </a:extLst>
          </p:cNvPr>
          <p:cNvCxnSpPr>
            <a:cxnSpLocks/>
          </p:cNvCxnSpPr>
          <p:nvPr/>
        </p:nvCxnSpPr>
        <p:spPr>
          <a:xfrm flipV="1">
            <a:off x="5009685" y="2689040"/>
            <a:ext cx="0" cy="466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AF4E8F8-6776-7D05-4E8B-F1638E30A699}"/>
              </a:ext>
            </a:extLst>
          </p:cNvPr>
          <p:cNvSpPr/>
          <p:nvPr/>
        </p:nvSpPr>
        <p:spPr>
          <a:xfrm>
            <a:off x="4778388" y="3168195"/>
            <a:ext cx="1244339" cy="926446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该用户喜欢衣服类商品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E0FD834-FB63-87FC-155A-56778DF1183D}"/>
              </a:ext>
            </a:extLst>
          </p:cNvPr>
          <p:cNvSpPr/>
          <p:nvPr/>
        </p:nvSpPr>
        <p:spPr>
          <a:xfrm>
            <a:off x="3276423" y="586311"/>
            <a:ext cx="1169815" cy="1986853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zh-CN" altLang="en-US" sz="2134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3FEB018-7B26-0D06-6838-C5DD98ADD700}"/>
              </a:ext>
            </a:extLst>
          </p:cNvPr>
          <p:cNvSpPr txBox="1"/>
          <p:nvPr/>
        </p:nvSpPr>
        <p:spPr>
          <a:xfrm>
            <a:off x="3230006" y="773594"/>
            <a:ext cx="1244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男女情侣款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针织套装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运动衣服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春秋装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蓝黑色</a:t>
            </a:r>
          </a:p>
          <a:p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8B427E-1AFE-4492-6910-17F323008F51}"/>
              </a:ext>
            </a:extLst>
          </p:cNvPr>
          <p:cNvSpPr txBox="1"/>
          <p:nvPr/>
        </p:nvSpPr>
        <p:spPr>
          <a:xfrm>
            <a:off x="5328126" y="4224645"/>
            <a:ext cx="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0.84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820237-EF0A-A50E-AF05-0AC22549A774}"/>
              </a:ext>
            </a:extLst>
          </p:cNvPr>
          <p:cNvSpPr txBox="1"/>
          <p:nvPr/>
        </p:nvSpPr>
        <p:spPr>
          <a:xfrm>
            <a:off x="5332453" y="4735926"/>
            <a:ext cx="67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6A3D23-BFC5-C57D-7F2A-39D13A086422}"/>
              </a:ext>
            </a:extLst>
          </p:cNvPr>
          <p:cNvSpPr txBox="1"/>
          <p:nvPr/>
        </p:nvSpPr>
        <p:spPr>
          <a:xfrm>
            <a:off x="5324690" y="5274110"/>
            <a:ext cx="90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0.70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2E675-45F3-8462-D398-6F5D42D71823}"/>
              </a:ext>
            </a:extLst>
          </p:cNvPr>
          <p:cNvSpPr txBox="1"/>
          <p:nvPr/>
        </p:nvSpPr>
        <p:spPr>
          <a:xfrm>
            <a:off x="5334715" y="5821453"/>
            <a:ext cx="83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0.79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7964D2B-C784-B11C-8868-020C1B159A69}"/>
              </a:ext>
            </a:extLst>
          </p:cNvPr>
          <p:cNvSpPr txBox="1"/>
          <p:nvPr/>
        </p:nvSpPr>
        <p:spPr>
          <a:xfrm>
            <a:off x="5326197" y="6389903"/>
            <a:ext cx="104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0.65</a:t>
            </a:r>
            <a:endParaRPr lang="zh-CN" altLang="en-US" dirty="0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28B39425-56FD-EF88-85A5-9B44B068CC6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197292" y="5332690"/>
            <a:ext cx="336551" cy="328669"/>
          </a:xfrm>
          <a:prstGeom prst="rect">
            <a:avLst/>
          </a:prstGeom>
        </p:spPr>
      </p:pic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78FAE04-9370-5AD7-1806-93B5F591D16B}"/>
              </a:ext>
            </a:extLst>
          </p:cNvPr>
          <p:cNvCxnSpPr>
            <a:cxnSpLocks/>
          </p:cNvCxnSpPr>
          <p:nvPr/>
        </p:nvCxnSpPr>
        <p:spPr>
          <a:xfrm>
            <a:off x="5125393" y="1213764"/>
            <a:ext cx="5944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30231D9-9D84-8B31-C6C5-56263D85AFD8}"/>
              </a:ext>
            </a:extLst>
          </p:cNvPr>
          <p:cNvCxnSpPr>
            <a:cxnSpLocks/>
          </p:cNvCxnSpPr>
          <p:nvPr/>
        </p:nvCxnSpPr>
        <p:spPr>
          <a:xfrm>
            <a:off x="5125393" y="2145627"/>
            <a:ext cx="5944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39DCD79-ABD6-D644-3271-8A54887BEF70}"/>
              </a:ext>
            </a:extLst>
          </p:cNvPr>
          <p:cNvSpPr txBox="1"/>
          <p:nvPr/>
        </p:nvSpPr>
        <p:spPr>
          <a:xfrm>
            <a:off x="5848636" y="1447194"/>
            <a:ext cx="461665" cy="6255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3C2739-993B-0CAC-2A69-390C1EE8A0F6}"/>
              </a:ext>
            </a:extLst>
          </p:cNvPr>
          <p:cNvSpPr/>
          <p:nvPr/>
        </p:nvSpPr>
        <p:spPr>
          <a:xfrm rot="10800000">
            <a:off x="6834218" y="10373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8439379-53A0-3189-2C79-3385BE513BDF}"/>
              </a:ext>
            </a:extLst>
          </p:cNvPr>
          <p:cNvSpPr/>
          <p:nvPr/>
        </p:nvSpPr>
        <p:spPr>
          <a:xfrm>
            <a:off x="6839334" y="1878990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3D2603B-4E18-5D4B-3DD4-451434F71D48}"/>
              </a:ext>
            </a:extLst>
          </p:cNvPr>
          <p:cNvSpPr/>
          <p:nvPr/>
        </p:nvSpPr>
        <p:spPr>
          <a:xfrm>
            <a:off x="6843855" y="2034465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4DED10E-03F2-79CF-F0B1-440F7BD2681D}"/>
              </a:ext>
            </a:extLst>
          </p:cNvPr>
          <p:cNvSpPr/>
          <p:nvPr/>
        </p:nvSpPr>
        <p:spPr>
          <a:xfrm>
            <a:off x="6841530" y="2183790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4C2F321-A72C-050D-746B-E4DA263DF922}"/>
              </a:ext>
            </a:extLst>
          </p:cNvPr>
          <p:cNvSpPr/>
          <p:nvPr/>
        </p:nvSpPr>
        <p:spPr>
          <a:xfrm>
            <a:off x="6842625" y="2336190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8EC86AD-EEED-7C91-B7D4-01235F2D8704}"/>
              </a:ext>
            </a:extLst>
          </p:cNvPr>
          <p:cNvSpPr/>
          <p:nvPr/>
        </p:nvSpPr>
        <p:spPr>
          <a:xfrm rot="10800000">
            <a:off x="6835319" y="11897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84900AE-7683-DFB2-C527-47825518BB8F}"/>
              </a:ext>
            </a:extLst>
          </p:cNvPr>
          <p:cNvSpPr/>
          <p:nvPr/>
        </p:nvSpPr>
        <p:spPr>
          <a:xfrm rot="10800000">
            <a:off x="6836414" y="13421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D69022F-A068-CFB9-9844-9B67AF23BDFA}"/>
              </a:ext>
            </a:extLst>
          </p:cNvPr>
          <p:cNvSpPr/>
          <p:nvPr/>
        </p:nvSpPr>
        <p:spPr>
          <a:xfrm rot="10800000">
            <a:off x="6837513" y="14945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FFC136DD-42FA-3DE6-8332-BBBB5C6196F3}"/>
              </a:ext>
            </a:extLst>
          </p:cNvPr>
          <p:cNvCxnSpPr>
            <a:cxnSpLocks/>
            <a:endCxn id="251" idx="1"/>
          </p:cNvCxnSpPr>
          <p:nvPr/>
        </p:nvCxnSpPr>
        <p:spPr>
          <a:xfrm>
            <a:off x="6443089" y="1745365"/>
            <a:ext cx="294001" cy="89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6AF13FA7-6D09-14A0-CD89-C169D49C5C1F}"/>
              </a:ext>
            </a:extLst>
          </p:cNvPr>
          <p:cNvSpPr/>
          <p:nvPr/>
        </p:nvSpPr>
        <p:spPr>
          <a:xfrm>
            <a:off x="11535177" y="309942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6" name="图形 55">
            <a:extLst>
              <a:ext uri="{FF2B5EF4-FFF2-40B4-BE49-F238E27FC236}">
                <a16:creationId xmlns:a16="http://schemas.microsoft.com/office/drawing/2014/main" id="{84D1CF0E-C16D-0AA8-879B-A511FF4040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732" y="1094286"/>
            <a:ext cx="440543" cy="430225"/>
          </a:xfrm>
          <a:prstGeom prst="rect">
            <a:avLst/>
          </a:prstGeom>
        </p:spPr>
      </p:pic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26FF796E-2A0B-AF08-1D94-7834BCBF5790}"/>
              </a:ext>
            </a:extLst>
          </p:cNvPr>
          <p:cNvCxnSpPr>
            <a:cxnSpLocks/>
          </p:cNvCxnSpPr>
          <p:nvPr/>
        </p:nvCxnSpPr>
        <p:spPr>
          <a:xfrm flipH="1">
            <a:off x="11394196" y="79661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CBAB796-91F5-5AF2-1670-DC1AEF222B2D}"/>
              </a:ext>
            </a:extLst>
          </p:cNvPr>
          <p:cNvCxnSpPr>
            <a:cxnSpLocks/>
          </p:cNvCxnSpPr>
          <p:nvPr/>
        </p:nvCxnSpPr>
        <p:spPr>
          <a:xfrm flipH="1">
            <a:off x="11847636" y="878080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F8BEA0E3-A1BE-6E29-7166-A7DD69B07F82}"/>
              </a:ext>
            </a:extLst>
          </p:cNvPr>
          <p:cNvCxnSpPr>
            <a:cxnSpLocks/>
          </p:cNvCxnSpPr>
          <p:nvPr/>
        </p:nvCxnSpPr>
        <p:spPr>
          <a:xfrm>
            <a:off x="11863004" y="87938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0C098785-4EA5-F153-928D-FF173751E62E}"/>
              </a:ext>
            </a:extLst>
          </p:cNvPr>
          <p:cNvCxnSpPr>
            <a:cxnSpLocks/>
          </p:cNvCxnSpPr>
          <p:nvPr/>
        </p:nvCxnSpPr>
        <p:spPr>
          <a:xfrm>
            <a:off x="12515911" y="87765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62" name="图形 61">
            <a:extLst>
              <a:ext uri="{FF2B5EF4-FFF2-40B4-BE49-F238E27FC236}">
                <a16:creationId xmlns:a16="http://schemas.microsoft.com/office/drawing/2014/main" id="{B2CB08C7-6F7C-D4B0-EFE6-EA09677BD84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54738" y="360671"/>
            <a:ext cx="368570" cy="359938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68D9523A-86A5-D04C-FA90-5907B7FF52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453051" y="361417"/>
            <a:ext cx="366343" cy="357763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085AC04F-8911-3A28-E9F4-079DA734B22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061182" y="360357"/>
            <a:ext cx="374142" cy="365379"/>
          </a:xfrm>
          <a:prstGeom prst="rect">
            <a:avLst/>
          </a:prstGeom>
        </p:spPr>
      </p:pic>
      <p:pic>
        <p:nvPicPr>
          <p:cNvPr id="66" name="图形 65">
            <a:extLst>
              <a:ext uri="{FF2B5EF4-FFF2-40B4-BE49-F238E27FC236}">
                <a16:creationId xmlns:a16="http://schemas.microsoft.com/office/drawing/2014/main" id="{C76ACE9D-799A-0D63-8669-5CBFA785BF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256527" y="1119846"/>
            <a:ext cx="349920" cy="341725"/>
          </a:xfrm>
          <a:prstGeom prst="rect">
            <a:avLst/>
          </a:prstGeom>
        </p:spPr>
      </p:pic>
      <p:pic>
        <p:nvPicPr>
          <p:cNvPr id="67" name="图形 66">
            <a:extLst>
              <a:ext uri="{FF2B5EF4-FFF2-40B4-BE49-F238E27FC236}">
                <a16:creationId xmlns:a16="http://schemas.microsoft.com/office/drawing/2014/main" id="{CBEB3CD6-6090-4D0E-7D72-D7250D5B6F4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547202" y="1144594"/>
            <a:ext cx="337362" cy="329461"/>
          </a:xfrm>
          <a:prstGeom prst="rect">
            <a:avLst/>
          </a:prstGeom>
        </p:spPr>
      </p:pic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7C26D5E7-4B52-FBFE-ADC8-68B2FAC2FEC7}"/>
              </a:ext>
            </a:extLst>
          </p:cNvPr>
          <p:cNvCxnSpPr>
            <a:cxnSpLocks/>
          </p:cNvCxnSpPr>
          <p:nvPr/>
        </p:nvCxnSpPr>
        <p:spPr>
          <a:xfrm>
            <a:off x="11171996" y="877656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5" name="图形 74">
            <a:extLst>
              <a:ext uri="{FF2B5EF4-FFF2-40B4-BE49-F238E27FC236}">
                <a16:creationId xmlns:a16="http://schemas.microsoft.com/office/drawing/2014/main" id="{7B63757D-657F-26C2-84B7-23219E6A6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21559" y="1075952"/>
            <a:ext cx="471840" cy="460789"/>
          </a:xfrm>
          <a:prstGeom prst="rect">
            <a:avLst/>
          </a:prstGeom>
        </p:spPr>
      </p:pic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A6D4D9CF-9038-8AD9-0595-5A199627A7AC}"/>
              </a:ext>
            </a:extLst>
          </p:cNvPr>
          <p:cNvSpPr/>
          <p:nvPr/>
        </p:nvSpPr>
        <p:spPr>
          <a:xfrm>
            <a:off x="11288996" y="533222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0" name="图形 79">
            <a:extLst>
              <a:ext uri="{FF2B5EF4-FFF2-40B4-BE49-F238E27FC236}">
                <a16:creationId xmlns:a16="http://schemas.microsoft.com/office/drawing/2014/main" id="{89FCA995-DA2A-522D-E9CD-C051B5265E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18132" y="1246686"/>
            <a:ext cx="440543" cy="430225"/>
          </a:xfrm>
          <a:prstGeom prst="rect">
            <a:avLst/>
          </a:prstGeom>
        </p:spPr>
      </p:pic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25C5ADE4-71B1-F9C5-27DB-4080E6507B6F}"/>
              </a:ext>
            </a:extLst>
          </p:cNvPr>
          <p:cNvCxnSpPr>
            <a:cxnSpLocks/>
          </p:cNvCxnSpPr>
          <p:nvPr/>
        </p:nvCxnSpPr>
        <p:spPr>
          <a:xfrm flipH="1">
            <a:off x="11168321" y="101989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7F2AA22-CE5F-8D39-67F4-3D5D11CF12B1}"/>
              </a:ext>
            </a:extLst>
          </p:cNvPr>
          <p:cNvCxnSpPr>
            <a:cxnSpLocks/>
          </p:cNvCxnSpPr>
          <p:nvPr/>
        </p:nvCxnSpPr>
        <p:spPr>
          <a:xfrm flipH="1">
            <a:off x="12000036" y="1030480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3A4682E2-1548-E10B-3DA7-0D8F11E3AA33}"/>
              </a:ext>
            </a:extLst>
          </p:cNvPr>
          <p:cNvCxnSpPr>
            <a:cxnSpLocks/>
          </p:cNvCxnSpPr>
          <p:nvPr/>
        </p:nvCxnSpPr>
        <p:spPr>
          <a:xfrm>
            <a:off x="12015404" y="103178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EA5A3DAA-88B0-C540-0D08-8156557EED2B}"/>
              </a:ext>
            </a:extLst>
          </p:cNvPr>
          <p:cNvCxnSpPr>
            <a:cxnSpLocks/>
          </p:cNvCxnSpPr>
          <p:nvPr/>
        </p:nvCxnSpPr>
        <p:spPr>
          <a:xfrm>
            <a:off x="12668311" y="103005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85" name="图形 84">
            <a:extLst>
              <a:ext uri="{FF2B5EF4-FFF2-40B4-BE49-F238E27FC236}">
                <a16:creationId xmlns:a16="http://schemas.microsoft.com/office/drawing/2014/main" id="{1BBCA210-2615-B9CE-A033-3DD0A11F37A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508557" y="583951"/>
            <a:ext cx="368570" cy="359938"/>
          </a:xfrm>
          <a:prstGeom prst="rect">
            <a:avLst/>
          </a:prstGeom>
        </p:spPr>
      </p:pic>
      <p:pic>
        <p:nvPicPr>
          <p:cNvPr id="86" name="图形 85">
            <a:extLst>
              <a:ext uri="{FF2B5EF4-FFF2-40B4-BE49-F238E27FC236}">
                <a16:creationId xmlns:a16="http://schemas.microsoft.com/office/drawing/2014/main" id="{76C71225-7677-03D4-7A62-81B9490BD6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06870" y="584697"/>
            <a:ext cx="366343" cy="357763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6692A34D-6159-166F-4168-D7F76849A4B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815001" y="583637"/>
            <a:ext cx="374142" cy="365379"/>
          </a:xfrm>
          <a:prstGeom prst="rect">
            <a:avLst/>
          </a:prstGeom>
        </p:spPr>
      </p:pic>
      <p:pic>
        <p:nvPicPr>
          <p:cNvPr id="89" name="图形 88">
            <a:extLst>
              <a:ext uri="{FF2B5EF4-FFF2-40B4-BE49-F238E27FC236}">
                <a16:creationId xmlns:a16="http://schemas.microsoft.com/office/drawing/2014/main" id="{847BBFC4-A365-1928-8BE2-59BF6A073A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63532" y="1173688"/>
            <a:ext cx="378816" cy="369944"/>
          </a:xfrm>
          <a:prstGeom prst="rect">
            <a:avLst/>
          </a:prstGeom>
        </p:spPr>
      </p:pic>
      <p:pic>
        <p:nvPicPr>
          <p:cNvPr id="90" name="图形 89">
            <a:extLst>
              <a:ext uri="{FF2B5EF4-FFF2-40B4-BE49-F238E27FC236}">
                <a16:creationId xmlns:a16="http://schemas.microsoft.com/office/drawing/2014/main" id="{4B669133-C497-BB4F-95FF-B9A8DC39B5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08927" y="1272246"/>
            <a:ext cx="349920" cy="341725"/>
          </a:xfrm>
          <a:prstGeom prst="rect">
            <a:avLst/>
          </a:prstGeom>
        </p:spPr>
      </p:pic>
      <p:pic>
        <p:nvPicPr>
          <p:cNvPr id="92" name="图形 91">
            <a:extLst>
              <a:ext uri="{FF2B5EF4-FFF2-40B4-BE49-F238E27FC236}">
                <a16:creationId xmlns:a16="http://schemas.microsoft.com/office/drawing/2014/main" id="{0597E4C3-6155-680B-A3E3-349A65E37E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99602" y="1296994"/>
            <a:ext cx="337362" cy="329461"/>
          </a:xfrm>
          <a:prstGeom prst="rect">
            <a:avLst/>
          </a:prstGeom>
        </p:spPr>
      </p:pic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2BD62EEE-DC3F-AC45-24AA-B20D8A769B08}"/>
              </a:ext>
            </a:extLst>
          </p:cNvPr>
          <p:cNvCxnSpPr>
            <a:cxnSpLocks/>
          </p:cNvCxnSpPr>
          <p:nvPr/>
        </p:nvCxnSpPr>
        <p:spPr>
          <a:xfrm>
            <a:off x="11324396" y="1030056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4" name="图形 93">
            <a:extLst>
              <a:ext uri="{FF2B5EF4-FFF2-40B4-BE49-F238E27FC236}">
                <a16:creationId xmlns:a16="http://schemas.microsoft.com/office/drawing/2014/main" id="{990F2931-1BAB-EAEE-98C7-007CEA1F9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73959" y="1228352"/>
            <a:ext cx="471840" cy="460789"/>
          </a:xfrm>
          <a:prstGeom prst="rect">
            <a:avLst/>
          </a:prstGeom>
        </p:spPr>
      </p:pic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11CE1BE3-D9F1-5A43-89AC-3CC097214C06}"/>
              </a:ext>
            </a:extLst>
          </p:cNvPr>
          <p:cNvSpPr/>
          <p:nvPr/>
        </p:nvSpPr>
        <p:spPr>
          <a:xfrm>
            <a:off x="11063121" y="756502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6" name="图形 95">
            <a:extLst>
              <a:ext uri="{FF2B5EF4-FFF2-40B4-BE49-F238E27FC236}">
                <a16:creationId xmlns:a16="http://schemas.microsoft.com/office/drawing/2014/main" id="{DB5F5112-A565-094B-A47B-001A4F48F8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70532" y="1399086"/>
            <a:ext cx="440543" cy="430225"/>
          </a:xfrm>
          <a:prstGeom prst="rect">
            <a:avLst/>
          </a:prstGeom>
        </p:spPr>
      </p:pic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FDC03BAF-0DF4-9C04-50DA-9185E79B4F62}"/>
              </a:ext>
            </a:extLst>
          </p:cNvPr>
          <p:cNvCxnSpPr>
            <a:cxnSpLocks/>
          </p:cNvCxnSpPr>
          <p:nvPr/>
        </p:nvCxnSpPr>
        <p:spPr>
          <a:xfrm flipH="1">
            <a:off x="11320721" y="1172293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D98E2B6E-D19B-8861-11B3-9112FF383E3D}"/>
              </a:ext>
            </a:extLst>
          </p:cNvPr>
          <p:cNvCxnSpPr>
            <a:cxnSpLocks/>
          </p:cNvCxnSpPr>
          <p:nvPr/>
        </p:nvCxnSpPr>
        <p:spPr>
          <a:xfrm flipH="1">
            <a:off x="12152436" y="1182880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B2803D06-34B8-B7B4-1687-637CF8206269}"/>
              </a:ext>
            </a:extLst>
          </p:cNvPr>
          <p:cNvCxnSpPr>
            <a:cxnSpLocks/>
          </p:cNvCxnSpPr>
          <p:nvPr/>
        </p:nvCxnSpPr>
        <p:spPr>
          <a:xfrm>
            <a:off x="12167804" y="1184188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04D9E435-8CCE-1B41-5816-3699343E2FC7}"/>
              </a:ext>
            </a:extLst>
          </p:cNvPr>
          <p:cNvCxnSpPr>
            <a:cxnSpLocks/>
          </p:cNvCxnSpPr>
          <p:nvPr/>
        </p:nvCxnSpPr>
        <p:spPr>
          <a:xfrm>
            <a:off x="12820711" y="1182456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1" name="图形 100">
            <a:extLst>
              <a:ext uri="{FF2B5EF4-FFF2-40B4-BE49-F238E27FC236}">
                <a16:creationId xmlns:a16="http://schemas.microsoft.com/office/drawing/2014/main" id="{5FF13DFB-428B-C9E9-153C-0884DCD8533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282682" y="807231"/>
            <a:ext cx="368570" cy="359938"/>
          </a:xfrm>
          <a:prstGeom prst="rect">
            <a:avLst/>
          </a:prstGeom>
        </p:spPr>
      </p:pic>
      <p:pic>
        <p:nvPicPr>
          <p:cNvPr id="102" name="图形 101">
            <a:extLst>
              <a:ext uri="{FF2B5EF4-FFF2-40B4-BE49-F238E27FC236}">
                <a16:creationId xmlns:a16="http://schemas.microsoft.com/office/drawing/2014/main" id="{AF768A5A-2298-7D7C-C5B6-9BFBA8F411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80995" y="807977"/>
            <a:ext cx="366343" cy="357763"/>
          </a:xfrm>
          <a:prstGeom prst="rect">
            <a:avLst/>
          </a:prstGeom>
        </p:spPr>
      </p:pic>
      <p:pic>
        <p:nvPicPr>
          <p:cNvPr id="103" name="图形 102">
            <a:extLst>
              <a:ext uri="{FF2B5EF4-FFF2-40B4-BE49-F238E27FC236}">
                <a16:creationId xmlns:a16="http://schemas.microsoft.com/office/drawing/2014/main" id="{2994F398-89A5-76C4-13F7-E68B81CCC59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589126" y="806917"/>
            <a:ext cx="374142" cy="365379"/>
          </a:xfrm>
          <a:prstGeom prst="rect">
            <a:avLst/>
          </a:prstGeom>
        </p:spPr>
      </p:pic>
      <p:pic>
        <p:nvPicPr>
          <p:cNvPr id="104" name="图形 103">
            <a:extLst>
              <a:ext uri="{FF2B5EF4-FFF2-40B4-BE49-F238E27FC236}">
                <a16:creationId xmlns:a16="http://schemas.microsoft.com/office/drawing/2014/main" id="{5954E0A4-F38C-0D97-425F-AA713CCBAB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37657" y="1396968"/>
            <a:ext cx="378816" cy="369944"/>
          </a:xfrm>
          <a:prstGeom prst="rect">
            <a:avLst/>
          </a:prstGeom>
        </p:spPr>
      </p:pic>
      <p:pic>
        <p:nvPicPr>
          <p:cNvPr id="105" name="图形 104">
            <a:extLst>
              <a:ext uri="{FF2B5EF4-FFF2-40B4-BE49-F238E27FC236}">
                <a16:creationId xmlns:a16="http://schemas.microsoft.com/office/drawing/2014/main" id="{7470F6D0-7841-E4CA-05BF-F38A07F71A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561327" y="1424646"/>
            <a:ext cx="349920" cy="341725"/>
          </a:xfrm>
          <a:prstGeom prst="rect">
            <a:avLst/>
          </a:prstGeom>
        </p:spPr>
      </p:pic>
      <p:pic>
        <p:nvPicPr>
          <p:cNvPr id="106" name="图形 105">
            <a:extLst>
              <a:ext uri="{FF2B5EF4-FFF2-40B4-BE49-F238E27FC236}">
                <a16:creationId xmlns:a16="http://schemas.microsoft.com/office/drawing/2014/main" id="{52A9B470-E3A8-0AA9-FA9D-38D99E45207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852002" y="1449394"/>
            <a:ext cx="337362" cy="329461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07ED5CFB-0E3A-8440-0FF0-EDC14EE4687C}"/>
              </a:ext>
            </a:extLst>
          </p:cNvPr>
          <p:cNvCxnSpPr>
            <a:cxnSpLocks/>
          </p:cNvCxnSpPr>
          <p:nvPr/>
        </p:nvCxnSpPr>
        <p:spPr>
          <a:xfrm>
            <a:off x="11476796" y="1182456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8" name="图形 107">
            <a:extLst>
              <a:ext uri="{FF2B5EF4-FFF2-40B4-BE49-F238E27FC236}">
                <a16:creationId xmlns:a16="http://schemas.microsoft.com/office/drawing/2014/main" id="{70ED5291-59EA-444B-DEA9-E1330A0F2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26359" y="1380752"/>
            <a:ext cx="471840" cy="460789"/>
          </a:xfrm>
          <a:prstGeom prst="rect">
            <a:avLst/>
          </a:prstGeom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E3001424-B1AC-C763-4F69-F2AC01339202}"/>
              </a:ext>
            </a:extLst>
          </p:cNvPr>
          <p:cNvCxnSpPr>
            <a:cxnSpLocks/>
          </p:cNvCxnSpPr>
          <p:nvPr/>
        </p:nvCxnSpPr>
        <p:spPr>
          <a:xfrm>
            <a:off x="7085882" y="1188965"/>
            <a:ext cx="1324185" cy="500176"/>
          </a:xfrm>
          <a:prstGeom prst="bentConnector3">
            <a:avLst>
              <a:gd name="adj1" fmla="val 1547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37B28C34-F11E-B716-C706-B1FA2AF4909D}"/>
              </a:ext>
            </a:extLst>
          </p:cNvPr>
          <p:cNvCxnSpPr>
            <a:cxnSpLocks/>
          </p:cNvCxnSpPr>
          <p:nvPr/>
        </p:nvCxnSpPr>
        <p:spPr>
          <a:xfrm flipV="1">
            <a:off x="7066084" y="1689141"/>
            <a:ext cx="1343983" cy="570698"/>
          </a:xfrm>
          <a:prstGeom prst="bentConnector3">
            <a:avLst>
              <a:gd name="adj1" fmla="val 1711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9" name="图形 158">
            <a:extLst>
              <a:ext uri="{FF2B5EF4-FFF2-40B4-BE49-F238E27FC236}">
                <a16:creationId xmlns:a16="http://schemas.microsoft.com/office/drawing/2014/main" id="{9D82B5C2-3F4F-C21A-6F0D-739D22CC02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7463" y="1099663"/>
            <a:ext cx="440543" cy="430225"/>
          </a:xfrm>
          <a:prstGeom prst="rect">
            <a:avLst/>
          </a:prstGeom>
        </p:spPr>
      </p:pic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032DC877-A774-6900-4DD9-139DEC2319A6}"/>
              </a:ext>
            </a:extLst>
          </p:cNvPr>
          <p:cNvCxnSpPr>
            <a:cxnSpLocks/>
          </p:cNvCxnSpPr>
          <p:nvPr/>
        </p:nvCxnSpPr>
        <p:spPr>
          <a:xfrm flipH="1">
            <a:off x="8915927" y="80199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CA863965-1D97-37D6-791D-98AA7FA46B6D}"/>
              </a:ext>
            </a:extLst>
          </p:cNvPr>
          <p:cNvCxnSpPr>
            <a:cxnSpLocks/>
          </p:cNvCxnSpPr>
          <p:nvPr/>
        </p:nvCxnSpPr>
        <p:spPr>
          <a:xfrm flipH="1">
            <a:off x="9369367" y="883457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BA1591A1-8E5A-1AD9-9120-94D3BFF6CDC7}"/>
              </a:ext>
            </a:extLst>
          </p:cNvPr>
          <p:cNvCxnSpPr>
            <a:cxnSpLocks/>
          </p:cNvCxnSpPr>
          <p:nvPr/>
        </p:nvCxnSpPr>
        <p:spPr>
          <a:xfrm>
            <a:off x="9384735" y="88476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75B6547-0EEA-9009-7586-6D076B0E785C}"/>
              </a:ext>
            </a:extLst>
          </p:cNvPr>
          <p:cNvCxnSpPr>
            <a:cxnSpLocks/>
          </p:cNvCxnSpPr>
          <p:nvPr/>
        </p:nvCxnSpPr>
        <p:spPr>
          <a:xfrm>
            <a:off x="10037642" y="88303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64" name="图形 163">
            <a:extLst>
              <a:ext uri="{FF2B5EF4-FFF2-40B4-BE49-F238E27FC236}">
                <a16:creationId xmlns:a16="http://schemas.microsoft.com/office/drawing/2014/main" id="{474DF95C-048F-A6EB-6ECB-413F5E2C1F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778258" y="1125223"/>
            <a:ext cx="349920" cy="341725"/>
          </a:xfrm>
          <a:prstGeom prst="rect">
            <a:avLst/>
          </a:prstGeom>
        </p:spPr>
      </p:pic>
      <p:pic>
        <p:nvPicPr>
          <p:cNvPr id="165" name="图形 164">
            <a:extLst>
              <a:ext uri="{FF2B5EF4-FFF2-40B4-BE49-F238E27FC236}">
                <a16:creationId xmlns:a16="http://schemas.microsoft.com/office/drawing/2014/main" id="{ED63509D-46B9-6BF3-9C20-E7F08AD55AE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8933" y="1149971"/>
            <a:ext cx="337362" cy="329461"/>
          </a:xfrm>
          <a:prstGeom prst="rect">
            <a:avLst/>
          </a:prstGeom>
        </p:spPr>
      </p:pic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C57324D7-687E-4A1B-14F5-A31BDAFB004D}"/>
              </a:ext>
            </a:extLst>
          </p:cNvPr>
          <p:cNvCxnSpPr>
            <a:cxnSpLocks/>
          </p:cNvCxnSpPr>
          <p:nvPr/>
        </p:nvCxnSpPr>
        <p:spPr>
          <a:xfrm>
            <a:off x="8693727" y="883033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7" name="图形 166">
            <a:extLst>
              <a:ext uri="{FF2B5EF4-FFF2-40B4-BE49-F238E27FC236}">
                <a16:creationId xmlns:a16="http://schemas.microsoft.com/office/drawing/2014/main" id="{F92369AB-D0AF-75C8-1C90-7D0DF2B54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3290" y="1081329"/>
            <a:ext cx="471840" cy="460789"/>
          </a:xfrm>
          <a:prstGeom prst="rect">
            <a:avLst/>
          </a:prstGeom>
        </p:spPr>
      </p:pic>
      <p:pic>
        <p:nvPicPr>
          <p:cNvPr id="168" name="图形 167">
            <a:extLst>
              <a:ext uri="{FF2B5EF4-FFF2-40B4-BE49-F238E27FC236}">
                <a16:creationId xmlns:a16="http://schemas.microsoft.com/office/drawing/2014/main" id="{40C06117-4B17-4FC7-A10B-C5A7647DF3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39863" y="1252063"/>
            <a:ext cx="440543" cy="430225"/>
          </a:xfrm>
          <a:prstGeom prst="rect">
            <a:avLst/>
          </a:prstGeom>
        </p:spPr>
      </p:pic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5491ABAC-781A-A78B-4F2F-7642761DFD0B}"/>
              </a:ext>
            </a:extLst>
          </p:cNvPr>
          <p:cNvCxnSpPr>
            <a:cxnSpLocks/>
          </p:cNvCxnSpPr>
          <p:nvPr/>
        </p:nvCxnSpPr>
        <p:spPr>
          <a:xfrm flipH="1">
            <a:off x="8690052" y="1025270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A27F6CEB-41A8-A762-65BF-C40937AD0ED9}"/>
              </a:ext>
            </a:extLst>
          </p:cNvPr>
          <p:cNvCxnSpPr>
            <a:cxnSpLocks/>
          </p:cNvCxnSpPr>
          <p:nvPr/>
        </p:nvCxnSpPr>
        <p:spPr>
          <a:xfrm flipH="1">
            <a:off x="9521767" y="1035857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A06605B0-CCF5-F2CA-58EF-82C492CD3037}"/>
              </a:ext>
            </a:extLst>
          </p:cNvPr>
          <p:cNvCxnSpPr>
            <a:cxnSpLocks/>
          </p:cNvCxnSpPr>
          <p:nvPr/>
        </p:nvCxnSpPr>
        <p:spPr>
          <a:xfrm>
            <a:off x="9537135" y="103716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0EA7F7CB-A5D6-588C-B436-9BDF4C6A7BF2}"/>
              </a:ext>
            </a:extLst>
          </p:cNvPr>
          <p:cNvCxnSpPr>
            <a:cxnSpLocks/>
          </p:cNvCxnSpPr>
          <p:nvPr/>
        </p:nvCxnSpPr>
        <p:spPr>
          <a:xfrm>
            <a:off x="10190042" y="103543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73" name="图形 172">
            <a:extLst>
              <a:ext uri="{FF2B5EF4-FFF2-40B4-BE49-F238E27FC236}">
                <a16:creationId xmlns:a16="http://schemas.microsoft.com/office/drawing/2014/main" id="{C2420FBC-B377-334C-056C-3452238C28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5263" y="1179065"/>
            <a:ext cx="378816" cy="369944"/>
          </a:xfrm>
          <a:prstGeom prst="rect">
            <a:avLst/>
          </a:prstGeom>
        </p:spPr>
      </p:pic>
      <p:pic>
        <p:nvPicPr>
          <p:cNvPr id="174" name="图形 173">
            <a:extLst>
              <a:ext uri="{FF2B5EF4-FFF2-40B4-BE49-F238E27FC236}">
                <a16:creationId xmlns:a16="http://schemas.microsoft.com/office/drawing/2014/main" id="{8F097551-F740-404A-89D0-095F03A9D6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30658" y="1277623"/>
            <a:ext cx="349920" cy="341725"/>
          </a:xfrm>
          <a:prstGeom prst="rect">
            <a:avLst/>
          </a:prstGeom>
        </p:spPr>
      </p:pic>
      <p:pic>
        <p:nvPicPr>
          <p:cNvPr id="175" name="图形 174">
            <a:extLst>
              <a:ext uri="{FF2B5EF4-FFF2-40B4-BE49-F238E27FC236}">
                <a16:creationId xmlns:a16="http://schemas.microsoft.com/office/drawing/2014/main" id="{18843CE8-5828-0222-9E22-480DB808A6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21333" y="1302371"/>
            <a:ext cx="337362" cy="329461"/>
          </a:xfrm>
          <a:prstGeom prst="rect">
            <a:avLst/>
          </a:prstGeom>
        </p:spPr>
      </p:pic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F215ABC4-3B00-8B91-46B4-53B08DBC1F9E}"/>
              </a:ext>
            </a:extLst>
          </p:cNvPr>
          <p:cNvCxnSpPr>
            <a:cxnSpLocks/>
          </p:cNvCxnSpPr>
          <p:nvPr/>
        </p:nvCxnSpPr>
        <p:spPr>
          <a:xfrm>
            <a:off x="8846127" y="1035433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7" name="图形 176">
            <a:extLst>
              <a:ext uri="{FF2B5EF4-FFF2-40B4-BE49-F238E27FC236}">
                <a16:creationId xmlns:a16="http://schemas.microsoft.com/office/drawing/2014/main" id="{21AE98EE-711F-B3C1-8458-9B9A8A2BB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5690" y="1233729"/>
            <a:ext cx="471840" cy="460789"/>
          </a:xfrm>
          <a:prstGeom prst="rect">
            <a:avLst/>
          </a:prstGeom>
        </p:spPr>
      </p:pic>
      <p:sp>
        <p:nvSpPr>
          <p:cNvPr id="178" name="矩形: 圆角 177">
            <a:extLst>
              <a:ext uri="{FF2B5EF4-FFF2-40B4-BE49-F238E27FC236}">
                <a16:creationId xmlns:a16="http://schemas.microsoft.com/office/drawing/2014/main" id="{4D65EC0C-10E2-2F91-E75B-59EA685DD0B7}"/>
              </a:ext>
            </a:extLst>
          </p:cNvPr>
          <p:cNvSpPr/>
          <p:nvPr/>
        </p:nvSpPr>
        <p:spPr>
          <a:xfrm>
            <a:off x="8621404" y="756502"/>
            <a:ext cx="218466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9" name="图形 178">
            <a:extLst>
              <a:ext uri="{FF2B5EF4-FFF2-40B4-BE49-F238E27FC236}">
                <a16:creationId xmlns:a16="http://schemas.microsoft.com/office/drawing/2014/main" id="{1362A2D5-7180-4909-ECBA-257495B4F0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2263" y="1404463"/>
            <a:ext cx="440543" cy="430225"/>
          </a:xfrm>
          <a:prstGeom prst="rect">
            <a:avLst/>
          </a:prstGeom>
        </p:spPr>
      </p:pic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29D2A26D-E088-6F14-ED75-AEF97C557611}"/>
              </a:ext>
            </a:extLst>
          </p:cNvPr>
          <p:cNvCxnSpPr>
            <a:cxnSpLocks/>
          </p:cNvCxnSpPr>
          <p:nvPr/>
        </p:nvCxnSpPr>
        <p:spPr>
          <a:xfrm>
            <a:off x="8982805" y="1177670"/>
            <a:ext cx="162404" cy="252202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直接连接符 180">
            <a:extLst>
              <a:ext uri="{FF2B5EF4-FFF2-40B4-BE49-F238E27FC236}">
                <a16:creationId xmlns:a16="http://schemas.microsoft.com/office/drawing/2014/main" id="{F1B03B81-3DDF-8299-325A-9D5A8188D065}"/>
              </a:ext>
            </a:extLst>
          </p:cNvPr>
          <p:cNvCxnSpPr>
            <a:cxnSpLocks/>
          </p:cNvCxnSpPr>
          <p:nvPr/>
        </p:nvCxnSpPr>
        <p:spPr>
          <a:xfrm flipH="1">
            <a:off x="9674167" y="1188257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3" name="直接连接符 182">
            <a:extLst>
              <a:ext uri="{FF2B5EF4-FFF2-40B4-BE49-F238E27FC236}">
                <a16:creationId xmlns:a16="http://schemas.microsoft.com/office/drawing/2014/main" id="{3BCA449B-D831-A946-FD63-2C3F3356E21B}"/>
              </a:ext>
            </a:extLst>
          </p:cNvPr>
          <p:cNvCxnSpPr>
            <a:cxnSpLocks/>
          </p:cNvCxnSpPr>
          <p:nvPr/>
        </p:nvCxnSpPr>
        <p:spPr>
          <a:xfrm>
            <a:off x="10342442" y="1187833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84" name="图形 183">
            <a:extLst>
              <a:ext uri="{FF2B5EF4-FFF2-40B4-BE49-F238E27FC236}">
                <a16:creationId xmlns:a16="http://schemas.microsoft.com/office/drawing/2014/main" id="{5D3BCFEB-5A01-7F3D-13E1-B633F4B8232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04413" y="812608"/>
            <a:ext cx="368570" cy="359938"/>
          </a:xfrm>
          <a:prstGeom prst="rect">
            <a:avLst/>
          </a:prstGeom>
        </p:spPr>
      </p:pic>
      <p:pic>
        <p:nvPicPr>
          <p:cNvPr id="185" name="图形 184">
            <a:extLst>
              <a:ext uri="{FF2B5EF4-FFF2-40B4-BE49-F238E27FC236}">
                <a16:creationId xmlns:a16="http://schemas.microsoft.com/office/drawing/2014/main" id="{2AA9AC84-A2F4-0E8C-6AE2-1AFC0BD12F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02726" y="813354"/>
            <a:ext cx="366343" cy="357763"/>
          </a:xfrm>
          <a:prstGeom prst="rect">
            <a:avLst/>
          </a:prstGeom>
        </p:spPr>
      </p:pic>
      <p:pic>
        <p:nvPicPr>
          <p:cNvPr id="186" name="图形 185">
            <a:extLst>
              <a:ext uri="{FF2B5EF4-FFF2-40B4-BE49-F238E27FC236}">
                <a16:creationId xmlns:a16="http://schemas.microsoft.com/office/drawing/2014/main" id="{5769E421-B266-2490-1527-AB2B40074CE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10857" y="812294"/>
            <a:ext cx="374142" cy="365379"/>
          </a:xfrm>
          <a:prstGeom prst="rect">
            <a:avLst/>
          </a:prstGeom>
        </p:spPr>
      </p:pic>
      <p:pic>
        <p:nvPicPr>
          <p:cNvPr id="188" name="图形 187">
            <a:extLst>
              <a:ext uri="{FF2B5EF4-FFF2-40B4-BE49-F238E27FC236}">
                <a16:creationId xmlns:a16="http://schemas.microsoft.com/office/drawing/2014/main" id="{95D83231-9949-5DBF-AB4E-C796E7F337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9388" y="1402345"/>
            <a:ext cx="378816" cy="369944"/>
          </a:xfrm>
          <a:prstGeom prst="rect">
            <a:avLst/>
          </a:prstGeom>
        </p:spPr>
      </p:pic>
      <p:pic>
        <p:nvPicPr>
          <p:cNvPr id="189" name="图形 188">
            <a:extLst>
              <a:ext uri="{FF2B5EF4-FFF2-40B4-BE49-F238E27FC236}">
                <a16:creationId xmlns:a16="http://schemas.microsoft.com/office/drawing/2014/main" id="{11396778-30BF-D737-98F1-186B69707A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83058" y="1430023"/>
            <a:ext cx="349920" cy="341725"/>
          </a:xfrm>
          <a:prstGeom prst="rect">
            <a:avLst/>
          </a:prstGeom>
        </p:spPr>
      </p:pic>
      <p:pic>
        <p:nvPicPr>
          <p:cNvPr id="190" name="图形 189">
            <a:extLst>
              <a:ext uri="{FF2B5EF4-FFF2-40B4-BE49-F238E27FC236}">
                <a16:creationId xmlns:a16="http://schemas.microsoft.com/office/drawing/2014/main" id="{05DB6C81-78BB-149B-2895-503E0497E8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73733" y="1454771"/>
            <a:ext cx="337362" cy="329461"/>
          </a:xfrm>
          <a:prstGeom prst="rect">
            <a:avLst/>
          </a:prstGeom>
        </p:spPr>
      </p:pic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6625BFF5-D274-62FD-A95D-0634F312EB64}"/>
              </a:ext>
            </a:extLst>
          </p:cNvPr>
          <p:cNvCxnSpPr>
            <a:cxnSpLocks/>
          </p:cNvCxnSpPr>
          <p:nvPr/>
        </p:nvCxnSpPr>
        <p:spPr>
          <a:xfrm>
            <a:off x="8998527" y="1187833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92" name="图形 191">
            <a:extLst>
              <a:ext uri="{FF2B5EF4-FFF2-40B4-BE49-F238E27FC236}">
                <a16:creationId xmlns:a16="http://schemas.microsoft.com/office/drawing/2014/main" id="{456C67D5-7972-0FE1-60C7-35F91C00FB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8090" y="1386129"/>
            <a:ext cx="471840" cy="460789"/>
          </a:xfrm>
          <a:prstGeom prst="rect">
            <a:avLst/>
          </a:prstGeom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4E7051E0-DFFF-3B4A-5E89-209FD8FCFA62}"/>
              </a:ext>
            </a:extLst>
          </p:cNvPr>
          <p:cNvSpPr txBox="1"/>
          <p:nvPr/>
        </p:nvSpPr>
        <p:spPr>
          <a:xfrm>
            <a:off x="7220988" y="1250531"/>
            <a:ext cx="18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文本相似度</a:t>
            </a:r>
          </a:p>
        </p:txBody>
      </p: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412774B5-CD59-9B32-B393-D8949F19847C}"/>
              </a:ext>
            </a:extLst>
          </p:cNvPr>
          <p:cNvSpPr/>
          <p:nvPr/>
        </p:nvSpPr>
        <p:spPr>
          <a:xfrm>
            <a:off x="7224588" y="5000286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53" name="图形 352">
            <a:extLst>
              <a:ext uri="{FF2B5EF4-FFF2-40B4-BE49-F238E27FC236}">
                <a16:creationId xmlns:a16="http://schemas.microsoft.com/office/drawing/2014/main" id="{C2BE0748-C92C-EB70-3DDD-5CE8852979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5143" y="5784630"/>
            <a:ext cx="440543" cy="430225"/>
          </a:xfrm>
          <a:prstGeom prst="rect">
            <a:avLst/>
          </a:prstGeom>
        </p:spPr>
      </p:pic>
      <p:cxnSp>
        <p:nvCxnSpPr>
          <p:cNvPr id="354" name="直接连接符 353">
            <a:extLst>
              <a:ext uri="{FF2B5EF4-FFF2-40B4-BE49-F238E27FC236}">
                <a16:creationId xmlns:a16="http://schemas.microsoft.com/office/drawing/2014/main" id="{DFD7EB16-B8CE-3769-CB0E-74FD31DD334B}"/>
              </a:ext>
            </a:extLst>
          </p:cNvPr>
          <p:cNvCxnSpPr>
            <a:cxnSpLocks/>
          </p:cNvCxnSpPr>
          <p:nvPr/>
        </p:nvCxnSpPr>
        <p:spPr>
          <a:xfrm flipH="1">
            <a:off x="7083607" y="5486957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5" name="直接连接符 354">
            <a:extLst>
              <a:ext uri="{FF2B5EF4-FFF2-40B4-BE49-F238E27FC236}">
                <a16:creationId xmlns:a16="http://schemas.microsoft.com/office/drawing/2014/main" id="{DA8996C0-F97C-9244-9B15-52E6D2A10A01}"/>
              </a:ext>
            </a:extLst>
          </p:cNvPr>
          <p:cNvCxnSpPr>
            <a:cxnSpLocks/>
          </p:cNvCxnSpPr>
          <p:nvPr/>
        </p:nvCxnSpPr>
        <p:spPr>
          <a:xfrm flipH="1">
            <a:off x="7537047" y="5568424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6" name="直接连接符 355">
            <a:extLst>
              <a:ext uri="{FF2B5EF4-FFF2-40B4-BE49-F238E27FC236}">
                <a16:creationId xmlns:a16="http://schemas.microsoft.com/office/drawing/2014/main" id="{D94783C7-1887-EA23-F990-6D6F91CDF88F}"/>
              </a:ext>
            </a:extLst>
          </p:cNvPr>
          <p:cNvCxnSpPr>
            <a:cxnSpLocks/>
          </p:cNvCxnSpPr>
          <p:nvPr/>
        </p:nvCxnSpPr>
        <p:spPr>
          <a:xfrm>
            <a:off x="7552415" y="5569732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7" name="直接连接符 356">
            <a:extLst>
              <a:ext uri="{FF2B5EF4-FFF2-40B4-BE49-F238E27FC236}">
                <a16:creationId xmlns:a16="http://schemas.microsoft.com/office/drawing/2014/main" id="{8FC613FA-E29B-E356-5052-54473EBA0B79}"/>
              </a:ext>
            </a:extLst>
          </p:cNvPr>
          <p:cNvCxnSpPr>
            <a:cxnSpLocks/>
          </p:cNvCxnSpPr>
          <p:nvPr/>
        </p:nvCxnSpPr>
        <p:spPr>
          <a:xfrm>
            <a:off x="8205322" y="5568000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58" name="图形 357">
            <a:extLst>
              <a:ext uri="{FF2B5EF4-FFF2-40B4-BE49-F238E27FC236}">
                <a16:creationId xmlns:a16="http://schemas.microsoft.com/office/drawing/2014/main" id="{669ECA57-CFD5-BD83-6E0D-41274C9F8B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44149" y="5051015"/>
            <a:ext cx="368570" cy="359938"/>
          </a:xfrm>
          <a:prstGeom prst="rect">
            <a:avLst/>
          </a:prstGeom>
        </p:spPr>
      </p:pic>
      <p:pic>
        <p:nvPicPr>
          <p:cNvPr id="359" name="图形 358">
            <a:extLst>
              <a:ext uri="{FF2B5EF4-FFF2-40B4-BE49-F238E27FC236}">
                <a16:creationId xmlns:a16="http://schemas.microsoft.com/office/drawing/2014/main" id="{3C1FA2D5-9BAE-FDCB-6E1D-7D66E04B81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2462" y="5051761"/>
            <a:ext cx="366343" cy="357763"/>
          </a:xfrm>
          <a:prstGeom prst="rect">
            <a:avLst/>
          </a:prstGeom>
        </p:spPr>
      </p:pic>
      <p:pic>
        <p:nvPicPr>
          <p:cNvPr id="360" name="图形 359">
            <a:extLst>
              <a:ext uri="{FF2B5EF4-FFF2-40B4-BE49-F238E27FC236}">
                <a16:creationId xmlns:a16="http://schemas.microsoft.com/office/drawing/2014/main" id="{4C2BB5E7-1A86-E338-4C19-3D1C39071B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50593" y="5050701"/>
            <a:ext cx="374142" cy="365379"/>
          </a:xfrm>
          <a:prstGeom prst="rect">
            <a:avLst/>
          </a:prstGeom>
        </p:spPr>
      </p:pic>
      <p:pic>
        <p:nvPicPr>
          <p:cNvPr id="361" name="图形 360">
            <a:extLst>
              <a:ext uri="{FF2B5EF4-FFF2-40B4-BE49-F238E27FC236}">
                <a16:creationId xmlns:a16="http://schemas.microsoft.com/office/drawing/2014/main" id="{063A83A5-4E0B-F10C-9896-DE4DF28E1C5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45938" y="5810190"/>
            <a:ext cx="349920" cy="341725"/>
          </a:xfrm>
          <a:prstGeom prst="rect">
            <a:avLst/>
          </a:prstGeom>
        </p:spPr>
      </p:pic>
      <p:pic>
        <p:nvPicPr>
          <p:cNvPr id="362" name="图形 361">
            <a:extLst>
              <a:ext uri="{FF2B5EF4-FFF2-40B4-BE49-F238E27FC236}">
                <a16:creationId xmlns:a16="http://schemas.microsoft.com/office/drawing/2014/main" id="{213031BD-D365-0EFE-CFF8-F6AB6E75E71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36613" y="5834938"/>
            <a:ext cx="337362" cy="329461"/>
          </a:xfrm>
          <a:prstGeom prst="rect">
            <a:avLst/>
          </a:prstGeom>
        </p:spPr>
      </p:pic>
      <p:cxnSp>
        <p:nvCxnSpPr>
          <p:cNvPr id="363" name="直接连接符 362">
            <a:extLst>
              <a:ext uri="{FF2B5EF4-FFF2-40B4-BE49-F238E27FC236}">
                <a16:creationId xmlns:a16="http://schemas.microsoft.com/office/drawing/2014/main" id="{730A34C8-C012-1EF7-1DAB-E51337B91E95}"/>
              </a:ext>
            </a:extLst>
          </p:cNvPr>
          <p:cNvCxnSpPr>
            <a:cxnSpLocks/>
          </p:cNvCxnSpPr>
          <p:nvPr/>
        </p:nvCxnSpPr>
        <p:spPr>
          <a:xfrm>
            <a:off x="6861407" y="5568000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4" name="图形 363">
            <a:extLst>
              <a:ext uri="{FF2B5EF4-FFF2-40B4-BE49-F238E27FC236}">
                <a16:creationId xmlns:a16="http://schemas.microsoft.com/office/drawing/2014/main" id="{BB3BC8E5-B82D-F4F1-D31A-BF67E3CD3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0970" y="5766296"/>
            <a:ext cx="471840" cy="460789"/>
          </a:xfrm>
          <a:prstGeom prst="rect">
            <a:avLst/>
          </a:prstGeom>
        </p:spPr>
      </p:pic>
      <p:sp>
        <p:nvSpPr>
          <p:cNvPr id="365" name="矩形: 圆角 364">
            <a:extLst>
              <a:ext uri="{FF2B5EF4-FFF2-40B4-BE49-F238E27FC236}">
                <a16:creationId xmlns:a16="http://schemas.microsoft.com/office/drawing/2014/main" id="{3910DF10-2769-51AB-552F-AE34D09043EA}"/>
              </a:ext>
            </a:extLst>
          </p:cNvPr>
          <p:cNvSpPr/>
          <p:nvPr/>
        </p:nvSpPr>
        <p:spPr>
          <a:xfrm>
            <a:off x="6978407" y="5223566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66" name="图形 365">
            <a:extLst>
              <a:ext uri="{FF2B5EF4-FFF2-40B4-BE49-F238E27FC236}">
                <a16:creationId xmlns:a16="http://schemas.microsoft.com/office/drawing/2014/main" id="{001B7064-907C-A91F-95D1-14EA621257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07543" y="5937030"/>
            <a:ext cx="440543" cy="430225"/>
          </a:xfrm>
          <a:prstGeom prst="rect">
            <a:avLst/>
          </a:prstGeom>
        </p:spPr>
      </p:pic>
      <p:cxnSp>
        <p:nvCxnSpPr>
          <p:cNvPr id="367" name="直接连接符 366">
            <a:extLst>
              <a:ext uri="{FF2B5EF4-FFF2-40B4-BE49-F238E27FC236}">
                <a16:creationId xmlns:a16="http://schemas.microsoft.com/office/drawing/2014/main" id="{B54F827A-CD40-DF02-3AF5-0C99D797AADB}"/>
              </a:ext>
            </a:extLst>
          </p:cNvPr>
          <p:cNvCxnSpPr>
            <a:cxnSpLocks/>
          </p:cNvCxnSpPr>
          <p:nvPr/>
        </p:nvCxnSpPr>
        <p:spPr>
          <a:xfrm flipH="1">
            <a:off x="6857732" y="5710237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8" name="直接连接符 367">
            <a:extLst>
              <a:ext uri="{FF2B5EF4-FFF2-40B4-BE49-F238E27FC236}">
                <a16:creationId xmlns:a16="http://schemas.microsoft.com/office/drawing/2014/main" id="{2ECFCD79-C8E9-824D-EA1B-84B41865BAF4}"/>
              </a:ext>
            </a:extLst>
          </p:cNvPr>
          <p:cNvCxnSpPr>
            <a:cxnSpLocks/>
          </p:cNvCxnSpPr>
          <p:nvPr/>
        </p:nvCxnSpPr>
        <p:spPr>
          <a:xfrm flipH="1">
            <a:off x="7689447" y="5720824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9" name="直接连接符 368">
            <a:extLst>
              <a:ext uri="{FF2B5EF4-FFF2-40B4-BE49-F238E27FC236}">
                <a16:creationId xmlns:a16="http://schemas.microsoft.com/office/drawing/2014/main" id="{50BCC478-121A-2174-9C01-2536F78DDF63}"/>
              </a:ext>
            </a:extLst>
          </p:cNvPr>
          <p:cNvCxnSpPr>
            <a:cxnSpLocks/>
          </p:cNvCxnSpPr>
          <p:nvPr/>
        </p:nvCxnSpPr>
        <p:spPr>
          <a:xfrm>
            <a:off x="7704815" y="5722132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0" name="直接连接符 369">
            <a:extLst>
              <a:ext uri="{FF2B5EF4-FFF2-40B4-BE49-F238E27FC236}">
                <a16:creationId xmlns:a16="http://schemas.microsoft.com/office/drawing/2014/main" id="{68066BE4-8271-A0CE-14C4-127F525D60DD}"/>
              </a:ext>
            </a:extLst>
          </p:cNvPr>
          <p:cNvCxnSpPr>
            <a:cxnSpLocks/>
          </p:cNvCxnSpPr>
          <p:nvPr/>
        </p:nvCxnSpPr>
        <p:spPr>
          <a:xfrm>
            <a:off x="8357722" y="5720400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71" name="图形 370">
            <a:extLst>
              <a:ext uri="{FF2B5EF4-FFF2-40B4-BE49-F238E27FC236}">
                <a16:creationId xmlns:a16="http://schemas.microsoft.com/office/drawing/2014/main" id="{1E04084D-4ABB-9661-A9DB-83EA0B130F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97968" y="5274295"/>
            <a:ext cx="368570" cy="359938"/>
          </a:xfrm>
          <a:prstGeom prst="rect">
            <a:avLst/>
          </a:prstGeom>
        </p:spPr>
      </p:pic>
      <p:pic>
        <p:nvPicPr>
          <p:cNvPr id="372" name="图形 371">
            <a:extLst>
              <a:ext uri="{FF2B5EF4-FFF2-40B4-BE49-F238E27FC236}">
                <a16:creationId xmlns:a16="http://schemas.microsoft.com/office/drawing/2014/main" id="{4F669E08-FE62-94CC-A63C-C866BE3A6B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6281" y="5275041"/>
            <a:ext cx="366343" cy="357763"/>
          </a:xfrm>
          <a:prstGeom prst="rect">
            <a:avLst/>
          </a:prstGeom>
        </p:spPr>
      </p:pic>
      <p:pic>
        <p:nvPicPr>
          <p:cNvPr id="373" name="图形 372">
            <a:extLst>
              <a:ext uri="{FF2B5EF4-FFF2-40B4-BE49-F238E27FC236}">
                <a16:creationId xmlns:a16="http://schemas.microsoft.com/office/drawing/2014/main" id="{83080385-B9F7-B3F8-CFD4-0FFE6990242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04412" y="5273981"/>
            <a:ext cx="374142" cy="365379"/>
          </a:xfrm>
          <a:prstGeom prst="rect">
            <a:avLst/>
          </a:prstGeom>
        </p:spPr>
      </p:pic>
      <p:pic>
        <p:nvPicPr>
          <p:cNvPr id="374" name="图形 373">
            <a:extLst>
              <a:ext uri="{FF2B5EF4-FFF2-40B4-BE49-F238E27FC236}">
                <a16:creationId xmlns:a16="http://schemas.microsoft.com/office/drawing/2014/main" id="{3A86EC64-AC48-5370-3806-22A34E8B680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52943" y="5864032"/>
            <a:ext cx="378816" cy="369944"/>
          </a:xfrm>
          <a:prstGeom prst="rect">
            <a:avLst/>
          </a:prstGeom>
        </p:spPr>
      </p:pic>
      <p:pic>
        <p:nvPicPr>
          <p:cNvPr id="375" name="图形 374">
            <a:extLst>
              <a:ext uri="{FF2B5EF4-FFF2-40B4-BE49-F238E27FC236}">
                <a16:creationId xmlns:a16="http://schemas.microsoft.com/office/drawing/2014/main" id="{7C7F8211-0326-6AC6-FBB4-FE3B1AA4BCB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98338" y="5962590"/>
            <a:ext cx="349920" cy="341725"/>
          </a:xfrm>
          <a:prstGeom prst="rect">
            <a:avLst/>
          </a:prstGeom>
        </p:spPr>
      </p:pic>
      <p:pic>
        <p:nvPicPr>
          <p:cNvPr id="376" name="图形 375">
            <a:extLst>
              <a:ext uri="{FF2B5EF4-FFF2-40B4-BE49-F238E27FC236}">
                <a16:creationId xmlns:a16="http://schemas.microsoft.com/office/drawing/2014/main" id="{E8EC3FBA-ABD1-5EC6-ECA1-FABB93F3331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9013" y="5987338"/>
            <a:ext cx="337362" cy="329461"/>
          </a:xfrm>
          <a:prstGeom prst="rect">
            <a:avLst/>
          </a:prstGeom>
        </p:spPr>
      </p:pic>
      <p:cxnSp>
        <p:nvCxnSpPr>
          <p:cNvPr id="377" name="直接连接符 376">
            <a:extLst>
              <a:ext uri="{FF2B5EF4-FFF2-40B4-BE49-F238E27FC236}">
                <a16:creationId xmlns:a16="http://schemas.microsoft.com/office/drawing/2014/main" id="{A9B65AA2-2C7A-F4B6-862F-E87420A49AC2}"/>
              </a:ext>
            </a:extLst>
          </p:cNvPr>
          <p:cNvCxnSpPr>
            <a:cxnSpLocks/>
          </p:cNvCxnSpPr>
          <p:nvPr/>
        </p:nvCxnSpPr>
        <p:spPr>
          <a:xfrm>
            <a:off x="7013807" y="5720400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78" name="图形 377">
            <a:extLst>
              <a:ext uri="{FF2B5EF4-FFF2-40B4-BE49-F238E27FC236}">
                <a16:creationId xmlns:a16="http://schemas.microsoft.com/office/drawing/2014/main" id="{3AC0C8B4-B9CB-C0F6-0849-D3D14B932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3370" y="5918696"/>
            <a:ext cx="471840" cy="460789"/>
          </a:xfrm>
          <a:prstGeom prst="rect">
            <a:avLst/>
          </a:prstGeom>
        </p:spPr>
      </p:pic>
      <p:sp>
        <p:nvSpPr>
          <p:cNvPr id="379" name="矩形: 圆角 378">
            <a:extLst>
              <a:ext uri="{FF2B5EF4-FFF2-40B4-BE49-F238E27FC236}">
                <a16:creationId xmlns:a16="http://schemas.microsoft.com/office/drawing/2014/main" id="{15CF568A-09C4-AF7A-FAE7-187E64583617}"/>
              </a:ext>
            </a:extLst>
          </p:cNvPr>
          <p:cNvSpPr/>
          <p:nvPr/>
        </p:nvSpPr>
        <p:spPr>
          <a:xfrm>
            <a:off x="6752532" y="5446846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80" name="图形 379">
            <a:extLst>
              <a:ext uri="{FF2B5EF4-FFF2-40B4-BE49-F238E27FC236}">
                <a16:creationId xmlns:a16="http://schemas.microsoft.com/office/drawing/2014/main" id="{EA99388D-75B5-275B-2757-21B8FC9364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943" y="6089430"/>
            <a:ext cx="440543" cy="430225"/>
          </a:xfrm>
          <a:prstGeom prst="rect">
            <a:avLst/>
          </a:prstGeom>
        </p:spPr>
      </p:pic>
      <p:cxnSp>
        <p:nvCxnSpPr>
          <p:cNvPr id="381" name="直接连接符 380">
            <a:extLst>
              <a:ext uri="{FF2B5EF4-FFF2-40B4-BE49-F238E27FC236}">
                <a16:creationId xmlns:a16="http://schemas.microsoft.com/office/drawing/2014/main" id="{44787490-899B-A09E-9EE9-00FDE35A1946}"/>
              </a:ext>
            </a:extLst>
          </p:cNvPr>
          <p:cNvCxnSpPr>
            <a:cxnSpLocks/>
          </p:cNvCxnSpPr>
          <p:nvPr/>
        </p:nvCxnSpPr>
        <p:spPr>
          <a:xfrm flipH="1">
            <a:off x="7010132" y="5862637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2" name="直接连接符 381">
            <a:extLst>
              <a:ext uri="{FF2B5EF4-FFF2-40B4-BE49-F238E27FC236}">
                <a16:creationId xmlns:a16="http://schemas.microsoft.com/office/drawing/2014/main" id="{9DF5D18E-DBFB-439C-601B-DD1FF227199D}"/>
              </a:ext>
            </a:extLst>
          </p:cNvPr>
          <p:cNvCxnSpPr>
            <a:cxnSpLocks/>
          </p:cNvCxnSpPr>
          <p:nvPr/>
        </p:nvCxnSpPr>
        <p:spPr>
          <a:xfrm flipH="1">
            <a:off x="7841847" y="5873224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3" name="直接连接符 382">
            <a:extLst>
              <a:ext uri="{FF2B5EF4-FFF2-40B4-BE49-F238E27FC236}">
                <a16:creationId xmlns:a16="http://schemas.microsoft.com/office/drawing/2014/main" id="{2076C230-493B-F017-BCAB-76131E6BBFF3}"/>
              </a:ext>
            </a:extLst>
          </p:cNvPr>
          <p:cNvCxnSpPr>
            <a:cxnSpLocks/>
          </p:cNvCxnSpPr>
          <p:nvPr/>
        </p:nvCxnSpPr>
        <p:spPr>
          <a:xfrm>
            <a:off x="7857215" y="5874532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4" name="直接连接符 383">
            <a:extLst>
              <a:ext uri="{FF2B5EF4-FFF2-40B4-BE49-F238E27FC236}">
                <a16:creationId xmlns:a16="http://schemas.microsoft.com/office/drawing/2014/main" id="{AC079FAC-C6C3-40D0-B7D5-C8BF5713B346}"/>
              </a:ext>
            </a:extLst>
          </p:cNvPr>
          <p:cNvCxnSpPr>
            <a:cxnSpLocks/>
          </p:cNvCxnSpPr>
          <p:nvPr/>
        </p:nvCxnSpPr>
        <p:spPr>
          <a:xfrm>
            <a:off x="8510122" y="5872800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85" name="图形 384">
            <a:extLst>
              <a:ext uri="{FF2B5EF4-FFF2-40B4-BE49-F238E27FC236}">
                <a16:creationId xmlns:a16="http://schemas.microsoft.com/office/drawing/2014/main" id="{A6BD80CE-1BAF-9D64-268A-09B747BC077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72093" y="5497575"/>
            <a:ext cx="368570" cy="359938"/>
          </a:xfrm>
          <a:prstGeom prst="rect">
            <a:avLst/>
          </a:prstGeom>
        </p:spPr>
      </p:pic>
      <p:pic>
        <p:nvPicPr>
          <p:cNvPr id="386" name="图形 385">
            <a:extLst>
              <a:ext uri="{FF2B5EF4-FFF2-40B4-BE49-F238E27FC236}">
                <a16:creationId xmlns:a16="http://schemas.microsoft.com/office/drawing/2014/main" id="{2168790D-87E0-EB93-481F-F13C5BE4B8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0406" y="5498321"/>
            <a:ext cx="366343" cy="357763"/>
          </a:xfrm>
          <a:prstGeom prst="rect">
            <a:avLst/>
          </a:prstGeom>
        </p:spPr>
      </p:pic>
      <p:pic>
        <p:nvPicPr>
          <p:cNvPr id="387" name="图形 386">
            <a:extLst>
              <a:ext uri="{FF2B5EF4-FFF2-40B4-BE49-F238E27FC236}">
                <a16:creationId xmlns:a16="http://schemas.microsoft.com/office/drawing/2014/main" id="{1AED4257-5518-98FA-1E2B-1C93A6A3608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78537" y="5497261"/>
            <a:ext cx="374142" cy="365379"/>
          </a:xfrm>
          <a:prstGeom prst="rect">
            <a:avLst/>
          </a:prstGeom>
        </p:spPr>
      </p:pic>
      <p:pic>
        <p:nvPicPr>
          <p:cNvPr id="388" name="图形 387">
            <a:extLst>
              <a:ext uri="{FF2B5EF4-FFF2-40B4-BE49-F238E27FC236}">
                <a16:creationId xmlns:a16="http://schemas.microsoft.com/office/drawing/2014/main" id="{5E4680B6-EE8F-1DE5-26FA-7DC62BC90F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27068" y="6087312"/>
            <a:ext cx="378816" cy="369944"/>
          </a:xfrm>
          <a:prstGeom prst="rect">
            <a:avLst/>
          </a:prstGeom>
        </p:spPr>
      </p:pic>
      <p:pic>
        <p:nvPicPr>
          <p:cNvPr id="389" name="图形 388">
            <a:extLst>
              <a:ext uri="{FF2B5EF4-FFF2-40B4-BE49-F238E27FC236}">
                <a16:creationId xmlns:a16="http://schemas.microsoft.com/office/drawing/2014/main" id="{2611843C-4EC7-3418-FBB7-19DBF6496A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0738" y="6114990"/>
            <a:ext cx="349920" cy="341725"/>
          </a:xfrm>
          <a:prstGeom prst="rect">
            <a:avLst/>
          </a:prstGeom>
        </p:spPr>
      </p:pic>
      <p:pic>
        <p:nvPicPr>
          <p:cNvPr id="390" name="图形 389">
            <a:extLst>
              <a:ext uri="{FF2B5EF4-FFF2-40B4-BE49-F238E27FC236}">
                <a16:creationId xmlns:a16="http://schemas.microsoft.com/office/drawing/2014/main" id="{3075BD32-C4EB-B8FF-9061-E5EBCB94F0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41413" y="6139738"/>
            <a:ext cx="337362" cy="329461"/>
          </a:xfrm>
          <a:prstGeom prst="rect">
            <a:avLst/>
          </a:prstGeom>
        </p:spPr>
      </p:pic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D584ABC9-EC82-9524-010D-7CBFDC24A244}"/>
              </a:ext>
            </a:extLst>
          </p:cNvPr>
          <p:cNvCxnSpPr>
            <a:cxnSpLocks/>
          </p:cNvCxnSpPr>
          <p:nvPr/>
        </p:nvCxnSpPr>
        <p:spPr>
          <a:xfrm>
            <a:off x="7166207" y="5872800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92" name="图形 391">
            <a:extLst>
              <a:ext uri="{FF2B5EF4-FFF2-40B4-BE49-F238E27FC236}">
                <a16:creationId xmlns:a16="http://schemas.microsoft.com/office/drawing/2014/main" id="{DFB51E85-756C-1F31-D867-124AC36C1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15770" y="6071096"/>
            <a:ext cx="471840" cy="460789"/>
          </a:xfrm>
          <a:prstGeom prst="rect">
            <a:avLst/>
          </a:prstGeom>
        </p:spPr>
      </p:pic>
      <p:sp>
        <p:nvSpPr>
          <p:cNvPr id="395" name="文本框 394">
            <a:extLst>
              <a:ext uri="{FF2B5EF4-FFF2-40B4-BE49-F238E27FC236}">
                <a16:creationId xmlns:a16="http://schemas.microsoft.com/office/drawing/2014/main" id="{1B88240E-220B-008E-231D-F6C318FE53FF}"/>
              </a:ext>
            </a:extLst>
          </p:cNvPr>
          <p:cNvSpPr txBox="1"/>
          <p:nvPr/>
        </p:nvSpPr>
        <p:spPr>
          <a:xfrm>
            <a:off x="8892073" y="1880786"/>
            <a:ext cx="18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模态相似图</a:t>
            </a: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E45ECEEF-B3A2-5336-E87E-D4BC06D21E2D}"/>
              </a:ext>
            </a:extLst>
          </p:cNvPr>
          <p:cNvSpPr txBox="1"/>
          <p:nvPr/>
        </p:nvSpPr>
        <p:spPr>
          <a:xfrm>
            <a:off x="11476796" y="1867784"/>
            <a:ext cx="18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原始交互图</a:t>
            </a:r>
          </a:p>
        </p:txBody>
      </p:sp>
      <p:cxnSp>
        <p:nvCxnSpPr>
          <p:cNvPr id="398" name="直接箭头连接符 397">
            <a:extLst>
              <a:ext uri="{FF2B5EF4-FFF2-40B4-BE49-F238E27FC236}">
                <a16:creationId xmlns:a16="http://schemas.microsoft.com/office/drawing/2014/main" id="{286D8051-BC04-BCD6-0612-D196ED123360}"/>
              </a:ext>
            </a:extLst>
          </p:cNvPr>
          <p:cNvCxnSpPr>
            <a:cxnSpLocks/>
          </p:cNvCxnSpPr>
          <p:nvPr/>
        </p:nvCxnSpPr>
        <p:spPr>
          <a:xfrm>
            <a:off x="6051824" y="5695358"/>
            <a:ext cx="582131" cy="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1" name="文本框 400">
            <a:extLst>
              <a:ext uri="{FF2B5EF4-FFF2-40B4-BE49-F238E27FC236}">
                <a16:creationId xmlns:a16="http://schemas.microsoft.com/office/drawing/2014/main" id="{1107666E-BD36-12B8-89DD-76C858130063}"/>
              </a:ext>
            </a:extLst>
          </p:cNvPr>
          <p:cNvSpPr txBox="1"/>
          <p:nvPr/>
        </p:nvSpPr>
        <p:spPr>
          <a:xfrm>
            <a:off x="7310793" y="6458382"/>
            <a:ext cx="18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去噪交互图</a:t>
            </a:r>
          </a:p>
        </p:txBody>
      </p:sp>
      <p:sp>
        <p:nvSpPr>
          <p:cNvPr id="491" name="矩形: 圆角 490">
            <a:extLst>
              <a:ext uri="{FF2B5EF4-FFF2-40B4-BE49-F238E27FC236}">
                <a16:creationId xmlns:a16="http://schemas.microsoft.com/office/drawing/2014/main" id="{67DB1B0C-7143-9EF5-FC55-CF52E63BA29C}"/>
              </a:ext>
            </a:extLst>
          </p:cNvPr>
          <p:cNvSpPr/>
          <p:nvPr/>
        </p:nvSpPr>
        <p:spPr>
          <a:xfrm>
            <a:off x="6663357" y="2864159"/>
            <a:ext cx="2958210" cy="1928065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sp>
        <p:nvSpPr>
          <p:cNvPr id="492" name="矩形: 圆角 491">
            <a:extLst>
              <a:ext uri="{FF2B5EF4-FFF2-40B4-BE49-F238E27FC236}">
                <a16:creationId xmlns:a16="http://schemas.microsoft.com/office/drawing/2014/main" id="{1ED9CD3D-9938-B69E-27E2-8128F308F930}"/>
              </a:ext>
            </a:extLst>
          </p:cNvPr>
          <p:cNvSpPr/>
          <p:nvPr/>
        </p:nvSpPr>
        <p:spPr>
          <a:xfrm>
            <a:off x="7245642" y="2962417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93" name="图形 492">
            <a:extLst>
              <a:ext uri="{FF2B5EF4-FFF2-40B4-BE49-F238E27FC236}">
                <a16:creationId xmlns:a16="http://schemas.microsoft.com/office/drawing/2014/main" id="{A9B8F147-191C-1857-5E82-45F078B6F4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6197" y="3746761"/>
            <a:ext cx="440543" cy="430225"/>
          </a:xfrm>
          <a:prstGeom prst="rect">
            <a:avLst/>
          </a:prstGeom>
        </p:spPr>
      </p:pic>
      <p:cxnSp>
        <p:nvCxnSpPr>
          <p:cNvPr id="494" name="直接连接符 493">
            <a:extLst>
              <a:ext uri="{FF2B5EF4-FFF2-40B4-BE49-F238E27FC236}">
                <a16:creationId xmlns:a16="http://schemas.microsoft.com/office/drawing/2014/main" id="{D73BA1DD-990E-F3E5-2721-5D06D85D4F2E}"/>
              </a:ext>
            </a:extLst>
          </p:cNvPr>
          <p:cNvCxnSpPr>
            <a:cxnSpLocks/>
          </p:cNvCxnSpPr>
          <p:nvPr/>
        </p:nvCxnSpPr>
        <p:spPr>
          <a:xfrm flipH="1">
            <a:off x="7104661" y="3449088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5" name="直接连接符 494">
            <a:extLst>
              <a:ext uri="{FF2B5EF4-FFF2-40B4-BE49-F238E27FC236}">
                <a16:creationId xmlns:a16="http://schemas.microsoft.com/office/drawing/2014/main" id="{5E0BF2E9-D448-AAAA-CBAA-6A45D26D3B68}"/>
              </a:ext>
            </a:extLst>
          </p:cNvPr>
          <p:cNvCxnSpPr>
            <a:cxnSpLocks/>
          </p:cNvCxnSpPr>
          <p:nvPr/>
        </p:nvCxnSpPr>
        <p:spPr>
          <a:xfrm flipH="1">
            <a:off x="7558101" y="3530555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293232D2-00A6-C691-F2E7-6FC018922198}"/>
              </a:ext>
            </a:extLst>
          </p:cNvPr>
          <p:cNvCxnSpPr>
            <a:cxnSpLocks/>
          </p:cNvCxnSpPr>
          <p:nvPr/>
        </p:nvCxnSpPr>
        <p:spPr>
          <a:xfrm>
            <a:off x="7573469" y="353186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7" name="直接连接符 496">
            <a:extLst>
              <a:ext uri="{FF2B5EF4-FFF2-40B4-BE49-F238E27FC236}">
                <a16:creationId xmlns:a16="http://schemas.microsoft.com/office/drawing/2014/main" id="{E3963088-680B-C020-1B38-D9F5F94785AE}"/>
              </a:ext>
            </a:extLst>
          </p:cNvPr>
          <p:cNvCxnSpPr>
            <a:cxnSpLocks/>
          </p:cNvCxnSpPr>
          <p:nvPr/>
        </p:nvCxnSpPr>
        <p:spPr>
          <a:xfrm>
            <a:off x="8226376" y="3530131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498" name="图形 497">
            <a:extLst>
              <a:ext uri="{FF2B5EF4-FFF2-40B4-BE49-F238E27FC236}">
                <a16:creationId xmlns:a16="http://schemas.microsoft.com/office/drawing/2014/main" id="{942040A5-9C23-FB1C-77CC-03D7B01A37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465203" y="3013146"/>
            <a:ext cx="368570" cy="359938"/>
          </a:xfrm>
          <a:prstGeom prst="rect">
            <a:avLst/>
          </a:prstGeom>
        </p:spPr>
      </p:pic>
      <p:pic>
        <p:nvPicPr>
          <p:cNvPr id="499" name="图形 498">
            <a:extLst>
              <a:ext uri="{FF2B5EF4-FFF2-40B4-BE49-F238E27FC236}">
                <a16:creationId xmlns:a16="http://schemas.microsoft.com/office/drawing/2014/main" id="{FFBBAAA1-5586-5276-EAE5-B1CD7A0A0C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63516" y="3013892"/>
            <a:ext cx="366343" cy="357763"/>
          </a:xfrm>
          <a:prstGeom prst="rect">
            <a:avLst/>
          </a:prstGeom>
        </p:spPr>
      </p:pic>
      <p:pic>
        <p:nvPicPr>
          <p:cNvPr id="500" name="图形 499">
            <a:extLst>
              <a:ext uri="{FF2B5EF4-FFF2-40B4-BE49-F238E27FC236}">
                <a16:creationId xmlns:a16="http://schemas.microsoft.com/office/drawing/2014/main" id="{95A13DA9-DE64-E85E-E4FA-BB28EC0C987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771647" y="3012832"/>
            <a:ext cx="374142" cy="365379"/>
          </a:xfrm>
          <a:prstGeom prst="rect">
            <a:avLst/>
          </a:prstGeom>
        </p:spPr>
      </p:pic>
      <p:pic>
        <p:nvPicPr>
          <p:cNvPr id="501" name="图形 500">
            <a:extLst>
              <a:ext uri="{FF2B5EF4-FFF2-40B4-BE49-F238E27FC236}">
                <a16:creationId xmlns:a16="http://schemas.microsoft.com/office/drawing/2014/main" id="{F96E855D-49D3-1F93-BDE1-280290C5D2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66992" y="3772321"/>
            <a:ext cx="349920" cy="341725"/>
          </a:xfrm>
          <a:prstGeom prst="rect">
            <a:avLst/>
          </a:prstGeom>
        </p:spPr>
      </p:pic>
      <p:pic>
        <p:nvPicPr>
          <p:cNvPr id="502" name="图形 501">
            <a:extLst>
              <a:ext uri="{FF2B5EF4-FFF2-40B4-BE49-F238E27FC236}">
                <a16:creationId xmlns:a16="http://schemas.microsoft.com/office/drawing/2014/main" id="{5C20370F-4E65-9B09-38DE-BB62D706200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57667" y="3797069"/>
            <a:ext cx="337362" cy="329461"/>
          </a:xfrm>
          <a:prstGeom prst="rect">
            <a:avLst/>
          </a:prstGeom>
        </p:spPr>
      </p:pic>
      <p:cxnSp>
        <p:nvCxnSpPr>
          <p:cNvPr id="503" name="直接连接符 502">
            <a:extLst>
              <a:ext uri="{FF2B5EF4-FFF2-40B4-BE49-F238E27FC236}">
                <a16:creationId xmlns:a16="http://schemas.microsoft.com/office/drawing/2014/main" id="{C38AC111-2D4E-42BC-3293-5A0E444A5358}"/>
              </a:ext>
            </a:extLst>
          </p:cNvPr>
          <p:cNvCxnSpPr>
            <a:cxnSpLocks/>
          </p:cNvCxnSpPr>
          <p:nvPr/>
        </p:nvCxnSpPr>
        <p:spPr>
          <a:xfrm>
            <a:off x="6882461" y="3530131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04" name="图形 503">
            <a:extLst>
              <a:ext uri="{FF2B5EF4-FFF2-40B4-BE49-F238E27FC236}">
                <a16:creationId xmlns:a16="http://schemas.microsoft.com/office/drawing/2014/main" id="{9883513C-8119-5BE2-D492-B49F8358A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2024" y="3728427"/>
            <a:ext cx="471840" cy="460789"/>
          </a:xfrm>
          <a:prstGeom prst="rect">
            <a:avLst/>
          </a:prstGeom>
        </p:spPr>
      </p:pic>
      <p:sp>
        <p:nvSpPr>
          <p:cNvPr id="505" name="矩形: 圆角 504">
            <a:extLst>
              <a:ext uri="{FF2B5EF4-FFF2-40B4-BE49-F238E27FC236}">
                <a16:creationId xmlns:a16="http://schemas.microsoft.com/office/drawing/2014/main" id="{3C6EE97C-E747-14EA-4A87-278CDB34819B}"/>
              </a:ext>
            </a:extLst>
          </p:cNvPr>
          <p:cNvSpPr/>
          <p:nvPr/>
        </p:nvSpPr>
        <p:spPr>
          <a:xfrm>
            <a:off x="6999461" y="3185697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06" name="图形 505">
            <a:extLst>
              <a:ext uri="{FF2B5EF4-FFF2-40B4-BE49-F238E27FC236}">
                <a16:creationId xmlns:a16="http://schemas.microsoft.com/office/drawing/2014/main" id="{BEDD2058-47EC-47D9-B805-D754BD545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8597" y="3899161"/>
            <a:ext cx="440543" cy="430225"/>
          </a:xfrm>
          <a:prstGeom prst="rect">
            <a:avLst/>
          </a:prstGeom>
        </p:spPr>
      </p:pic>
      <p:cxnSp>
        <p:nvCxnSpPr>
          <p:cNvPr id="507" name="直接连接符 506">
            <a:extLst>
              <a:ext uri="{FF2B5EF4-FFF2-40B4-BE49-F238E27FC236}">
                <a16:creationId xmlns:a16="http://schemas.microsoft.com/office/drawing/2014/main" id="{5643EA2F-808B-457C-BD23-EA147DB95ADE}"/>
              </a:ext>
            </a:extLst>
          </p:cNvPr>
          <p:cNvCxnSpPr>
            <a:cxnSpLocks/>
          </p:cNvCxnSpPr>
          <p:nvPr/>
        </p:nvCxnSpPr>
        <p:spPr>
          <a:xfrm flipH="1">
            <a:off x="6878786" y="3672368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8" name="直接连接符 507">
            <a:extLst>
              <a:ext uri="{FF2B5EF4-FFF2-40B4-BE49-F238E27FC236}">
                <a16:creationId xmlns:a16="http://schemas.microsoft.com/office/drawing/2014/main" id="{A9766449-3D3A-64C6-5C8C-97DBEDC60195}"/>
              </a:ext>
            </a:extLst>
          </p:cNvPr>
          <p:cNvCxnSpPr>
            <a:cxnSpLocks/>
          </p:cNvCxnSpPr>
          <p:nvPr/>
        </p:nvCxnSpPr>
        <p:spPr>
          <a:xfrm flipH="1">
            <a:off x="7710501" y="3682955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9" name="直接连接符 508">
            <a:extLst>
              <a:ext uri="{FF2B5EF4-FFF2-40B4-BE49-F238E27FC236}">
                <a16:creationId xmlns:a16="http://schemas.microsoft.com/office/drawing/2014/main" id="{EF4DF54E-4015-0878-A7FC-3D9837EA4B13}"/>
              </a:ext>
            </a:extLst>
          </p:cNvPr>
          <p:cNvCxnSpPr>
            <a:cxnSpLocks/>
          </p:cNvCxnSpPr>
          <p:nvPr/>
        </p:nvCxnSpPr>
        <p:spPr>
          <a:xfrm>
            <a:off x="7725869" y="368426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0" name="直接连接符 509">
            <a:extLst>
              <a:ext uri="{FF2B5EF4-FFF2-40B4-BE49-F238E27FC236}">
                <a16:creationId xmlns:a16="http://schemas.microsoft.com/office/drawing/2014/main" id="{E987C9C9-8547-DB13-CB45-F278A83ABFFA}"/>
              </a:ext>
            </a:extLst>
          </p:cNvPr>
          <p:cNvCxnSpPr>
            <a:cxnSpLocks/>
          </p:cNvCxnSpPr>
          <p:nvPr/>
        </p:nvCxnSpPr>
        <p:spPr>
          <a:xfrm>
            <a:off x="8378776" y="3682531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11" name="图形 510">
            <a:extLst>
              <a:ext uri="{FF2B5EF4-FFF2-40B4-BE49-F238E27FC236}">
                <a16:creationId xmlns:a16="http://schemas.microsoft.com/office/drawing/2014/main" id="{077F7F28-10D9-1B78-6D8E-75DE581F03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19022" y="3236426"/>
            <a:ext cx="368570" cy="359938"/>
          </a:xfrm>
          <a:prstGeom prst="rect">
            <a:avLst/>
          </a:prstGeom>
        </p:spPr>
      </p:pic>
      <p:pic>
        <p:nvPicPr>
          <p:cNvPr id="512" name="图形 511">
            <a:extLst>
              <a:ext uri="{FF2B5EF4-FFF2-40B4-BE49-F238E27FC236}">
                <a16:creationId xmlns:a16="http://schemas.microsoft.com/office/drawing/2014/main" id="{2F2DA8E0-C39D-C58C-642D-56C21AFC18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17335" y="3237172"/>
            <a:ext cx="366343" cy="357763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994762F2-CDCD-DED0-85C6-C452CC2BFE5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25466" y="3236112"/>
            <a:ext cx="374142" cy="365379"/>
          </a:xfrm>
          <a:prstGeom prst="rect">
            <a:avLst/>
          </a:prstGeom>
        </p:spPr>
      </p:pic>
      <p:pic>
        <p:nvPicPr>
          <p:cNvPr id="514" name="图形 513">
            <a:extLst>
              <a:ext uri="{FF2B5EF4-FFF2-40B4-BE49-F238E27FC236}">
                <a16:creationId xmlns:a16="http://schemas.microsoft.com/office/drawing/2014/main" id="{AA475EFC-CAF1-370D-752B-65B2799030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73997" y="3826163"/>
            <a:ext cx="378816" cy="369944"/>
          </a:xfrm>
          <a:prstGeom prst="rect">
            <a:avLst/>
          </a:prstGeom>
        </p:spPr>
      </p:pic>
      <p:pic>
        <p:nvPicPr>
          <p:cNvPr id="515" name="图形 514">
            <a:extLst>
              <a:ext uri="{FF2B5EF4-FFF2-40B4-BE49-F238E27FC236}">
                <a16:creationId xmlns:a16="http://schemas.microsoft.com/office/drawing/2014/main" id="{805B6E4D-F7BF-7921-62A2-8E4243FFC7C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9392" y="3924721"/>
            <a:ext cx="349920" cy="341725"/>
          </a:xfrm>
          <a:prstGeom prst="rect">
            <a:avLst/>
          </a:prstGeom>
        </p:spPr>
      </p:pic>
      <p:pic>
        <p:nvPicPr>
          <p:cNvPr id="516" name="图形 515">
            <a:extLst>
              <a:ext uri="{FF2B5EF4-FFF2-40B4-BE49-F238E27FC236}">
                <a16:creationId xmlns:a16="http://schemas.microsoft.com/office/drawing/2014/main" id="{DD0B944B-677E-E819-E031-E53E28BE7F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10067" y="3949469"/>
            <a:ext cx="337362" cy="329461"/>
          </a:xfrm>
          <a:prstGeom prst="rect">
            <a:avLst/>
          </a:prstGeom>
        </p:spPr>
      </p:pic>
      <p:cxnSp>
        <p:nvCxnSpPr>
          <p:cNvPr id="517" name="直接连接符 516">
            <a:extLst>
              <a:ext uri="{FF2B5EF4-FFF2-40B4-BE49-F238E27FC236}">
                <a16:creationId xmlns:a16="http://schemas.microsoft.com/office/drawing/2014/main" id="{DD4F9F43-4B52-652C-126D-F46E3BDBF2DF}"/>
              </a:ext>
            </a:extLst>
          </p:cNvPr>
          <p:cNvCxnSpPr>
            <a:cxnSpLocks/>
          </p:cNvCxnSpPr>
          <p:nvPr/>
        </p:nvCxnSpPr>
        <p:spPr>
          <a:xfrm>
            <a:off x="7034861" y="3682531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18" name="图形 517">
            <a:extLst>
              <a:ext uri="{FF2B5EF4-FFF2-40B4-BE49-F238E27FC236}">
                <a16:creationId xmlns:a16="http://schemas.microsoft.com/office/drawing/2014/main" id="{9C650B18-401F-D570-44E3-E8727F75E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4424" y="3880827"/>
            <a:ext cx="471840" cy="460789"/>
          </a:xfrm>
          <a:prstGeom prst="rect">
            <a:avLst/>
          </a:prstGeom>
        </p:spPr>
      </p:pic>
      <p:sp>
        <p:nvSpPr>
          <p:cNvPr id="519" name="矩形: 圆角 518">
            <a:extLst>
              <a:ext uri="{FF2B5EF4-FFF2-40B4-BE49-F238E27FC236}">
                <a16:creationId xmlns:a16="http://schemas.microsoft.com/office/drawing/2014/main" id="{2DCE049F-3397-C293-C00A-EA8DE3F9C340}"/>
              </a:ext>
            </a:extLst>
          </p:cNvPr>
          <p:cNvSpPr/>
          <p:nvPr/>
        </p:nvSpPr>
        <p:spPr>
          <a:xfrm>
            <a:off x="6773586" y="3408977"/>
            <a:ext cx="2212696" cy="107280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20" name="图形 519">
            <a:extLst>
              <a:ext uri="{FF2B5EF4-FFF2-40B4-BE49-F238E27FC236}">
                <a16:creationId xmlns:a16="http://schemas.microsoft.com/office/drawing/2014/main" id="{0BB5C849-81C1-04A7-F861-22E8D1A70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0997" y="4051561"/>
            <a:ext cx="440543" cy="430225"/>
          </a:xfrm>
          <a:prstGeom prst="rect">
            <a:avLst/>
          </a:prstGeom>
        </p:spPr>
      </p:pic>
      <p:cxnSp>
        <p:nvCxnSpPr>
          <p:cNvPr id="521" name="直接连接符 520">
            <a:extLst>
              <a:ext uri="{FF2B5EF4-FFF2-40B4-BE49-F238E27FC236}">
                <a16:creationId xmlns:a16="http://schemas.microsoft.com/office/drawing/2014/main" id="{2F32F1F7-37F5-0EDD-CF4C-EAF04E4463E7}"/>
              </a:ext>
            </a:extLst>
          </p:cNvPr>
          <p:cNvCxnSpPr>
            <a:cxnSpLocks/>
          </p:cNvCxnSpPr>
          <p:nvPr/>
        </p:nvCxnSpPr>
        <p:spPr>
          <a:xfrm flipH="1">
            <a:off x="7031186" y="3824768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2" name="直接连接符 521">
            <a:extLst>
              <a:ext uri="{FF2B5EF4-FFF2-40B4-BE49-F238E27FC236}">
                <a16:creationId xmlns:a16="http://schemas.microsoft.com/office/drawing/2014/main" id="{2E03DEBE-9880-131C-D6A6-4C1203536AEA}"/>
              </a:ext>
            </a:extLst>
          </p:cNvPr>
          <p:cNvCxnSpPr>
            <a:cxnSpLocks/>
          </p:cNvCxnSpPr>
          <p:nvPr/>
        </p:nvCxnSpPr>
        <p:spPr>
          <a:xfrm flipH="1">
            <a:off x="7862901" y="3835355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3" name="直接连接符 522">
            <a:extLst>
              <a:ext uri="{FF2B5EF4-FFF2-40B4-BE49-F238E27FC236}">
                <a16:creationId xmlns:a16="http://schemas.microsoft.com/office/drawing/2014/main" id="{1E0B92F2-7235-3EB6-F724-19FDC0AC9F64}"/>
              </a:ext>
            </a:extLst>
          </p:cNvPr>
          <p:cNvCxnSpPr>
            <a:cxnSpLocks/>
          </p:cNvCxnSpPr>
          <p:nvPr/>
        </p:nvCxnSpPr>
        <p:spPr>
          <a:xfrm>
            <a:off x="7878269" y="383666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4" name="直接连接符 523">
            <a:extLst>
              <a:ext uri="{FF2B5EF4-FFF2-40B4-BE49-F238E27FC236}">
                <a16:creationId xmlns:a16="http://schemas.microsoft.com/office/drawing/2014/main" id="{2A17FFDF-F5EF-EBC1-9D85-DFB0A9E44264}"/>
              </a:ext>
            </a:extLst>
          </p:cNvPr>
          <p:cNvCxnSpPr>
            <a:cxnSpLocks/>
          </p:cNvCxnSpPr>
          <p:nvPr/>
        </p:nvCxnSpPr>
        <p:spPr>
          <a:xfrm>
            <a:off x="8531176" y="3834931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525" name="图形 524">
            <a:extLst>
              <a:ext uri="{FF2B5EF4-FFF2-40B4-BE49-F238E27FC236}">
                <a16:creationId xmlns:a16="http://schemas.microsoft.com/office/drawing/2014/main" id="{4CEACFF0-C713-FECE-7EF3-4C4F15152A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93147" y="3459706"/>
            <a:ext cx="368570" cy="359938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AC8EE33C-5AD5-4539-0F28-A490972FAB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1460" y="3460452"/>
            <a:ext cx="366343" cy="357763"/>
          </a:xfrm>
          <a:prstGeom prst="rect">
            <a:avLst/>
          </a:prstGeom>
        </p:spPr>
      </p:pic>
      <p:pic>
        <p:nvPicPr>
          <p:cNvPr id="527" name="图形 526">
            <a:extLst>
              <a:ext uri="{FF2B5EF4-FFF2-40B4-BE49-F238E27FC236}">
                <a16:creationId xmlns:a16="http://schemas.microsoft.com/office/drawing/2014/main" id="{2A6A80B1-B5E3-A068-5580-FAD85C624E9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99591" y="3459392"/>
            <a:ext cx="374142" cy="365379"/>
          </a:xfrm>
          <a:prstGeom prst="rect">
            <a:avLst/>
          </a:prstGeom>
        </p:spPr>
      </p:pic>
      <p:pic>
        <p:nvPicPr>
          <p:cNvPr id="528" name="图形 527">
            <a:extLst>
              <a:ext uri="{FF2B5EF4-FFF2-40B4-BE49-F238E27FC236}">
                <a16:creationId xmlns:a16="http://schemas.microsoft.com/office/drawing/2014/main" id="{BCDD5AD3-0406-C488-D87F-5E0118F01C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48122" y="4049443"/>
            <a:ext cx="378816" cy="369944"/>
          </a:xfrm>
          <a:prstGeom prst="rect">
            <a:avLst/>
          </a:prstGeom>
        </p:spPr>
      </p:pic>
      <p:pic>
        <p:nvPicPr>
          <p:cNvPr id="529" name="图形 528">
            <a:extLst>
              <a:ext uri="{FF2B5EF4-FFF2-40B4-BE49-F238E27FC236}">
                <a16:creationId xmlns:a16="http://schemas.microsoft.com/office/drawing/2014/main" id="{A6D7AAA6-22EE-5849-54E7-EFE8068E8D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71792" y="4077121"/>
            <a:ext cx="349920" cy="341725"/>
          </a:xfrm>
          <a:prstGeom prst="rect">
            <a:avLst/>
          </a:prstGeom>
        </p:spPr>
      </p:pic>
      <p:pic>
        <p:nvPicPr>
          <p:cNvPr id="530" name="图形 529">
            <a:extLst>
              <a:ext uri="{FF2B5EF4-FFF2-40B4-BE49-F238E27FC236}">
                <a16:creationId xmlns:a16="http://schemas.microsoft.com/office/drawing/2014/main" id="{9B5C29F4-0EFB-4603-236D-9F694F50B14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62467" y="4101869"/>
            <a:ext cx="337362" cy="329461"/>
          </a:xfrm>
          <a:prstGeom prst="rect">
            <a:avLst/>
          </a:prstGeom>
        </p:spPr>
      </p:pic>
      <p:cxnSp>
        <p:nvCxnSpPr>
          <p:cNvPr id="531" name="直接连接符 530">
            <a:extLst>
              <a:ext uri="{FF2B5EF4-FFF2-40B4-BE49-F238E27FC236}">
                <a16:creationId xmlns:a16="http://schemas.microsoft.com/office/drawing/2014/main" id="{A01C71BF-BB72-0CF4-AC49-317A26BA8524}"/>
              </a:ext>
            </a:extLst>
          </p:cNvPr>
          <p:cNvCxnSpPr>
            <a:cxnSpLocks/>
          </p:cNvCxnSpPr>
          <p:nvPr/>
        </p:nvCxnSpPr>
        <p:spPr>
          <a:xfrm>
            <a:off x="7187261" y="3834931"/>
            <a:ext cx="611109" cy="28753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32" name="图形 531">
            <a:extLst>
              <a:ext uri="{FF2B5EF4-FFF2-40B4-BE49-F238E27FC236}">
                <a16:creationId xmlns:a16="http://schemas.microsoft.com/office/drawing/2014/main" id="{48BA2CC5-4E8D-069F-10AC-057E2003F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6824" y="4033227"/>
            <a:ext cx="471840" cy="460789"/>
          </a:xfrm>
          <a:prstGeom prst="rect">
            <a:avLst/>
          </a:prstGeom>
        </p:spPr>
      </p:pic>
      <p:sp>
        <p:nvSpPr>
          <p:cNvPr id="533" name="文本框 532">
            <a:extLst>
              <a:ext uri="{FF2B5EF4-FFF2-40B4-BE49-F238E27FC236}">
                <a16:creationId xmlns:a16="http://schemas.microsoft.com/office/drawing/2014/main" id="{8BFC6313-DA3D-6ED1-83CB-28319FE02ED0}"/>
              </a:ext>
            </a:extLst>
          </p:cNvPr>
          <p:cNvSpPr txBox="1"/>
          <p:nvPr/>
        </p:nvSpPr>
        <p:spPr>
          <a:xfrm>
            <a:off x="7331847" y="4420513"/>
            <a:ext cx="185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增强交互图</a:t>
            </a:r>
          </a:p>
        </p:txBody>
      </p:sp>
      <p:sp>
        <p:nvSpPr>
          <p:cNvPr id="539" name="矩形: 圆角 538">
            <a:extLst>
              <a:ext uri="{FF2B5EF4-FFF2-40B4-BE49-F238E27FC236}">
                <a16:creationId xmlns:a16="http://schemas.microsoft.com/office/drawing/2014/main" id="{A02281CE-78B7-03CA-3612-2B752DAF1C62}"/>
              </a:ext>
            </a:extLst>
          </p:cNvPr>
          <p:cNvSpPr/>
          <p:nvPr/>
        </p:nvSpPr>
        <p:spPr>
          <a:xfrm rot="5400000">
            <a:off x="9718841" y="3715533"/>
            <a:ext cx="1474050" cy="367256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</a:p>
        </p:txBody>
      </p:sp>
      <p:cxnSp>
        <p:nvCxnSpPr>
          <p:cNvPr id="543" name="连接符: 肘形 542">
            <a:extLst>
              <a:ext uri="{FF2B5EF4-FFF2-40B4-BE49-F238E27FC236}">
                <a16:creationId xmlns:a16="http://schemas.microsoft.com/office/drawing/2014/main" id="{ACB7B09A-802B-E357-37E6-9C35A3E01C98}"/>
              </a:ext>
            </a:extLst>
          </p:cNvPr>
          <p:cNvCxnSpPr>
            <a:cxnSpLocks/>
            <a:stCxn id="251" idx="2"/>
            <a:endCxn id="539" idx="1"/>
          </p:cNvCxnSpPr>
          <p:nvPr/>
        </p:nvCxnSpPr>
        <p:spPr>
          <a:xfrm rot="16200000" flipH="1">
            <a:off x="8372896" y="1079166"/>
            <a:ext cx="618666" cy="3547274"/>
          </a:xfrm>
          <a:prstGeom prst="bentConnector3">
            <a:avLst>
              <a:gd name="adj1" fmla="val 1916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矩形: 圆角 549">
            <a:extLst>
              <a:ext uri="{FF2B5EF4-FFF2-40B4-BE49-F238E27FC236}">
                <a16:creationId xmlns:a16="http://schemas.microsoft.com/office/drawing/2014/main" id="{B0C50912-094D-D7CE-4026-D695266988A8}"/>
              </a:ext>
            </a:extLst>
          </p:cNvPr>
          <p:cNvSpPr/>
          <p:nvPr/>
        </p:nvSpPr>
        <p:spPr>
          <a:xfrm rot="5400000">
            <a:off x="9718841" y="5658655"/>
            <a:ext cx="1474050" cy="367256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GNN</a:t>
            </a:r>
          </a:p>
        </p:txBody>
      </p:sp>
      <p:cxnSp>
        <p:nvCxnSpPr>
          <p:cNvPr id="551" name="直接箭头连接符 550">
            <a:extLst>
              <a:ext uri="{FF2B5EF4-FFF2-40B4-BE49-F238E27FC236}">
                <a16:creationId xmlns:a16="http://schemas.microsoft.com/office/drawing/2014/main" id="{9964F8BA-BC96-F566-4810-B92C03ECC2E0}"/>
              </a:ext>
            </a:extLst>
          </p:cNvPr>
          <p:cNvCxnSpPr>
            <a:cxnSpLocks/>
          </p:cNvCxnSpPr>
          <p:nvPr/>
        </p:nvCxnSpPr>
        <p:spPr>
          <a:xfrm>
            <a:off x="9671377" y="3917573"/>
            <a:ext cx="582131" cy="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2" name="直接箭头连接符 551">
            <a:extLst>
              <a:ext uri="{FF2B5EF4-FFF2-40B4-BE49-F238E27FC236}">
                <a16:creationId xmlns:a16="http://schemas.microsoft.com/office/drawing/2014/main" id="{423769E9-9C61-781E-D2EE-BF92B0A7607D}"/>
              </a:ext>
            </a:extLst>
          </p:cNvPr>
          <p:cNvCxnSpPr>
            <a:cxnSpLocks/>
          </p:cNvCxnSpPr>
          <p:nvPr/>
        </p:nvCxnSpPr>
        <p:spPr>
          <a:xfrm>
            <a:off x="9645210" y="5817511"/>
            <a:ext cx="582131" cy="33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3" name="矩形 552">
            <a:extLst>
              <a:ext uri="{FF2B5EF4-FFF2-40B4-BE49-F238E27FC236}">
                <a16:creationId xmlns:a16="http://schemas.microsoft.com/office/drawing/2014/main" id="{3CA817B2-46C9-6525-7AB9-C2417AE9284A}"/>
              </a:ext>
            </a:extLst>
          </p:cNvPr>
          <p:cNvSpPr/>
          <p:nvPr/>
        </p:nvSpPr>
        <p:spPr>
          <a:xfrm>
            <a:off x="11280245" y="293416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4" name="矩形 553">
            <a:extLst>
              <a:ext uri="{FF2B5EF4-FFF2-40B4-BE49-F238E27FC236}">
                <a16:creationId xmlns:a16="http://schemas.microsoft.com/office/drawing/2014/main" id="{98A83E52-3F03-EFC3-30EC-A0BA5E400D76}"/>
              </a:ext>
            </a:extLst>
          </p:cNvPr>
          <p:cNvSpPr/>
          <p:nvPr/>
        </p:nvSpPr>
        <p:spPr>
          <a:xfrm>
            <a:off x="11410873" y="293416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5" name="矩形 554">
            <a:extLst>
              <a:ext uri="{FF2B5EF4-FFF2-40B4-BE49-F238E27FC236}">
                <a16:creationId xmlns:a16="http://schemas.microsoft.com/office/drawing/2014/main" id="{98D8572A-C52B-D6BE-06D4-6BE131433065}"/>
              </a:ext>
            </a:extLst>
          </p:cNvPr>
          <p:cNvSpPr/>
          <p:nvPr/>
        </p:nvSpPr>
        <p:spPr>
          <a:xfrm>
            <a:off x="11540766" y="293416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6" name="矩形 555">
            <a:extLst>
              <a:ext uri="{FF2B5EF4-FFF2-40B4-BE49-F238E27FC236}">
                <a16:creationId xmlns:a16="http://schemas.microsoft.com/office/drawing/2014/main" id="{3586E68F-036A-920A-2A2E-A0580769D53C}"/>
              </a:ext>
            </a:extLst>
          </p:cNvPr>
          <p:cNvSpPr/>
          <p:nvPr/>
        </p:nvSpPr>
        <p:spPr>
          <a:xfrm>
            <a:off x="11672085" y="293369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6464D0A7-B374-0B4F-7F65-1D7D876A7112}"/>
              </a:ext>
            </a:extLst>
          </p:cNvPr>
          <p:cNvSpPr/>
          <p:nvPr/>
        </p:nvSpPr>
        <p:spPr>
          <a:xfrm>
            <a:off x="11802765" y="293416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9F171B3A-30F0-72F1-076A-C787536FDC94}"/>
              </a:ext>
            </a:extLst>
          </p:cNvPr>
          <p:cNvSpPr/>
          <p:nvPr/>
        </p:nvSpPr>
        <p:spPr>
          <a:xfrm>
            <a:off x="11926792" y="293369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59" name="矩形 558">
            <a:extLst>
              <a:ext uri="{FF2B5EF4-FFF2-40B4-BE49-F238E27FC236}">
                <a16:creationId xmlns:a16="http://schemas.microsoft.com/office/drawing/2014/main" id="{96C9A018-E386-3308-7188-CA86B297B1FA}"/>
              </a:ext>
            </a:extLst>
          </p:cNvPr>
          <p:cNvSpPr/>
          <p:nvPr/>
        </p:nvSpPr>
        <p:spPr>
          <a:xfrm>
            <a:off x="12057472" y="2934168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矩形 559">
            <a:extLst>
              <a:ext uri="{FF2B5EF4-FFF2-40B4-BE49-F238E27FC236}">
                <a16:creationId xmlns:a16="http://schemas.microsoft.com/office/drawing/2014/main" id="{4F95DCC0-3BDC-60A5-90DD-5671D1A75281}"/>
              </a:ext>
            </a:extLst>
          </p:cNvPr>
          <p:cNvSpPr/>
          <p:nvPr/>
        </p:nvSpPr>
        <p:spPr>
          <a:xfrm>
            <a:off x="11263315" y="32672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矩形 560">
            <a:extLst>
              <a:ext uri="{FF2B5EF4-FFF2-40B4-BE49-F238E27FC236}">
                <a16:creationId xmlns:a16="http://schemas.microsoft.com/office/drawing/2014/main" id="{546379D5-2C54-3186-1A51-0613CF2C2273}"/>
              </a:ext>
            </a:extLst>
          </p:cNvPr>
          <p:cNvSpPr/>
          <p:nvPr/>
        </p:nvSpPr>
        <p:spPr>
          <a:xfrm>
            <a:off x="11393943" y="32672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矩形 561">
            <a:extLst>
              <a:ext uri="{FF2B5EF4-FFF2-40B4-BE49-F238E27FC236}">
                <a16:creationId xmlns:a16="http://schemas.microsoft.com/office/drawing/2014/main" id="{2A3A8CA8-849D-E2A5-4D80-FAA42A5DFEDE}"/>
              </a:ext>
            </a:extLst>
          </p:cNvPr>
          <p:cNvSpPr/>
          <p:nvPr/>
        </p:nvSpPr>
        <p:spPr>
          <a:xfrm>
            <a:off x="11523836" y="326723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3" name="矩形 562">
            <a:extLst>
              <a:ext uri="{FF2B5EF4-FFF2-40B4-BE49-F238E27FC236}">
                <a16:creationId xmlns:a16="http://schemas.microsoft.com/office/drawing/2014/main" id="{955A6897-C5C2-E887-A1F4-B987A26AAECA}"/>
              </a:ext>
            </a:extLst>
          </p:cNvPr>
          <p:cNvSpPr/>
          <p:nvPr/>
        </p:nvSpPr>
        <p:spPr>
          <a:xfrm>
            <a:off x="11655155" y="326675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4" name="矩形 563">
            <a:extLst>
              <a:ext uri="{FF2B5EF4-FFF2-40B4-BE49-F238E27FC236}">
                <a16:creationId xmlns:a16="http://schemas.microsoft.com/office/drawing/2014/main" id="{049CC77F-8AD8-EA09-C7A5-53BED18765D4}"/>
              </a:ext>
            </a:extLst>
          </p:cNvPr>
          <p:cNvSpPr/>
          <p:nvPr/>
        </p:nvSpPr>
        <p:spPr>
          <a:xfrm>
            <a:off x="11785835" y="326723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5" name="矩形 564">
            <a:extLst>
              <a:ext uri="{FF2B5EF4-FFF2-40B4-BE49-F238E27FC236}">
                <a16:creationId xmlns:a16="http://schemas.microsoft.com/office/drawing/2014/main" id="{22CD4838-4854-A61D-E528-1E978EA76B42}"/>
              </a:ext>
            </a:extLst>
          </p:cNvPr>
          <p:cNvSpPr/>
          <p:nvPr/>
        </p:nvSpPr>
        <p:spPr>
          <a:xfrm>
            <a:off x="11909862" y="326675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6" name="矩形 565">
            <a:extLst>
              <a:ext uri="{FF2B5EF4-FFF2-40B4-BE49-F238E27FC236}">
                <a16:creationId xmlns:a16="http://schemas.microsoft.com/office/drawing/2014/main" id="{A5357E20-9A21-518A-FA7D-09036D55DE97}"/>
              </a:ext>
            </a:extLst>
          </p:cNvPr>
          <p:cNvSpPr/>
          <p:nvPr/>
        </p:nvSpPr>
        <p:spPr>
          <a:xfrm>
            <a:off x="12040542" y="3267234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7" name="矩形 566">
            <a:extLst>
              <a:ext uri="{FF2B5EF4-FFF2-40B4-BE49-F238E27FC236}">
                <a16:creationId xmlns:a16="http://schemas.microsoft.com/office/drawing/2014/main" id="{3D0549F8-C857-F221-AC08-085A92F077A4}"/>
              </a:ext>
            </a:extLst>
          </p:cNvPr>
          <p:cNvSpPr/>
          <p:nvPr/>
        </p:nvSpPr>
        <p:spPr>
          <a:xfrm>
            <a:off x="11260795" y="394097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矩形 567">
            <a:extLst>
              <a:ext uri="{FF2B5EF4-FFF2-40B4-BE49-F238E27FC236}">
                <a16:creationId xmlns:a16="http://schemas.microsoft.com/office/drawing/2014/main" id="{66739C6D-EBD6-E21E-509C-E3C400B75741}"/>
              </a:ext>
            </a:extLst>
          </p:cNvPr>
          <p:cNvSpPr/>
          <p:nvPr/>
        </p:nvSpPr>
        <p:spPr>
          <a:xfrm>
            <a:off x="11391423" y="394097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9" name="矩形 568">
            <a:extLst>
              <a:ext uri="{FF2B5EF4-FFF2-40B4-BE49-F238E27FC236}">
                <a16:creationId xmlns:a16="http://schemas.microsoft.com/office/drawing/2014/main" id="{D10DB191-3AAC-51D5-D573-89798B9D14CD}"/>
              </a:ext>
            </a:extLst>
          </p:cNvPr>
          <p:cNvSpPr/>
          <p:nvPr/>
        </p:nvSpPr>
        <p:spPr>
          <a:xfrm>
            <a:off x="11521316" y="394097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矩形 569">
            <a:extLst>
              <a:ext uri="{FF2B5EF4-FFF2-40B4-BE49-F238E27FC236}">
                <a16:creationId xmlns:a16="http://schemas.microsoft.com/office/drawing/2014/main" id="{EAA7FF29-B7FC-5A5B-30CB-7AE043975BFE}"/>
              </a:ext>
            </a:extLst>
          </p:cNvPr>
          <p:cNvSpPr/>
          <p:nvPr/>
        </p:nvSpPr>
        <p:spPr>
          <a:xfrm>
            <a:off x="11652635" y="394049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1" name="矩形 570">
            <a:extLst>
              <a:ext uri="{FF2B5EF4-FFF2-40B4-BE49-F238E27FC236}">
                <a16:creationId xmlns:a16="http://schemas.microsoft.com/office/drawing/2014/main" id="{B5F5D7E2-295E-1B5E-9C49-B4DA6F1DD7C7}"/>
              </a:ext>
            </a:extLst>
          </p:cNvPr>
          <p:cNvSpPr/>
          <p:nvPr/>
        </p:nvSpPr>
        <p:spPr>
          <a:xfrm>
            <a:off x="11783315" y="394097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矩形 571">
            <a:extLst>
              <a:ext uri="{FF2B5EF4-FFF2-40B4-BE49-F238E27FC236}">
                <a16:creationId xmlns:a16="http://schemas.microsoft.com/office/drawing/2014/main" id="{BC51E9F8-5FDE-0CCA-2212-4C8D7429202F}"/>
              </a:ext>
            </a:extLst>
          </p:cNvPr>
          <p:cNvSpPr/>
          <p:nvPr/>
        </p:nvSpPr>
        <p:spPr>
          <a:xfrm>
            <a:off x="11907342" y="394049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3" name="矩形 572">
            <a:extLst>
              <a:ext uri="{FF2B5EF4-FFF2-40B4-BE49-F238E27FC236}">
                <a16:creationId xmlns:a16="http://schemas.microsoft.com/office/drawing/2014/main" id="{3A97530F-6B47-F895-CC88-5E638CE9C394}"/>
              </a:ext>
            </a:extLst>
          </p:cNvPr>
          <p:cNvSpPr/>
          <p:nvPr/>
        </p:nvSpPr>
        <p:spPr>
          <a:xfrm>
            <a:off x="12038022" y="3940970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4" name="矩形 573">
            <a:extLst>
              <a:ext uri="{FF2B5EF4-FFF2-40B4-BE49-F238E27FC236}">
                <a16:creationId xmlns:a16="http://schemas.microsoft.com/office/drawing/2014/main" id="{02F0480D-96E1-21E1-46E9-35869F1DA349}"/>
              </a:ext>
            </a:extLst>
          </p:cNvPr>
          <p:cNvSpPr/>
          <p:nvPr/>
        </p:nvSpPr>
        <p:spPr>
          <a:xfrm>
            <a:off x="11263367" y="4253296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5" name="矩形 574">
            <a:extLst>
              <a:ext uri="{FF2B5EF4-FFF2-40B4-BE49-F238E27FC236}">
                <a16:creationId xmlns:a16="http://schemas.microsoft.com/office/drawing/2014/main" id="{77AFBAB3-9ABF-F6AF-1F0C-44CB467A0A91}"/>
              </a:ext>
            </a:extLst>
          </p:cNvPr>
          <p:cNvSpPr/>
          <p:nvPr/>
        </p:nvSpPr>
        <p:spPr>
          <a:xfrm>
            <a:off x="11393995" y="4253296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6" name="矩形 575">
            <a:extLst>
              <a:ext uri="{FF2B5EF4-FFF2-40B4-BE49-F238E27FC236}">
                <a16:creationId xmlns:a16="http://schemas.microsoft.com/office/drawing/2014/main" id="{F85F3269-336D-7CCD-EB34-339CAFC615E9}"/>
              </a:ext>
            </a:extLst>
          </p:cNvPr>
          <p:cNvSpPr/>
          <p:nvPr/>
        </p:nvSpPr>
        <p:spPr>
          <a:xfrm>
            <a:off x="11523888" y="4253296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7" name="矩形 576">
            <a:extLst>
              <a:ext uri="{FF2B5EF4-FFF2-40B4-BE49-F238E27FC236}">
                <a16:creationId xmlns:a16="http://schemas.microsoft.com/office/drawing/2014/main" id="{FB99D67C-221E-B9CD-32C5-558E07DAC1AD}"/>
              </a:ext>
            </a:extLst>
          </p:cNvPr>
          <p:cNvSpPr/>
          <p:nvPr/>
        </p:nvSpPr>
        <p:spPr>
          <a:xfrm>
            <a:off x="11655207" y="425281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8" name="矩形 577">
            <a:extLst>
              <a:ext uri="{FF2B5EF4-FFF2-40B4-BE49-F238E27FC236}">
                <a16:creationId xmlns:a16="http://schemas.microsoft.com/office/drawing/2014/main" id="{D8633666-A6E3-9701-F936-EB99CAE70C8A}"/>
              </a:ext>
            </a:extLst>
          </p:cNvPr>
          <p:cNvSpPr/>
          <p:nvPr/>
        </p:nvSpPr>
        <p:spPr>
          <a:xfrm>
            <a:off x="11785887" y="425329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9" name="矩形 578">
            <a:extLst>
              <a:ext uri="{FF2B5EF4-FFF2-40B4-BE49-F238E27FC236}">
                <a16:creationId xmlns:a16="http://schemas.microsoft.com/office/drawing/2014/main" id="{00A95F12-428A-AD38-D486-66DC04909C01}"/>
              </a:ext>
            </a:extLst>
          </p:cNvPr>
          <p:cNvSpPr/>
          <p:nvPr/>
        </p:nvSpPr>
        <p:spPr>
          <a:xfrm>
            <a:off x="11909914" y="425281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0" name="矩形 579">
            <a:extLst>
              <a:ext uri="{FF2B5EF4-FFF2-40B4-BE49-F238E27FC236}">
                <a16:creationId xmlns:a16="http://schemas.microsoft.com/office/drawing/2014/main" id="{AD646612-E75D-D069-9DFD-9014207056D0}"/>
              </a:ext>
            </a:extLst>
          </p:cNvPr>
          <p:cNvSpPr/>
          <p:nvPr/>
        </p:nvSpPr>
        <p:spPr>
          <a:xfrm>
            <a:off x="12040594" y="4253295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1" name="矩形 580">
            <a:extLst>
              <a:ext uri="{FF2B5EF4-FFF2-40B4-BE49-F238E27FC236}">
                <a16:creationId xmlns:a16="http://schemas.microsoft.com/office/drawing/2014/main" id="{2254CA3D-5D31-DB04-B0EA-F89FF6FA204B}"/>
              </a:ext>
            </a:extLst>
          </p:cNvPr>
          <p:cNvSpPr/>
          <p:nvPr/>
        </p:nvSpPr>
        <p:spPr>
          <a:xfrm>
            <a:off x="11261017" y="360025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2" name="矩形 581">
            <a:extLst>
              <a:ext uri="{FF2B5EF4-FFF2-40B4-BE49-F238E27FC236}">
                <a16:creationId xmlns:a16="http://schemas.microsoft.com/office/drawing/2014/main" id="{E8EA14E2-F8E2-94A0-F8C4-4B4E7E2CAE62}"/>
              </a:ext>
            </a:extLst>
          </p:cNvPr>
          <p:cNvSpPr/>
          <p:nvPr/>
        </p:nvSpPr>
        <p:spPr>
          <a:xfrm>
            <a:off x="11391645" y="360025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3" name="矩形 582">
            <a:extLst>
              <a:ext uri="{FF2B5EF4-FFF2-40B4-BE49-F238E27FC236}">
                <a16:creationId xmlns:a16="http://schemas.microsoft.com/office/drawing/2014/main" id="{98E5D2E0-D99A-09A9-404A-278D8970BB7F}"/>
              </a:ext>
            </a:extLst>
          </p:cNvPr>
          <p:cNvSpPr/>
          <p:nvPr/>
        </p:nvSpPr>
        <p:spPr>
          <a:xfrm>
            <a:off x="11521538" y="360025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4" name="矩形 583">
            <a:extLst>
              <a:ext uri="{FF2B5EF4-FFF2-40B4-BE49-F238E27FC236}">
                <a16:creationId xmlns:a16="http://schemas.microsoft.com/office/drawing/2014/main" id="{D4CB16D5-378A-B835-46CF-DE7F33F55061}"/>
              </a:ext>
            </a:extLst>
          </p:cNvPr>
          <p:cNvSpPr/>
          <p:nvPr/>
        </p:nvSpPr>
        <p:spPr>
          <a:xfrm>
            <a:off x="11652857" y="3599778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5" name="矩形 584">
            <a:extLst>
              <a:ext uri="{FF2B5EF4-FFF2-40B4-BE49-F238E27FC236}">
                <a16:creationId xmlns:a16="http://schemas.microsoft.com/office/drawing/2014/main" id="{F994625C-4DDE-A2C9-F22D-7937F8C30754}"/>
              </a:ext>
            </a:extLst>
          </p:cNvPr>
          <p:cNvSpPr/>
          <p:nvPr/>
        </p:nvSpPr>
        <p:spPr>
          <a:xfrm>
            <a:off x="11783537" y="360025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6" name="矩形 585">
            <a:extLst>
              <a:ext uri="{FF2B5EF4-FFF2-40B4-BE49-F238E27FC236}">
                <a16:creationId xmlns:a16="http://schemas.microsoft.com/office/drawing/2014/main" id="{629D3A70-8692-CD31-5FA3-BA2E472F6554}"/>
              </a:ext>
            </a:extLst>
          </p:cNvPr>
          <p:cNvSpPr/>
          <p:nvPr/>
        </p:nvSpPr>
        <p:spPr>
          <a:xfrm>
            <a:off x="11907564" y="3599778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7" name="矩形 586">
            <a:extLst>
              <a:ext uri="{FF2B5EF4-FFF2-40B4-BE49-F238E27FC236}">
                <a16:creationId xmlns:a16="http://schemas.microsoft.com/office/drawing/2014/main" id="{943AF281-7BFB-9964-04C0-A9F5253E6908}"/>
              </a:ext>
            </a:extLst>
          </p:cNvPr>
          <p:cNvSpPr/>
          <p:nvPr/>
        </p:nvSpPr>
        <p:spPr>
          <a:xfrm>
            <a:off x="12038244" y="3600256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F6AD1C93-E0C9-2FC6-1FC6-E683681DFB79}"/>
                  </a:ext>
                </a:extLst>
              </p:cNvPr>
              <p:cNvSpPr txBox="1"/>
              <p:nvPr/>
            </p:nvSpPr>
            <p:spPr>
              <a:xfrm>
                <a:off x="11347987" y="3046878"/>
                <a:ext cx="1713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F6AD1C93-E0C9-2FC6-1FC6-E683681DF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7987" y="3046878"/>
                <a:ext cx="1713181" cy="246221"/>
              </a:xfrm>
              <a:prstGeom prst="rect">
                <a:avLst/>
              </a:prstGeom>
              <a:blipFill>
                <a:blip r:embed="rId21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9" name="文本框 588">
                <a:extLst>
                  <a:ext uri="{FF2B5EF4-FFF2-40B4-BE49-F238E27FC236}">
                    <a16:creationId xmlns:a16="http://schemas.microsoft.com/office/drawing/2014/main" id="{D081F7D8-889A-0A39-7B7D-5B39A4586D0D}"/>
                  </a:ext>
                </a:extLst>
              </p:cNvPr>
              <p:cNvSpPr txBox="1"/>
              <p:nvPr/>
            </p:nvSpPr>
            <p:spPr>
              <a:xfrm>
                <a:off x="11456737" y="3372725"/>
                <a:ext cx="14707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9" name="文本框 588">
                <a:extLst>
                  <a:ext uri="{FF2B5EF4-FFF2-40B4-BE49-F238E27FC236}">
                    <a16:creationId xmlns:a16="http://schemas.microsoft.com/office/drawing/2014/main" id="{D081F7D8-889A-0A39-7B7D-5B39A4586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6737" y="3372725"/>
                <a:ext cx="1470712" cy="246221"/>
              </a:xfrm>
              <a:prstGeom prst="rect">
                <a:avLst/>
              </a:prstGeom>
              <a:blipFill>
                <a:blip r:embed="rId22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26B214CD-9A8F-65D4-162F-DF9FBFC63D13}"/>
                  </a:ext>
                </a:extLst>
              </p:cNvPr>
              <p:cNvSpPr txBox="1"/>
              <p:nvPr/>
            </p:nvSpPr>
            <p:spPr>
              <a:xfrm>
                <a:off x="11488161" y="3704441"/>
                <a:ext cx="1779021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90" name="文本框 589">
                <a:extLst>
                  <a:ext uri="{FF2B5EF4-FFF2-40B4-BE49-F238E27FC236}">
                    <a16:creationId xmlns:a16="http://schemas.microsoft.com/office/drawing/2014/main" id="{26B214CD-9A8F-65D4-162F-DF9FBFC63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161" y="3704441"/>
                <a:ext cx="1779021" cy="260008"/>
              </a:xfrm>
              <a:prstGeom prst="rect">
                <a:avLst/>
              </a:prstGeom>
              <a:blipFill>
                <a:blip r:embed="rId2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166A3396-5C60-B5D5-707C-43C7F23ABAB2}"/>
                  </a:ext>
                </a:extLst>
              </p:cNvPr>
              <p:cNvSpPr txBox="1"/>
              <p:nvPr/>
            </p:nvSpPr>
            <p:spPr>
              <a:xfrm>
                <a:off x="11467592" y="4038718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1" name="文本框 590">
                <a:extLst>
                  <a:ext uri="{FF2B5EF4-FFF2-40B4-BE49-F238E27FC236}">
                    <a16:creationId xmlns:a16="http://schemas.microsoft.com/office/drawing/2014/main" id="{166A3396-5C60-B5D5-707C-43C7F23AB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7592" y="4038718"/>
                <a:ext cx="1850086" cy="246221"/>
              </a:xfrm>
              <a:prstGeom prst="rect">
                <a:avLst/>
              </a:prstGeom>
              <a:blipFill>
                <a:blip r:embed="rId2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9780B374-713F-D177-2F93-0512DCBC70CF}"/>
                  </a:ext>
                </a:extLst>
              </p:cNvPr>
              <p:cNvSpPr txBox="1"/>
              <p:nvPr/>
            </p:nvSpPr>
            <p:spPr>
              <a:xfrm>
                <a:off x="11467592" y="4345972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93" name="文本框 592">
                <a:extLst>
                  <a:ext uri="{FF2B5EF4-FFF2-40B4-BE49-F238E27FC236}">
                    <a16:creationId xmlns:a16="http://schemas.microsoft.com/office/drawing/2014/main" id="{9780B374-713F-D177-2F93-0512DCBC7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7592" y="4345972"/>
                <a:ext cx="1850086" cy="246221"/>
              </a:xfrm>
              <a:prstGeom prst="rect">
                <a:avLst/>
              </a:prstGeom>
              <a:blipFill>
                <a:blip r:embed="rId2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5" name="矩形: 圆角 594">
            <a:extLst>
              <a:ext uri="{FF2B5EF4-FFF2-40B4-BE49-F238E27FC236}">
                <a16:creationId xmlns:a16="http://schemas.microsoft.com/office/drawing/2014/main" id="{330F16A1-7200-2B40-68E9-BF1F7535BC00}"/>
              </a:ext>
            </a:extLst>
          </p:cNvPr>
          <p:cNvSpPr/>
          <p:nvPr/>
        </p:nvSpPr>
        <p:spPr>
          <a:xfrm>
            <a:off x="11126518" y="4839472"/>
            <a:ext cx="2609593" cy="1792237"/>
          </a:xfrm>
          <a:prstGeom prst="roundRect">
            <a:avLst>
              <a:gd name="adj" fmla="val 3512"/>
            </a:avLst>
          </a:prstGeom>
          <a:solidFill>
            <a:srgbClr val="EEEEEE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矩形 595">
            <a:extLst>
              <a:ext uri="{FF2B5EF4-FFF2-40B4-BE49-F238E27FC236}">
                <a16:creationId xmlns:a16="http://schemas.microsoft.com/office/drawing/2014/main" id="{04945725-FAB1-EABA-85FB-37642EA372F2}"/>
              </a:ext>
            </a:extLst>
          </p:cNvPr>
          <p:cNvSpPr/>
          <p:nvPr/>
        </p:nvSpPr>
        <p:spPr>
          <a:xfrm>
            <a:off x="11273837" y="496470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矩形 596">
            <a:extLst>
              <a:ext uri="{FF2B5EF4-FFF2-40B4-BE49-F238E27FC236}">
                <a16:creationId xmlns:a16="http://schemas.microsoft.com/office/drawing/2014/main" id="{4E9CD71C-EAEB-7AE4-34F3-DD9CB8C58163}"/>
              </a:ext>
            </a:extLst>
          </p:cNvPr>
          <p:cNvSpPr/>
          <p:nvPr/>
        </p:nvSpPr>
        <p:spPr>
          <a:xfrm>
            <a:off x="11404465" y="496470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矩形 597">
            <a:extLst>
              <a:ext uri="{FF2B5EF4-FFF2-40B4-BE49-F238E27FC236}">
                <a16:creationId xmlns:a16="http://schemas.microsoft.com/office/drawing/2014/main" id="{38D1284B-E66C-3912-7F12-2E922592CA79}"/>
              </a:ext>
            </a:extLst>
          </p:cNvPr>
          <p:cNvSpPr/>
          <p:nvPr/>
        </p:nvSpPr>
        <p:spPr>
          <a:xfrm>
            <a:off x="11534358" y="4964700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矩形 598">
            <a:extLst>
              <a:ext uri="{FF2B5EF4-FFF2-40B4-BE49-F238E27FC236}">
                <a16:creationId xmlns:a16="http://schemas.microsoft.com/office/drawing/2014/main" id="{82C5AA28-E1CD-3C06-AD9A-A41D69B575B7}"/>
              </a:ext>
            </a:extLst>
          </p:cNvPr>
          <p:cNvSpPr/>
          <p:nvPr/>
        </p:nvSpPr>
        <p:spPr>
          <a:xfrm>
            <a:off x="11665677" y="4964221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0" name="矩形 599">
            <a:extLst>
              <a:ext uri="{FF2B5EF4-FFF2-40B4-BE49-F238E27FC236}">
                <a16:creationId xmlns:a16="http://schemas.microsoft.com/office/drawing/2014/main" id="{92D3294D-9F17-0D04-8F79-849AC6EC6F3D}"/>
              </a:ext>
            </a:extLst>
          </p:cNvPr>
          <p:cNvSpPr/>
          <p:nvPr/>
        </p:nvSpPr>
        <p:spPr>
          <a:xfrm>
            <a:off x="11796357" y="496469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1" name="矩形 600">
            <a:extLst>
              <a:ext uri="{FF2B5EF4-FFF2-40B4-BE49-F238E27FC236}">
                <a16:creationId xmlns:a16="http://schemas.microsoft.com/office/drawing/2014/main" id="{C61DF235-65B6-D7BE-971E-9D2B751244BB}"/>
              </a:ext>
            </a:extLst>
          </p:cNvPr>
          <p:cNvSpPr/>
          <p:nvPr/>
        </p:nvSpPr>
        <p:spPr>
          <a:xfrm>
            <a:off x="11920384" y="4964221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2" name="矩形 601">
            <a:extLst>
              <a:ext uri="{FF2B5EF4-FFF2-40B4-BE49-F238E27FC236}">
                <a16:creationId xmlns:a16="http://schemas.microsoft.com/office/drawing/2014/main" id="{1C323A72-DCA5-962B-303C-6DD9BC090055}"/>
              </a:ext>
            </a:extLst>
          </p:cNvPr>
          <p:cNvSpPr/>
          <p:nvPr/>
        </p:nvSpPr>
        <p:spPr>
          <a:xfrm>
            <a:off x="12051064" y="4964699"/>
            <a:ext cx="130628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3" name="矩形 602">
            <a:extLst>
              <a:ext uri="{FF2B5EF4-FFF2-40B4-BE49-F238E27FC236}">
                <a16:creationId xmlns:a16="http://schemas.microsoft.com/office/drawing/2014/main" id="{7626C57D-54C6-A974-0B5E-0E86FD70C057}"/>
              </a:ext>
            </a:extLst>
          </p:cNvPr>
          <p:cNvSpPr/>
          <p:nvPr/>
        </p:nvSpPr>
        <p:spPr>
          <a:xfrm>
            <a:off x="11256907" y="529776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4" name="矩形 603">
            <a:extLst>
              <a:ext uri="{FF2B5EF4-FFF2-40B4-BE49-F238E27FC236}">
                <a16:creationId xmlns:a16="http://schemas.microsoft.com/office/drawing/2014/main" id="{A5F47D1D-281A-3A5D-F8C6-1F602A1DE9B6}"/>
              </a:ext>
            </a:extLst>
          </p:cNvPr>
          <p:cNvSpPr/>
          <p:nvPr/>
        </p:nvSpPr>
        <p:spPr>
          <a:xfrm>
            <a:off x="11387535" y="529776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5" name="矩形 604">
            <a:extLst>
              <a:ext uri="{FF2B5EF4-FFF2-40B4-BE49-F238E27FC236}">
                <a16:creationId xmlns:a16="http://schemas.microsoft.com/office/drawing/2014/main" id="{F8A95A2C-B0AE-4F2C-8DA6-60837B9E90BC}"/>
              </a:ext>
            </a:extLst>
          </p:cNvPr>
          <p:cNvSpPr/>
          <p:nvPr/>
        </p:nvSpPr>
        <p:spPr>
          <a:xfrm>
            <a:off x="11517428" y="5297766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6" name="矩形 605">
            <a:extLst>
              <a:ext uri="{FF2B5EF4-FFF2-40B4-BE49-F238E27FC236}">
                <a16:creationId xmlns:a16="http://schemas.microsoft.com/office/drawing/2014/main" id="{C361BD27-B166-92FD-78B5-1DE6E091F882}"/>
              </a:ext>
            </a:extLst>
          </p:cNvPr>
          <p:cNvSpPr/>
          <p:nvPr/>
        </p:nvSpPr>
        <p:spPr>
          <a:xfrm>
            <a:off x="11648747" y="529728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7" name="矩形 606">
            <a:extLst>
              <a:ext uri="{FF2B5EF4-FFF2-40B4-BE49-F238E27FC236}">
                <a16:creationId xmlns:a16="http://schemas.microsoft.com/office/drawing/2014/main" id="{9FA9CA88-B7FB-2298-E1D3-2C371740A38E}"/>
              </a:ext>
            </a:extLst>
          </p:cNvPr>
          <p:cNvSpPr/>
          <p:nvPr/>
        </p:nvSpPr>
        <p:spPr>
          <a:xfrm>
            <a:off x="11779427" y="529776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8" name="矩形 607">
            <a:extLst>
              <a:ext uri="{FF2B5EF4-FFF2-40B4-BE49-F238E27FC236}">
                <a16:creationId xmlns:a16="http://schemas.microsoft.com/office/drawing/2014/main" id="{CBA31819-971B-8412-F72B-A2F81174F27F}"/>
              </a:ext>
            </a:extLst>
          </p:cNvPr>
          <p:cNvSpPr/>
          <p:nvPr/>
        </p:nvSpPr>
        <p:spPr>
          <a:xfrm>
            <a:off x="11903454" y="5297287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09" name="矩形 608">
            <a:extLst>
              <a:ext uri="{FF2B5EF4-FFF2-40B4-BE49-F238E27FC236}">
                <a16:creationId xmlns:a16="http://schemas.microsoft.com/office/drawing/2014/main" id="{9D6A3A02-A20B-B3E5-ACDE-ACF2A0549B37}"/>
              </a:ext>
            </a:extLst>
          </p:cNvPr>
          <p:cNvSpPr/>
          <p:nvPr/>
        </p:nvSpPr>
        <p:spPr>
          <a:xfrm>
            <a:off x="12034134" y="5297765"/>
            <a:ext cx="130628" cy="152012"/>
          </a:xfrm>
          <a:prstGeom prst="rect">
            <a:avLst/>
          </a:prstGeom>
          <a:solidFill>
            <a:srgbClr val="57A8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0" name="矩形 609">
            <a:extLst>
              <a:ext uri="{FF2B5EF4-FFF2-40B4-BE49-F238E27FC236}">
                <a16:creationId xmlns:a16="http://schemas.microsoft.com/office/drawing/2014/main" id="{46A64892-172A-768F-6394-DFD1DB9ACDF2}"/>
              </a:ext>
            </a:extLst>
          </p:cNvPr>
          <p:cNvSpPr/>
          <p:nvPr/>
        </p:nvSpPr>
        <p:spPr>
          <a:xfrm>
            <a:off x="11254387" y="597150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1" name="矩形 610">
            <a:extLst>
              <a:ext uri="{FF2B5EF4-FFF2-40B4-BE49-F238E27FC236}">
                <a16:creationId xmlns:a16="http://schemas.microsoft.com/office/drawing/2014/main" id="{B1FE4DA0-2008-8C65-2AF4-79B3E7784BF8}"/>
              </a:ext>
            </a:extLst>
          </p:cNvPr>
          <p:cNvSpPr/>
          <p:nvPr/>
        </p:nvSpPr>
        <p:spPr>
          <a:xfrm>
            <a:off x="11385015" y="597150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2" name="矩形 611">
            <a:extLst>
              <a:ext uri="{FF2B5EF4-FFF2-40B4-BE49-F238E27FC236}">
                <a16:creationId xmlns:a16="http://schemas.microsoft.com/office/drawing/2014/main" id="{214AB7E4-C8F3-4236-5C17-5614FE83A98C}"/>
              </a:ext>
            </a:extLst>
          </p:cNvPr>
          <p:cNvSpPr/>
          <p:nvPr/>
        </p:nvSpPr>
        <p:spPr>
          <a:xfrm>
            <a:off x="11514908" y="5971502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3" name="矩形 612">
            <a:extLst>
              <a:ext uri="{FF2B5EF4-FFF2-40B4-BE49-F238E27FC236}">
                <a16:creationId xmlns:a16="http://schemas.microsoft.com/office/drawing/2014/main" id="{4D967FC2-E6D2-5143-9A6A-ECDE63DD3D40}"/>
              </a:ext>
            </a:extLst>
          </p:cNvPr>
          <p:cNvSpPr/>
          <p:nvPr/>
        </p:nvSpPr>
        <p:spPr>
          <a:xfrm>
            <a:off x="11646227" y="597102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4" name="矩形 613">
            <a:extLst>
              <a:ext uri="{FF2B5EF4-FFF2-40B4-BE49-F238E27FC236}">
                <a16:creationId xmlns:a16="http://schemas.microsoft.com/office/drawing/2014/main" id="{4700E462-9D09-9FBE-B14B-2FACD90FE7B4}"/>
              </a:ext>
            </a:extLst>
          </p:cNvPr>
          <p:cNvSpPr/>
          <p:nvPr/>
        </p:nvSpPr>
        <p:spPr>
          <a:xfrm>
            <a:off x="11776907" y="597150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5" name="矩形 614">
            <a:extLst>
              <a:ext uri="{FF2B5EF4-FFF2-40B4-BE49-F238E27FC236}">
                <a16:creationId xmlns:a16="http://schemas.microsoft.com/office/drawing/2014/main" id="{ED2D9284-C89D-B419-9C32-B7269E54A43F}"/>
              </a:ext>
            </a:extLst>
          </p:cNvPr>
          <p:cNvSpPr/>
          <p:nvPr/>
        </p:nvSpPr>
        <p:spPr>
          <a:xfrm>
            <a:off x="11900934" y="5971023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6" name="矩形 615">
            <a:extLst>
              <a:ext uri="{FF2B5EF4-FFF2-40B4-BE49-F238E27FC236}">
                <a16:creationId xmlns:a16="http://schemas.microsoft.com/office/drawing/2014/main" id="{851CB546-2A4D-FC67-9AAB-36F0508C1241}"/>
              </a:ext>
            </a:extLst>
          </p:cNvPr>
          <p:cNvSpPr/>
          <p:nvPr/>
        </p:nvSpPr>
        <p:spPr>
          <a:xfrm>
            <a:off x="12031614" y="5971501"/>
            <a:ext cx="130628" cy="152012"/>
          </a:xfrm>
          <a:prstGeom prst="rect">
            <a:avLst/>
          </a:prstGeom>
          <a:solidFill>
            <a:srgbClr val="427FDB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7" name="矩形 616">
            <a:extLst>
              <a:ext uri="{FF2B5EF4-FFF2-40B4-BE49-F238E27FC236}">
                <a16:creationId xmlns:a16="http://schemas.microsoft.com/office/drawing/2014/main" id="{D7F9BF4D-ECA7-A9BA-BCD4-8F9220025C9F}"/>
              </a:ext>
            </a:extLst>
          </p:cNvPr>
          <p:cNvSpPr/>
          <p:nvPr/>
        </p:nvSpPr>
        <p:spPr>
          <a:xfrm>
            <a:off x="11256959" y="628382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8" name="矩形 617">
            <a:extLst>
              <a:ext uri="{FF2B5EF4-FFF2-40B4-BE49-F238E27FC236}">
                <a16:creationId xmlns:a16="http://schemas.microsoft.com/office/drawing/2014/main" id="{6E4550BF-7221-8C32-6A4C-74F63A1FC235}"/>
              </a:ext>
            </a:extLst>
          </p:cNvPr>
          <p:cNvSpPr/>
          <p:nvPr/>
        </p:nvSpPr>
        <p:spPr>
          <a:xfrm>
            <a:off x="11387587" y="628382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9AA9043D-6D26-3A38-B5EC-9E7BDF77E9AE}"/>
              </a:ext>
            </a:extLst>
          </p:cNvPr>
          <p:cNvSpPr/>
          <p:nvPr/>
        </p:nvSpPr>
        <p:spPr>
          <a:xfrm>
            <a:off x="11517480" y="6283827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0" name="矩形 619">
            <a:extLst>
              <a:ext uri="{FF2B5EF4-FFF2-40B4-BE49-F238E27FC236}">
                <a16:creationId xmlns:a16="http://schemas.microsoft.com/office/drawing/2014/main" id="{74403356-DC78-E52B-ACC2-E602B6D8FE99}"/>
              </a:ext>
            </a:extLst>
          </p:cNvPr>
          <p:cNvSpPr/>
          <p:nvPr/>
        </p:nvSpPr>
        <p:spPr>
          <a:xfrm>
            <a:off x="11648799" y="628334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1" name="矩形 620">
            <a:extLst>
              <a:ext uri="{FF2B5EF4-FFF2-40B4-BE49-F238E27FC236}">
                <a16:creationId xmlns:a16="http://schemas.microsoft.com/office/drawing/2014/main" id="{F4F9B554-4404-5218-9CD7-F722DE5A0D78}"/>
              </a:ext>
            </a:extLst>
          </p:cNvPr>
          <p:cNvSpPr/>
          <p:nvPr/>
        </p:nvSpPr>
        <p:spPr>
          <a:xfrm>
            <a:off x="11779479" y="6283826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2" name="矩形 621">
            <a:extLst>
              <a:ext uri="{FF2B5EF4-FFF2-40B4-BE49-F238E27FC236}">
                <a16:creationId xmlns:a16="http://schemas.microsoft.com/office/drawing/2014/main" id="{450A9162-A930-3761-F2EF-9B7559F94312}"/>
              </a:ext>
            </a:extLst>
          </p:cNvPr>
          <p:cNvSpPr/>
          <p:nvPr/>
        </p:nvSpPr>
        <p:spPr>
          <a:xfrm>
            <a:off x="11903506" y="6283348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3" name="矩形 622">
            <a:extLst>
              <a:ext uri="{FF2B5EF4-FFF2-40B4-BE49-F238E27FC236}">
                <a16:creationId xmlns:a16="http://schemas.microsoft.com/office/drawing/2014/main" id="{1A74BFBA-3164-7E71-0F4C-0D12A21BB9E0}"/>
              </a:ext>
            </a:extLst>
          </p:cNvPr>
          <p:cNvSpPr/>
          <p:nvPr/>
        </p:nvSpPr>
        <p:spPr>
          <a:xfrm>
            <a:off x="12034186" y="6283826"/>
            <a:ext cx="130628" cy="152012"/>
          </a:xfrm>
          <a:prstGeom prst="rect">
            <a:avLst/>
          </a:prstGeom>
          <a:solidFill>
            <a:srgbClr val="5A6CC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4" name="矩形 623">
            <a:extLst>
              <a:ext uri="{FF2B5EF4-FFF2-40B4-BE49-F238E27FC236}">
                <a16:creationId xmlns:a16="http://schemas.microsoft.com/office/drawing/2014/main" id="{8EE3429D-4F64-2664-7E84-8EBB716C1299}"/>
              </a:ext>
            </a:extLst>
          </p:cNvPr>
          <p:cNvSpPr/>
          <p:nvPr/>
        </p:nvSpPr>
        <p:spPr>
          <a:xfrm>
            <a:off x="11254609" y="5630788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5" name="矩形 624">
            <a:extLst>
              <a:ext uri="{FF2B5EF4-FFF2-40B4-BE49-F238E27FC236}">
                <a16:creationId xmlns:a16="http://schemas.microsoft.com/office/drawing/2014/main" id="{34628A8A-7922-80DC-90D8-0AFC3B4A2E44}"/>
              </a:ext>
            </a:extLst>
          </p:cNvPr>
          <p:cNvSpPr/>
          <p:nvPr/>
        </p:nvSpPr>
        <p:spPr>
          <a:xfrm>
            <a:off x="11385237" y="5630788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6" name="矩形 625">
            <a:extLst>
              <a:ext uri="{FF2B5EF4-FFF2-40B4-BE49-F238E27FC236}">
                <a16:creationId xmlns:a16="http://schemas.microsoft.com/office/drawing/2014/main" id="{590CB6EE-865A-C190-D04B-3F24A97D8935}"/>
              </a:ext>
            </a:extLst>
          </p:cNvPr>
          <p:cNvSpPr/>
          <p:nvPr/>
        </p:nvSpPr>
        <p:spPr>
          <a:xfrm>
            <a:off x="11515130" y="5630788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7" name="矩形 626">
            <a:extLst>
              <a:ext uri="{FF2B5EF4-FFF2-40B4-BE49-F238E27FC236}">
                <a16:creationId xmlns:a16="http://schemas.microsoft.com/office/drawing/2014/main" id="{9E599865-4EB7-8538-3AA6-E770CC3597CA}"/>
              </a:ext>
            </a:extLst>
          </p:cNvPr>
          <p:cNvSpPr/>
          <p:nvPr/>
        </p:nvSpPr>
        <p:spPr>
          <a:xfrm>
            <a:off x="11646449" y="5630309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8" name="矩形 627">
            <a:extLst>
              <a:ext uri="{FF2B5EF4-FFF2-40B4-BE49-F238E27FC236}">
                <a16:creationId xmlns:a16="http://schemas.microsoft.com/office/drawing/2014/main" id="{70D3B6AE-7F6B-3AFB-7B44-94B81BDFE8E6}"/>
              </a:ext>
            </a:extLst>
          </p:cNvPr>
          <p:cNvSpPr/>
          <p:nvPr/>
        </p:nvSpPr>
        <p:spPr>
          <a:xfrm>
            <a:off x="11777129" y="563078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9" name="矩形 628">
            <a:extLst>
              <a:ext uri="{FF2B5EF4-FFF2-40B4-BE49-F238E27FC236}">
                <a16:creationId xmlns:a16="http://schemas.microsoft.com/office/drawing/2014/main" id="{92438F2E-57BD-B07C-6997-96DAF9D4A345}"/>
              </a:ext>
            </a:extLst>
          </p:cNvPr>
          <p:cNvSpPr/>
          <p:nvPr/>
        </p:nvSpPr>
        <p:spPr>
          <a:xfrm>
            <a:off x="11901156" y="5630309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30" name="矩形 629">
            <a:extLst>
              <a:ext uri="{FF2B5EF4-FFF2-40B4-BE49-F238E27FC236}">
                <a16:creationId xmlns:a16="http://schemas.microsoft.com/office/drawing/2014/main" id="{180A1A6F-6AD7-9DCA-C78B-1DCB712638ED}"/>
              </a:ext>
            </a:extLst>
          </p:cNvPr>
          <p:cNvSpPr/>
          <p:nvPr/>
        </p:nvSpPr>
        <p:spPr>
          <a:xfrm>
            <a:off x="12031836" y="5630787"/>
            <a:ext cx="130628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6A10225B-29A2-3258-A13D-198A5DD89502}"/>
                  </a:ext>
                </a:extLst>
              </p:cNvPr>
              <p:cNvSpPr txBox="1"/>
              <p:nvPr/>
            </p:nvSpPr>
            <p:spPr>
              <a:xfrm>
                <a:off x="11341579" y="5077409"/>
                <a:ext cx="171318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𝒖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User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1" name="文本框 630">
                <a:extLst>
                  <a:ext uri="{FF2B5EF4-FFF2-40B4-BE49-F238E27FC236}">
                    <a16:creationId xmlns:a16="http://schemas.microsoft.com/office/drawing/2014/main" id="{6A10225B-29A2-3258-A13D-198A5DD8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579" y="5077409"/>
                <a:ext cx="1713181" cy="246221"/>
              </a:xfrm>
              <a:prstGeom prst="rect">
                <a:avLst/>
              </a:prstGeom>
              <a:blipFill>
                <a:blip r:embed="rId2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9B10D250-5515-F614-1DC5-2DF5CD35002B}"/>
                  </a:ext>
                </a:extLst>
              </p:cNvPr>
              <p:cNvSpPr txBox="1"/>
              <p:nvPr/>
            </p:nvSpPr>
            <p:spPr>
              <a:xfrm>
                <a:off x="11450329" y="5403256"/>
                <a:ext cx="147071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Item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2" name="文本框 631">
                <a:extLst>
                  <a:ext uri="{FF2B5EF4-FFF2-40B4-BE49-F238E27FC236}">
                    <a16:creationId xmlns:a16="http://schemas.microsoft.com/office/drawing/2014/main" id="{9B10D250-5515-F614-1DC5-2DF5CD350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50329" y="5403256"/>
                <a:ext cx="1470712" cy="246221"/>
              </a:xfrm>
              <a:prstGeom prst="rect">
                <a:avLst/>
              </a:prstGeom>
              <a:blipFill>
                <a:blip r:embed="rId22"/>
                <a:stretch>
                  <a:fillRect b="-12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3" name="文本框 632">
                <a:extLst>
                  <a:ext uri="{FF2B5EF4-FFF2-40B4-BE49-F238E27FC236}">
                    <a16:creationId xmlns:a16="http://schemas.microsoft.com/office/drawing/2014/main" id="{F06AF863-7261-A78A-6496-03EC96079E6D}"/>
                  </a:ext>
                </a:extLst>
              </p:cNvPr>
              <p:cNvSpPr txBox="1"/>
              <p:nvPr/>
            </p:nvSpPr>
            <p:spPr>
              <a:xfrm>
                <a:off x="11481753" y="5734972"/>
                <a:ext cx="1779021" cy="260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𝒑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 Behavior Embedding</a:t>
                </a:r>
                <a:endParaRPr lang="zh-CN" altLang="en-US" sz="10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3" name="文本框 632">
                <a:extLst>
                  <a:ext uri="{FF2B5EF4-FFF2-40B4-BE49-F238E27FC236}">
                    <a16:creationId xmlns:a16="http://schemas.microsoft.com/office/drawing/2014/main" id="{F06AF863-7261-A78A-6496-03EC96079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1753" y="5734972"/>
                <a:ext cx="1779021" cy="260008"/>
              </a:xfrm>
              <a:prstGeom prst="rect">
                <a:avLst/>
              </a:prstGeom>
              <a:blipFill>
                <a:blip r:embed="rId27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4B09A16-2C0D-D1AC-B277-4A12A8AE5C05}"/>
                  </a:ext>
                </a:extLst>
              </p:cNvPr>
              <p:cNvSpPr txBox="1"/>
              <p:nvPr/>
            </p:nvSpPr>
            <p:spPr>
              <a:xfrm>
                <a:off x="11461184" y="6069249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4" name="文本框 633">
                <a:extLst>
                  <a:ext uri="{FF2B5EF4-FFF2-40B4-BE49-F238E27FC236}">
                    <a16:creationId xmlns:a16="http://schemas.microsoft.com/office/drawing/2014/main" id="{D4B09A16-2C0D-D1AC-B277-4A12A8AE5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184" y="6069249"/>
                <a:ext cx="1850086" cy="246221"/>
              </a:xfrm>
              <a:prstGeom prst="rect">
                <a:avLst/>
              </a:prstGeom>
              <a:blipFill>
                <a:blip r:embed="rId2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" name="文本框 634">
                <a:extLst>
                  <a:ext uri="{FF2B5EF4-FFF2-40B4-BE49-F238E27FC236}">
                    <a16:creationId xmlns:a16="http://schemas.microsoft.com/office/drawing/2014/main" id="{62C5EAC3-18F3-6C29-EBB3-DA22F7532DD0}"/>
                  </a:ext>
                </a:extLst>
              </p:cNvPr>
              <p:cNvSpPr txBox="1"/>
              <p:nvPr/>
            </p:nvSpPr>
            <p:spPr>
              <a:xfrm>
                <a:off x="11461184" y="6376503"/>
                <a:ext cx="185008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altLang="zh-CN" sz="1000" b="1" i="1"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  <m:r>
                      <a:rPr lang="en-US" altLang="zh-CN" sz="10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10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000" b="1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b Behavior Embedding</a:t>
                </a:r>
                <a:endParaRPr lang="zh-CN" altLang="en-US" sz="1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35" name="文本框 634">
                <a:extLst>
                  <a:ext uri="{FF2B5EF4-FFF2-40B4-BE49-F238E27FC236}">
                    <a16:creationId xmlns:a16="http://schemas.microsoft.com/office/drawing/2014/main" id="{62C5EAC3-18F3-6C29-EBB3-DA22F7532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1184" y="6376503"/>
                <a:ext cx="1850086" cy="246221"/>
              </a:xfrm>
              <a:prstGeom prst="rect">
                <a:avLst/>
              </a:prstGeom>
              <a:blipFill>
                <a:blip r:embed="rId28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6" name="直接箭头连接符 635">
            <a:extLst>
              <a:ext uri="{FF2B5EF4-FFF2-40B4-BE49-F238E27FC236}">
                <a16:creationId xmlns:a16="http://schemas.microsoft.com/office/drawing/2014/main" id="{FC15F4F8-0B93-5DF5-D746-759FBD723C01}"/>
              </a:ext>
            </a:extLst>
          </p:cNvPr>
          <p:cNvCxnSpPr>
            <a:cxnSpLocks/>
          </p:cNvCxnSpPr>
          <p:nvPr/>
        </p:nvCxnSpPr>
        <p:spPr>
          <a:xfrm flipV="1">
            <a:off x="10672256" y="3917573"/>
            <a:ext cx="454262" cy="16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8" name="直接箭头连接符 637">
            <a:extLst>
              <a:ext uri="{FF2B5EF4-FFF2-40B4-BE49-F238E27FC236}">
                <a16:creationId xmlns:a16="http://schemas.microsoft.com/office/drawing/2014/main" id="{BA13018F-B1D8-C446-21B7-ED5BE1C9DE4A}"/>
              </a:ext>
            </a:extLst>
          </p:cNvPr>
          <p:cNvCxnSpPr>
            <a:cxnSpLocks/>
          </p:cNvCxnSpPr>
          <p:nvPr/>
        </p:nvCxnSpPr>
        <p:spPr>
          <a:xfrm>
            <a:off x="10692263" y="5819330"/>
            <a:ext cx="4013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0" name="连接符: 肘形 639">
            <a:extLst>
              <a:ext uri="{FF2B5EF4-FFF2-40B4-BE49-F238E27FC236}">
                <a16:creationId xmlns:a16="http://schemas.microsoft.com/office/drawing/2014/main" id="{32B9D791-5174-8269-FC30-BB0F88D56C87}"/>
              </a:ext>
            </a:extLst>
          </p:cNvPr>
          <p:cNvCxnSpPr>
            <a:cxnSpLocks/>
          </p:cNvCxnSpPr>
          <p:nvPr/>
        </p:nvCxnSpPr>
        <p:spPr>
          <a:xfrm>
            <a:off x="13748927" y="3672368"/>
            <a:ext cx="552046" cy="58516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1" name="连接符: 肘形 640">
            <a:extLst>
              <a:ext uri="{FF2B5EF4-FFF2-40B4-BE49-F238E27FC236}">
                <a16:creationId xmlns:a16="http://schemas.microsoft.com/office/drawing/2014/main" id="{0EE173A3-80B5-537B-C291-0BED38D25C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3658042" y="5284737"/>
            <a:ext cx="707178" cy="566526"/>
          </a:xfrm>
          <a:prstGeom prst="bentConnector3">
            <a:avLst>
              <a:gd name="adj1" fmla="val -23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3" name="文本框 652">
            <a:extLst>
              <a:ext uri="{FF2B5EF4-FFF2-40B4-BE49-F238E27FC236}">
                <a16:creationId xmlns:a16="http://schemas.microsoft.com/office/drawing/2014/main" id="{368C8D63-7035-3336-6DC8-779B6D52CDC9}"/>
              </a:ext>
            </a:extLst>
          </p:cNvPr>
          <p:cNvSpPr txBox="1"/>
          <p:nvPr/>
        </p:nvSpPr>
        <p:spPr>
          <a:xfrm>
            <a:off x="13941034" y="4278802"/>
            <a:ext cx="855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跨图对比学习</a:t>
            </a:r>
          </a:p>
        </p:txBody>
      </p:sp>
      <p:cxnSp>
        <p:nvCxnSpPr>
          <p:cNvPr id="654" name="连接符: 肘形 653">
            <a:extLst>
              <a:ext uri="{FF2B5EF4-FFF2-40B4-BE49-F238E27FC236}">
                <a16:creationId xmlns:a16="http://schemas.microsoft.com/office/drawing/2014/main" id="{6704B465-FB6C-CC39-BC05-D50C9C5CDEC2}"/>
              </a:ext>
            </a:extLst>
          </p:cNvPr>
          <p:cNvCxnSpPr>
            <a:cxnSpLocks/>
          </p:cNvCxnSpPr>
          <p:nvPr/>
        </p:nvCxnSpPr>
        <p:spPr>
          <a:xfrm rot="5400000">
            <a:off x="7719102" y="2095641"/>
            <a:ext cx="780184" cy="711072"/>
          </a:xfrm>
          <a:prstGeom prst="bentConnector3">
            <a:avLst>
              <a:gd name="adj1" fmla="val -649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0" name="图片 659">
            <a:extLst>
              <a:ext uri="{FF2B5EF4-FFF2-40B4-BE49-F238E27FC236}">
                <a16:creationId xmlns:a16="http://schemas.microsoft.com/office/drawing/2014/main" id="{77631453-DBCE-9E6D-6333-DB0486279F1A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84" y="330607"/>
            <a:ext cx="1608491" cy="160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98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F2AF76FE-D9F9-1CF7-5347-B7A266FA7620}"/>
              </a:ext>
            </a:extLst>
          </p:cNvPr>
          <p:cNvSpPr/>
          <p:nvPr/>
        </p:nvSpPr>
        <p:spPr>
          <a:xfrm>
            <a:off x="6737090" y="965122"/>
            <a:ext cx="343003" cy="1578348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流程图: 手动操作 2">
            <a:extLst>
              <a:ext uri="{FF2B5EF4-FFF2-40B4-BE49-F238E27FC236}">
                <a16:creationId xmlns:a16="http://schemas.microsoft.com/office/drawing/2014/main" id="{5903085C-2CC8-EB4B-D6E5-D566C2E80AA9}"/>
              </a:ext>
            </a:extLst>
          </p:cNvPr>
          <p:cNvSpPr/>
          <p:nvPr/>
        </p:nvSpPr>
        <p:spPr>
          <a:xfrm rot="16200000">
            <a:off x="5417383" y="1377142"/>
            <a:ext cx="1332662" cy="736446"/>
          </a:xfrm>
          <a:prstGeom prst="flowChartManualOperatio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C38E382-384C-8B1C-8A12-1AF9EA789937}"/>
              </a:ext>
            </a:extLst>
          </p:cNvPr>
          <p:cNvSpPr/>
          <p:nvPr/>
        </p:nvSpPr>
        <p:spPr>
          <a:xfrm>
            <a:off x="49764" y="161897"/>
            <a:ext cx="2030595" cy="2670929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9739D0E-C9F5-EA3A-06BC-07744AB1C672}"/>
              </a:ext>
            </a:extLst>
          </p:cNvPr>
          <p:cNvSpPr/>
          <p:nvPr/>
        </p:nvSpPr>
        <p:spPr>
          <a:xfrm>
            <a:off x="100380" y="2145627"/>
            <a:ext cx="1934687" cy="619832"/>
          </a:xfrm>
          <a:prstGeom prst="roundRect">
            <a:avLst>
              <a:gd name="adj" fmla="val 1511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4CE9D2-6DB3-09EB-EE11-9B6497B5EF37}"/>
              </a:ext>
            </a:extLst>
          </p:cNvPr>
          <p:cNvSpPr txBox="1"/>
          <p:nvPr/>
        </p:nvSpPr>
        <p:spPr>
          <a:xfrm>
            <a:off x="112868" y="2173723"/>
            <a:ext cx="19346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正品   男女 情侣款 针织套装   运动衣服   春秋装 </a:t>
            </a:r>
            <a:r>
              <a:rPr lang="en-US" altLang="zh-CN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5169 </a:t>
            </a:r>
            <a:r>
              <a:rPr lang="zh-CN" altLang="en-US" sz="11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特价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E80A2D-338F-39E2-DC37-7BFB7E7F3326}"/>
              </a:ext>
            </a:extLst>
          </p:cNvPr>
          <p:cNvSpPr txBox="1"/>
          <p:nvPr/>
        </p:nvSpPr>
        <p:spPr>
          <a:xfrm>
            <a:off x="2227017" y="375009"/>
            <a:ext cx="396079" cy="4259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B0F0"/>
                </a:solidFill>
                <a:sym typeface="+mn-ea"/>
              </a:rPr>
              <a:t>❄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6BEC2A-4325-7E24-BA94-610C6A0C9735}"/>
              </a:ext>
            </a:extLst>
          </p:cNvPr>
          <p:cNvSpPr/>
          <p:nvPr/>
        </p:nvSpPr>
        <p:spPr>
          <a:xfrm>
            <a:off x="2372419" y="527569"/>
            <a:ext cx="531280" cy="2305259"/>
          </a:xfrm>
          <a:prstGeom prst="roundRect">
            <a:avLst>
              <a:gd name="adj" fmla="val 432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FC4D68D-F956-DD67-3CF9-8557E6848CD1}"/>
              </a:ext>
            </a:extLst>
          </p:cNvPr>
          <p:cNvCxnSpPr>
            <a:cxnSpLocks/>
          </p:cNvCxnSpPr>
          <p:nvPr/>
        </p:nvCxnSpPr>
        <p:spPr>
          <a:xfrm>
            <a:off x="1631158" y="1101795"/>
            <a:ext cx="76799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1F1A58D-BB51-210B-1289-B697C27D64F9}"/>
              </a:ext>
            </a:extLst>
          </p:cNvPr>
          <p:cNvCxnSpPr>
            <a:cxnSpLocks/>
          </p:cNvCxnSpPr>
          <p:nvPr/>
        </p:nvCxnSpPr>
        <p:spPr>
          <a:xfrm>
            <a:off x="2073484" y="2455543"/>
            <a:ext cx="3166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A6BF52-FE60-37D9-BF70-384C40C37012}"/>
              </a:ext>
            </a:extLst>
          </p:cNvPr>
          <p:cNvSpPr/>
          <p:nvPr/>
        </p:nvSpPr>
        <p:spPr>
          <a:xfrm>
            <a:off x="204052" y="3287524"/>
            <a:ext cx="559471" cy="332007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BEAABCC6-5762-A8F5-E635-A494FD686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045" y="5429184"/>
            <a:ext cx="559477" cy="546374"/>
          </a:xfrm>
          <a:prstGeom prst="rect">
            <a:avLst/>
          </a:prstGeom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15DDCCBB-D787-2D9B-9D32-B740CC714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915" y="3832556"/>
            <a:ext cx="522367" cy="510133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22F33962-AECB-D944-09A8-966D13140F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021" y="3385824"/>
            <a:ext cx="434384" cy="424211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C83B69D3-C6EF-8E46-0E2E-4FE769B7BC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2367" y="4409311"/>
            <a:ext cx="449176" cy="438656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2D9A5B93-EE12-59FC-D332-D1CBBF1C76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6633" y="4934001"/>
            <a:ext cx="414912" cy="405195"/>
          </a:xfrm>
          <a:prstGeom prst="rect">
            <a:avLst/>
          </a:prstGeom>
        </p:spPr>
      </p:pic>
      <p:pic>
        <p:nvPicPr>
          <p:cNvPr id="17" name="图形 16">
            <a:extLst>
              <a:ext uri="{FF2B5EF4-FFF2-40B4-BE49-F238E27FC236}">
                <a16:creationId xmlns:a16="http://schemas.microsoft.com/office/drawing/2014/main" id="{75E958F8-926D-3548-5C0B-839AE41261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1523" y="6086157"/>
            <a:ext cx="400022" cy="390653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285AFA9-4D9C-4E55-F928-E7CDA90D8703}"/>
              </a:ext>
            </a:extLst>
          </p:cNvPr>
          <p:cNvSpPr/>
          <p:nvPr/>
        </p:nvSpPr>
        <p:spPr>
          <a:xfrm>
            <a:off x="2047555" y="3287524"/>
            <a:ext cx="1081830" cy="3320074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9F876182-3C42-1697-D421-ACD10E2F5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9781" y="5429184"/>
            <a:ext cx="559477" cy="546374"/>
          </a:xfrm>
          <a:prstGeom prst="rect">
            <a:avLst/>
          </a:prstGeom>
        </p:spPr>
      </p:pic>
      <p:pic>
        <p:nvPicPr>
          <p:cNvPr id="20" name="图形 19">
            <a:extLst>
              <a:ext uri="{FF2B5EF4-FFF2-40B4-BE49-F238E27FC236}">
                <a16:creationId xmlns:a16="http://schemas.microsoft.com/office/drawing/2014/main" id="{F957B1DE-0F31-F91B-8AE0-1A906DFF31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0651" y="3832556"/>
            <a:ext cx="522367" cy="510133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34B93558-8317-36A0-2681-E0F12072FC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73640" y="3347147"/>
            <a:ext cx="434384" cy="424211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CF2F7F7B-CF6B-1F50-E430-9CBB88E21C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98103" y="4409311"/>
            <a:ext cx="449176" cy="438656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F6E60C83-CB56-F9F5-FF57-9CC1DE0721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32369" y="4934001"/>
            <a:ext cx="414912" cy="405195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6C526FED-6B6A-6387-53F3-93C572DB55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47259" y="6086157"/>
            <a:ext cx="400022" cy="390653"/>
          </a:xfrm>
          <a:prstGeom prst="rect">
            <a:avLst/>
          </a:prstGeom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05A26EA-0256-5679-BD8F-726F6E0840A0}"/>
              </a:ext>
            </a:extLst>
          </p:cNvPr>
          <p:cNvSpPr/>
          <p:nvPr/>
        </p:nvSpPr>
        <p:spPr>
          <a:xfrm>
            <a:off x="1094100" y="3417354"/>
            <a:ext cx="559471" cy="3078791"/>
          </a:xfrm>
          <a:prstGeom prst="roundRect">
            <a:avLst>
              <a:gd name="adj" fmla="val 432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协同信息评分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8F63E0D-807A-32C0-F246-FDA8C2943996}"/>
              </a:ext>
            </a:extLst>
          </p:cNvPr>
          <p:cNvCxnSpPr>
            <a:cxnSpLocks/>
          </p:cNvCxnSpPr>
          <p:nvPr/>
        </p:nvCxnSpPr>
        <p:spPr>
          <a:xfrm>
            <a:off x="766045" y="4902028"/>
            <a:ext cx="3166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BC20388-6343-484C-0F7B-2386A0550732}"/>
              </a:ext>
            </a:extLst>
          </p:cNvPr>
          <p:cNvCxnSpPr>
            <a:cxnSpLocks/>
          </p:cNvCxnSpPr>
          <p:nvPr/>
        </p:nvCxnSpPr>
        <p:spPr>
          <a:xfrm>
            <a:off x="1657386" y="4902028"/>
            <a:ext cx="31662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CB03D00-2BA0-E5D1-5617-0E7E1350BFCD}"/>
              </a:ext>
            </a:extLst>
          </p:cNvPr>
          <p:cNvCxnSpPr>
            <a:cxnSpLocks/>
          </p:cNvCxnSpPr>
          <p:nvPr/>
        </p:nvCxnSpPr>
        <p:spPr>
          <a:xfrm>
            <a:off x="2893937" y="1602843"/>
            <a:ext cx="41673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9691A08-6F73-DC04-B4E0-3D3BED6E3319}"/>
              </a:ext>
            </a:extLst>
          </p:cNvPr>
          <p:cNvSpPr txBox="1"/>
          <p:nvPr/>
        </p:nvSpPr>
        <p:spPr>
          <a:xfrm>
            <a:off x="2521121" y="3920897"/>
            <a:ext cx="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0.84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368E723-8C56-EFD2-650A-E7F8AB9F560D}"/>
              </a:ext>
            </a:extLst>
          </p:cNvPr>
          <p:cNvSpPr txBox="1"/>
          <p:nvPr/>
        </p:nvSpPr>
        <p:spPr>
          <a:xfrm>
            <a:off x="2525448" y="4432178"/>
            <a:ext cx="67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0.78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39E6EC-238B-DE83-3E5D-A1889234589C}"/>
              </a:ext>
            </a:extLst>
          </p:cNvPr>
          <p:cNvSpPr txBox="1"/>
          <p:nvPr/>
        </p:nvSpPr>
        <p:spPr>
          <a:xfrm>
            <a:off x="2517685" y="4970362"/>
            <a:ext cx="90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0.70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0757AD3-084D-6A46-70E8-477FF64B42B0}"/>
              </a:ext>
            </a:extLst>
          </p:cNvPr>
          <p:cNvSpPr txBox="1"/>
          <p:nvPr/>
        </p:nvSpPr>
        <p:spPr>
          <a:xfrm>
            <a:off x="2527710" y="5517705"/>
            <a:ext cx="83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0.79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199E306-AA03-BD31-29BD-20D640A9F1A6}"/>
              </a:ext>
            </a:extLst>
          </p:cNvPr>
          <p:cNvSpPr txBox="1"/>
          <p:nvPr/>
        </p:nvSpPr>
        <p:spPr>
          <a:xfrm>
            <a:off x="2519192" y="6086155"/>
            <a:ext cx="104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0.64</a:t>
            </a:r>
            <a:endParaRPr lang="zh-CN" altLang="en-US" dirty="0"/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748241D5-AE06-8402-E506-D836606E0389}"/>
              </a:ext>
            </a:extLst>
          </p:cNvPr>
          <p:cNvCxnSpPr>
            <a:cxnSpLocks/>
            <a:stCxn id="65" idx="2"/>
            <a:endCxn id="18" idx="0"/>
          </p:cNvCxnSpPr>
          <p:nvPr/>
        </p:nvCxnSpPr>
        <p:spPr>
          <a:xfrm rot="5400000">
            <a:off x="2867721" y="2293914"/>
            <a:ext cx="714360" cy="127286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4BBC7CFD-5866-2069-5A36-02795900247F}"/>
              </a:ext>
            </a:extLst>
          </p:cNvPr>
          <p:cNvSpPr/>
          <p:nvPr/>
        </p:nvSpPr>
        <p:spPr>
          <a:xfrm>
            <a:off x="3673055" y="3248803"/>
            <a:ext cx="531280" cy="3456395"/>
          </a:xfrm>
          <a:prstGeom prst="roundRect">
            <a:avLst>
              <a:gd name="adj" fmla="val 4328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大语言模型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C79759A-F84E-8D3F-8628-370497557ED2}"/>
              </a:ext>
            </a:extLst>
          </p:cNvPr>
          <p:cNvCxnSpPr>
            <a:cxnSpLocks/>
          </p:cNvCxnSpPr>
          <p:nvPr/>
        </p:nvCxnSpPr>
        <p:spPr>
          <a:xfrm>
            <a:off x="3132618" y="4892272"/>
            <a:ext cx="553073" cy="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CDB2D96D-A961-7AA6-BBAB-3BC000314ED2}"/>
              </a:ext>
            </a:extLst>
          </p:cNvPr>
          <p:cNvSpPr txBox="1"/>
          <p:nvPr/>
        </p:nvSpPr>
        <p:spPr>
          <a:xfrm>
            <a:off x="3553851" y="3080811"/>
            <a:ext cx="396079" cy="42591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400" b="1" dirty="0">
                <a:solidFill>
                  <a:srgbClr val="00B0F0"/>
                </a:solidFill>
                <a:sym typeface="+mn-ea"/>
              </a:rPr>
              <a:t>❄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625815F-C9DE-F326-3869-1F63F93A1C24}"/>
              </a:ext>
            </a:extLst>
          </p:cNvPr>
          <p:cNvCxnSpPr>
            <a:cxnSpLocks/>
          </p:cNvCxnSpPr>
          <p:nvPr/>
        </p:nvCxnSpPr>
        <p:spPr>
          <a:xfrm>
            <a:off x="4214024" y="3770259"/>
            <a:ext cx="553073" cy="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944B4DF-DB14-1718-32B9-9F6C9F3FEA9A}"/>
              </a:ext>
            </a:extLst>
          </p:cNvPr>
          <p:cNvCxnSpPr>
            <a:cxnSpLocks/>
          </p:cNvCxnSpPr>
          <p:nvPr/>
        </p:nvCxnSpPr>
        <p:spPr>
          <a:xfrm>
            <a:off x="4254458" y="5186052"/>
            <a:ext cx="553073" cy="3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E703AC0-D21B-10D8-140E-F81E8FC530FA}"/>
              </a:ext>
            </a:extLst>
          </p:cNvPr>
          <p:cNvSpPr/>
          <p:nvPr/>
        </p:nvSpPr>
        <p:spPr>
          <a:xfrm>
            <a:off x="4778388" y="4099579"/>
            <a:ext cx="1244339" cy="2758421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4" dirty="0"/>
          </a:p>
        </p:txBody>
      </p:sp>
      <p:pic>
        <p:nvPicPr>
          <p:cNvPr id="41" name="图形 40">
            <a:extLst>
              <a:ext uri="{FF2B5EF4-FFF2-40B4-BE49-F238E27FC236}">
                <a16:creationId xmlns:a16="http://schemas.microsoft.com/office/drawing/2014/main" id="{3E09BA92-7E98-BEF6-2F36-C2432DDE8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7145" y="5734545"/>
            <a:ext cx="559477" cy="546374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ABD71ECC-0783-634A-1EDE-18CC7623F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8015" y="4137917"/>
            <a:ext cx="522367" cy="510133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B77CF752-60B3-AD47-4AAE-7C2FF1BA81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85467" y="4714672"/>
            <a:ext cx="449176" cy="438656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422F9C1F-D29A-1042-4C79-A886D3A126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19733" y="5239362"/>
            <a:ext cx="414912" cy="405195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0A31ABFE-1285-C6AC-C2CC-3DC16AB519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34623" y="6391518"/>
            <a:ext cx="400022" cy="390653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id="{00F6F7C4-BF53-6234-9E79-916FFC419CB9}"/>
              </a:ext>
            </a:extLst>
          </p:cNvPr>
          <p:cNvGrpSpPr/>
          <p:nvPr/>
        </p:nvGrpSpPr>
        <p:grpSpPr>
          <a:xfrm rot="5400000">
            <a:off x="4567554" y="2086385"/>
            <a:ext cx="905508" cy="223471"/>
            <a:chOff x="6720" y="7487"/>
            <a:chExt cx="8255" cy="1210"/>
          </a:xfrm>
          <a:solidFill>
            <a:srgbClr val="EEA38C"/>
          </a:solidFill>
        </p:grpSpPr>
        <p:sp>
          <p:nvSpPr>
            <p:cNvPr id="47" name="Google Shape;78;p16">
              <a:extLst>
                <a:ext uri="{FF2B5EF4-FFF2-40B4-BE49-F238E27FC236}">
                  <a16:creationId xmlns:a16="http://schemas.microsoft.com/office/drawing/2014/main" id="{B2427E21-6901-D96C-D401-550F82124AB6}"/>
                </a:ext>
              </a:extLst>
            </p:cNvPr>
            <p:cNvSpPr/>
            <p:nvPr/>
          </p:nvSpPr>
          <p:spPr>
            <a:xfrm>
              <a:off x="6720" y="7487"/>
              <a:ext cx="8255" cy="1204"/>
            </a:xfrm>
            <a:prstGeom prst="roundRect">
              <a:avLst>
                <a:gd name="adj" fmla="val 0"/>
              </a:avLst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48" name="Google Shape;79;p16">
              <a:extLst>
                <a:ext uri="{FF2B5EF4-FFF2-40B4-BE49-F238E27FC236}">
                  <a16:creationId xmlns:a16="http://schemas.microsoft.com/office/drawing/2014/main" id="{404341F1-B14B-C9BE-D128-8C056C36304F}"/>
                </a:ext>
              </a:extLst>
            </p:cNvPr>
            <p:cNvCxnSpPr/>
            <p:nvPr/>
          </p:nvCxnSpPr>
          <p:spPr>
            <a:xfrm flipH="1">
              <a:off x="79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80;p16">
              <a:extLst>
                <a:ext uri="{FF2B5EF4-FFF2-40B4-BE49-F238E27FC236}">
                  <a16:creationId xmlns:a16="http://schemas.microsoft.com/office/drawing/2014/main" id="{442F51F3-6CD6-98DD-58C2-02BA85496543}"/>
                </a:ext>
              </a:extLst>
            </p:cNvPr>
            <p:cNvCxnSpPr/>
            <p:nvPr/>
          </p:nvCxnSpPr>
          <p:spPr>
            <a:xfrm flipH="1">
              <a:off x="90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81;p16">
              <a:extLst>
                <a:ext uri="{FF2B5EF4-FFF2-40B4-BE49-F238E27FC236}">
                  <a16:creationId xmlns:a16="http://schemas.microsoft.com/office/drawing/2014/main" id="{B527F1CC-7731-73D3-88E6-3FDC81405DBA}"/>
                </a:ext>
              </a:extLst>
            </p:cNvPr>
            <p:cNvCxnSpPr/>
            <p:nvPr/>
          </p:nvCxnSpPr>
          <p:spPr>
            <a:xfrm flipH="1">
              <a:off x="102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82;p16">
              <a:extLst>
                <a:ext uri="{FF2B5EF4-FFF2-40B4-BE49-F238E27FC236}">
                  <a16:creationId xmlns:a16="http://schemas.microsoft.com/office/drawing/2014/main" id="{A7DF6E88-FE1B-7C41-993C-EA8D06D3247F}"/>
                </a:ext>
              </a:extLst>
            </p:cNvPr>
            <p:cNvCxnSpPr/>
            <p:nvPr/>
          </p:nvCxnSpPr>
          <p:spPr>
            <a:xfrm flipH="1">
              <a:off x="114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83;p16">
              <a:extLst>
                <a:ext uri="{FF2B5EF4-FFF2-40B4-BE49-F238E27FC236}">
                  <a16:creationId xmlns:a16="http://schemas.microsoft.com/office/drawing/2014/main" id="{3A5BBD38-A70D-BA88-6AF0-4DDAFE40F1E7}"/>
                </a:ext>
              </a:extLst>
            </p:cNvPr>
            <p:cNvCxnSpPr/>
            <p:nvPr/>
          </p:nvCxnSpPr>
          <p:spPr>
            <a:xfrm flipH="1">
              <a:off x="125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84;p16">
              <a:extLst>
                <a:ext uri="{FF2B5EF4-FFF2-40B4-BE49-F238E27FC236}">
                  <a16:creationId xmlns:a16="http://schemas.microsoft.com/office/drawing/2014/main" id="{055F0F4B-70F2-F266-F699-3C2263A29606}"/>
                </a:ext>
              </a:extLst>
            </p:cNvPr>
            <p:cNvCxnSpPr/>
            <p:nvPr/>
          </p:nvCxnSpPr>
          <p:spPr>
            <a:xfrm flipH="1">
              <a:off x="137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66F1CCC-151C-6285-E38C-27D1937C620A}"/>
              </a:ext>
            </a:extLst>
          </p:cNvPr>
          <p:cNvGrpSpPr/>
          <p:nvPr/>
        </p:nvGrpSpPr>
        <p:grpSpPr>
          <a:xfrm rot="5400000">
            <a:off x="4567555" y="1038354"/>
            <a:ext cx="905508" cy="223471"/>
            <a:chOff x="6720" y="7487"/>
            <a:chExt cx="8255" cy="1210"/>
          </a:xfrm>
          <a:solidFill>
            <a:srgbClr val="EEA38C"/>
          </a:solidFill>
        </p:grpSpPr>
        <p:sp>
          <p:nvSpPr>
            <p:cNvPr id="55" name="Google Shape;78;p16">
              <a:extLst>
                <a:ext uri="{FF2B5EF4-FFF2-40B4-BE49-F238E27FC236}">
                  <a16:creationId xmlns:a16="http://schemas.microsoft.com/office/drawing/2014/main" id="{77C8FFEE-6496-DBDA-9482-992301A2CA65}"/>
                </a:ext>
              </a:extLst>
            </p:cNvPr>
            <p:cNvSpPr/>
            <p:nvPr/>
          </p:nvSpPr>
          <p:spPr>
            <a:xfrm>
              <a:off x="6720" y="7487"/>
              <a:ext cx="8255" cy="1204"/>
            </a:xfrm>
            <a:prstGeom prst="roundRect">
              <a:avLst>
                <a:gd name="adj" fmla="val 0"/>
              </a:avLst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56" name="Google Shape;79;p16">
              <a:extLst>
                <a:ext uri="{FF2B5EF4-FFF2-40B4-BE49-F238E27FC236}">
                  <a16:creationId xmlns:a16="http://schemas.microsoft.com/office/drawing/2014/main" id="{ACA3551D-9791-41D3-2359-ED1245F03D8B}"/>
                </a:ext>
              </a:extLst>
            </p:cNvPr>
            <p:cNvCxnSpPr/>
            <p:nvPr/>
          </p:nvCxnSpPr>
          <p:spPr>
            <a:xfrm flipH="1">
              <a:off x="79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80;p16">
              <a:extLst>
                <a:ext uri="{FF2B5EF4-FFF2-40B4-BE49-F238E27FC236}">
                  <a16:creationId xmlns:a16="http://schemas.microsoft.com/office/drawing/2014/main" id="{6725440C-F413-0B59-BB5E-87C4594CC5B7}"/>
                </a:ext>
              </a:extLst>
            </p:cNvPr>
            <p:cNvCxnSpPr/>
            <p:nvPr/>
          </p:nvCxnSpPr>
          <p:spPr>
            <a:xfrm flipH="1">
              <a:off x="90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81;p16">
              <a:extLst>
                <a:ext uri="{FF2B5EF4-FFF2-40B4-BE49-F238E27FC236}">
                  <a16:creationId xmlns:a16="http://schemas.microsoft.com/office/drawing/2014/main" id="{4D4B48C0-BB9B-9F39-B84F-87AD6E5CA1DB}"/>
                </a:ext>
              </a:extLst>
            </p:cNvPr>
            <p:cNvCxnSpPr/>
            <p:nvPr/>
          </p:nvCxnSpPr>
          <p:spPr>
            <a:xfrm flipH="1">
              <a:off x="102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82;p16">
              <a:extLst>
                <a:ext uri="{FF2B5EF4-FFF2-40B4-BE49-F238E27FC236}">
                  <a16:creationId xmlns:a16="http://schemas.microsoft.com/office/drawing/2014/main" id="{5DD54833-6D3C-59C9-8593-A868B753C4C7}"/>
                </a:ext>
              </a:extLst>
            </p:cNvPr>
            <p:cNvCxnSpPr/>
            <p:nvPr/>
          </p:nvCxnSpPr>
          <p:spPr>
            <a:xfrm flipH="1">
              <a:off x="11428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83;p16">
              <a:extLst>
                <a:ext uri="{FF2B5EF4-FFF2-40B4-BE49-F238E27FC236}">
                  <a16:creationId xmlns:a16="http://schemas.microsoft.com/office/drawing/2014/main" id="{FA9C0CA4-A114-6D3F-D1A8-CBE69214DAE9}"/>
                </a:ext>
              </a:extLst>
            </p:cNvPr>
            <p:cNvCxnSpPr/>
            <p:nvPr/>
          </p:nvCxnSpPr>
          <p:spPr>
            <a:xfrm flipH="1">
              <a:off x="12595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84;p16">
              <a:extLst>
                <a:ext uri="{FF2B5EF4-FFF2-40B4-BE49-F238E27FC236}">
                  <a16:creationId xmlns:a16="http://schemas.microsoft.com/office/drawing/2014/main" id="{D89D9F66-BD21-4DC2-BD8E-5D243F14032E}"/>
                </a:ext>
              </a:extLst>
            </p:cNvPr>
            <p:cNvCxnSpPr/>
            <p:nvPr/>
          </p:nvCxnSpPr>
          <p:spPr>
            <a:xfrm flipH="1">
              <a:off x="13762" y="7493"/>
              <a:ext cx="12" cy="1204"/>
            </a:xfrm>
            <a:prstGeom prst="straightConnector1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C0E38B3-73C2-19DB-E573-09BB9396BE4A}"/>
              </a:ext>
            </a:extLst>
          </p:cNvPr>
          <p:cNvCxnSpPr>
            <a:cxnSpLocks/>
          </p:cNvCxnSpPr>
          <p:nvPr/>
        </p:nvCxnSpPr>
        <p:spPr>
          <a:xfrm>
            <a:off x="4301510" y="1214332"/>
            <a:ext cx="5944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8F3DCEC-F72F-48B6-607D-E59B4869D1CD}"/>
              </a:ext>
            </a:extLst>
          </p:cNvPr>
          <p:cNvCxnSpPr>
            <a:cxnSpLocks/>
          </p:cNvCxnSpPr>
          <p:nvPr/>
        </p:nvCxnSpPr>
        <p:spPr>
          <a:xfrm flipV="1">
            <a:off x="5009685" y="2689040"/>
            <a:ext cx="0" cy="4662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D870C1FE-37A1-5483-993D-7728DBCFFAB0}"/>
              </a:ext>
            </a:extLst>
          </p:cNvPr>
          <p:cNvSpPr/>
          <p:nvPr/>
        </p:nvSpPr>
        <p:spPr>
          <a:xfrm>
            <a:off x="4778388" y="3168195"/>
            <a:ext cx="1244339" cy="926446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该用户喜欢衣服类商品</a:t>
            </a: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01CDF90-43F7-A436-572E-3E199EF4AF23}"/>
              </a:ext>
            </a:extLst>
          </p:cNvPr>
          <p:cNvSpPr/>
          <p:nvPr/>
        </p:nvSpPr>
        <p:spPr>
          <a:xfrm>
            <a:off x="3276423" y="586311"/>
            <a:ext cx="1169815" cy="1986853"/>
          </a:xfrm>
          <a:prstGeom prst="roundRect">
            <a:avLst>
              <a:gd name="adj" fmla="val 3512"/>
            </a:avLst>
          </a:prstGeom>
          <a:solidFill>
            <a:srgbClr val="FBE5D6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zh-CN" altLang="en-US" sz="2134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34F6E47-B461-B728-FD14-7FC7AF584790}"/>
              </a:ext>
            </a:extLst>
          </p:cNvPr>
          <p:cNvSpPr txBox="1"/>
          <p:nvPr/>
        </p:nvSpPr>
        <p:spPr>
          <a:xfrm>
            <a:off x="3230006" y="773594"/>
            <a:ext cx="12443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男女情侣款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针织套装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运动衣服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春秋装</a:t>
            </a:r>
            <a:r>
              <a:rPr lang="en-US" altLang="zh-CN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蓝黑色</a:t>
            </a:r>
          </a:p>
          <a:p>
            <a:endParaRPr lang="zh-CN" altLang="en-US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71FB319-A17F-5FD0-4E1C-F5AF46A5299B}"/>
              </a:ext>
            </a:extLst>
          </p:cNvPr>
          <p:cNvSpPr txBox="1"/>
          <p:nvPr/>
        </p:nvSpPr>
        <p:spPr>
          <a:xfrm>
            <a:off x="5328126" y="4224645"/>
            <a:ext cx="833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0.84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9996307-64E3-26AD-5868-E66D19788E9A}"/>
              </a:ext>
            </a:extLst>
          </p:cNvPr>
          <p:cNvSpPr txBox="1"/>
          <p:nvPr/>
        </p:nvSpPr>
        <p:spPr>
          <a:xfrm>
            <a:off x="5332453" y="4735926"/>
            <a:ext cx="673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0.78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1801EBC-3CF1-6335-3F96-7B465154B28F}"/>
              </a:ext>
            </a:extLst>
          </p:cNvPr>
          <p:cNvSpPr txBox="1"/>
          <p:nvPr/>
        </p:nvSpPr>
        <p:spPr>
          <a:xfrm>
            <a:off x="5324690" y="5274110"/>
            <a:ext cx="905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0.70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71066BD-A2F4-A2D4-268E-189CFFCCA092}"/>
              </a:ext>
            </a:extLst>
          </p:cNvPr>
          <p:cNvSpPr txBox="1"/>
          <p:nvPr/>
        </p:nvSpPr>
        <p:spPr>
          <a:xfrm>
            <a:off x="5334715" y="5821453"/>
            <a:ext cx="835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0.79</a:t>
            </a:r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C3771E8-DB09-1534-49BD-56A487B5D568}"/>
              </a:ext>
            </a:extLst>
          </p:cNvPr>
          <p:cNvSpPr txBox="1"/>
          <p:nvPr/>
        </p:nvSpPr>
        <p:spPr>
          <a:xfrm>
            <a:off x="5326197" y="6389903"/>
            <a:ext cx="1043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0.65</a:t>
            </a:r>
            <a:endParaRPr lang="zh-CN" altLang="en-US" dirty="0"/>
          </a:p>
        </p:txBody>
      </p:sp>
      <p:pic>
        <p:nvPicPr>
          <p:cNvPr id="72" name="图形 71">
            <a:extLst>
              <a:ext uri="{FF2B5EF4-FFF2-40B4-BE49-F238E27FC236}">
                <a16:creationId xmlns:a16="http://schemas.microsoft.com/office/drawing/2014/main" id="{13D484D5-7783-EE7D-19F2-F8B33D850D5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97292" y="5332690"/>
            <a:ext cx="336551" cy="328669"/>
          </a:xfrm>
          <a:prstGeom prst="rect">
            <a:avLst/>
          </a:prstGeom>
        </p:spPr>
      </p:pic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B3BF7AA-8EB4-AABB-C8DD-19EDFF77F9AF}"/>
              </a:ext>
            </a:extLst>
          </p:cNvPr>
          <p:cNvCxnSpPr>
            <a:cxnSpLocks/>
          </p:cNvCxnSpPr>
          <p:nvPr/>
        </p:nvCxnSpPr>
        <p:spPr>
          <a:xfrm>
            <a:off x="5125393" y="1213764"/>
            <a:ext cx="5944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9BC4B60-1858-F39F-AAC6-E70362A42B55}"/>
              </a:ext>
            </a:extLst>
          </p:cNvPr>
          <p:cNvCxnSpPr>
            <a:cxnSpLocks/>
          </p:cNvCxnSpPr>
          <p:nvPr/>
        </p:nvCxnSpPr>
        <p:spPr>
          <a:xfrm>
            <a:off x="5125393" y="2145627"/>
            <a:ext cx="59447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F1AA6D3B-9B82-BBD9-0CD6-5D77769191E3}"/>
              </a:ext>
            </a:extLst>
          </p:cNvPr>
          <p:cNvSpPr txBox="1"/>
          <p:nvPr/>
        </p:nvSpPr>
        <p:spPr>
          <a:xfrm>
            <a:off x="5848636" y="1447194"/>
            <a:ext cx="461665" cy="62555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50CF829-3953-3C85-1FB1-763F75DA4770}"/>
              </a:ext>
            </a:extLst>
          </p:cNvPr>
          <p:cNvSpPr/>
          <p:nvPr/>
        </p:nvSpPr>
        <p:spPr>
          <a:xfrm rot="10800000">
            <a:off x="6834218" y="10373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2F14FCE-2599-A6CC-1BB9-A04A98FDD706}"/>
              </a:ext>
            </a:extLst>
          </p:cNvPr>
          <p:cNvSpPr/>
          <p:nvPr/>
        </p:nvSpPr>
        <p:spPr>
          <a:xfrm>
            <a:off x="6839334" y="1878990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855BF51-71B9-560D-991E-A105FDC2BE55}"/>
              </a:ext>
            </a:extLst>
          </p:cNvPr>
          <p:cNvSpPr/>
          <p:nvPr/>
        </p:nvSpPr>
        <p:spPr>
          <a:xfrm>
            <a:off x="6843855" y="2034465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E166C7E5-21A7-F567-DFF6-28700CDB2EA7}"/>
              </a:ext>
            </a:extLst>
          </p:cNvPr>
          <p:cNvSpPr/>
          <p:nvPr/>
        </p:nvSpPr>
        <p:spPr>
          <a:xfrm>
            <a:off x="6841530" y="2183790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10621311-E636-2EA1-9106-AAFDF5A8E0FA}"/>
              </a:ext>
            </a:extLst>
          </p:cNvPr>
          <p:cNvSpPr/>
          <p:nvPr/>
        </p:nvSpPr>
        <p:spPr>
          <a:xfrm>
            <a:off x="6842625" y="2336190"/>
            <a:ext cx="133761" cy="152012"/>
          </a:xfrm>
          <a:prstGeom prst="rect">
            <a:avLst/>
          </a:prstGeom>
          <a:solidFill>
            <a:srgbClr val="76C2CD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D6E028A-A7C6-CF52-C036-DA9A471634C2}"/>
              </a:ext>
            </a:extLst>
          </p:cNvPr>
          <p:cNvSpPr/>
          <p:nvPr/>
        </p:nvSpPr>
        <p:spPr>
          <a:xfrm rot="10800000">
            <a:off x="6835319" y="11897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C4DEEB3-AB0B-EE2B-8E31-16C17741D2D2}"/>
              </a:ext>
            </a:extLst>
          </p:cNvPr>
          <p:cNvSpPr/>
          <p:nvPr/>
        </p:nvSpPr>
        <p:spPr>
          <a:xfrm rot="10800000">
            <a:off x="6836414" y="13421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A4A62865-4657-1B00-1C07-F1AEDB8DF6C2}"/>
              </a:ext>
            </a:extLst>
          </p:cNvPr>
          <p:cNvSpPr/>
          <p:nvPr/>
        </p:nvSpPr>
        <p:spPr>
          <a:xfrm rot="10800000">
            <a:off x="6837513" y="1494563"/>
            <a:ext cx="133761" cy="152012"/>
          </a:xfrm>
          <a:prstGeom prst="rect">
            <a:avLst/>
          </a:prstGeom>
          <a:solidFill>
            <a:srgbClr val="559BD4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1E85FA63-7D66-6FBD-67F4-D9D2E5D04F6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6443089" y="1745365"/>
            <a:ext cx="294001" cy="89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7" name="图片 106">
            <a:extLst>
              <a:ext uri="{FF2B5EF4-FFF2-40B4-BE49-F238E27FC236}">
                <a16:creationId xmlns:a16="http://schemas.microsoft.com/office/drawing/2014/main" id="{B3078CA6-8DE4-24AA-3653-5687B8DE5F6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84" y="330607"/>
            <a:ext cx="1608491" cy="160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1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1221</TotalTime>
  <Words>174</Words>
  <Application>Microsoft Office PowerPoint</Application>
  <PresentationFormat>自定义</PresentationFormat>
  <Paragraphs>57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等线</vt:lpstr>
      <vt:lpstr>宋体</vt:lpstr>
      <vt:lpstr>微软雅黑</vt:lpstr>
      <vt:lpstr>Arial</vt:lpstr>
      <vt:lpstr>Calibri</vt:lpstr>
      <vt:lpstr>Calibri Light</vt:lpstr>
      <vt:lpstr>Cambria Math</vt:lpstr>
      <vt:lpstr>Consolas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佳明 魏</dc:creator>
  <cp:lastModifiedBy>红雨 樊</cp:lastModifiedBy>
  <cp:revision>22</cp:revision>
  <dcterms:created xsi:type="dcterms:W3CDTF">2025-06-25T07:29:53Z</dcterms:created>
  <dcterms:modified xsi:type="dcterms:W3CDTF">2025-06-29T16:51:37Z</dcterms:modified>
</cp:coreProperties>
</file>