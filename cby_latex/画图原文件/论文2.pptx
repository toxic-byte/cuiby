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635" cy="539940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8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168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50" y="883750"/>
            <a:ext cx="9144900" cy="1880000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50" y="2836250"/>
            <a:ext cx="9144900" cy="1303750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5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79725" indent="0" algn="ctr">
              <a:buNone/>
              <a:defRPr sz="126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32" y="1346250"/>
            <a:ext cx="10516635" cy="2246249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32" y="3613750"/>
            <a:ext cx="10516635" cy="1181250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7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83" y="1437500"/>
            <a:ext cx="5182110" cy="34262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808" y="1437500"/>
            <a:ext cx="5182110" cy="34262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287500"/>
            <a:ext cx="10516635" cy="10437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871" y="1323750"/>
            <a:ext cx="5158295" cy="648750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5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79725" indent="0">
              <a:buNone/>
              <a:defRPr sz="126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871" y="1972500"/>
            <a:ext cx="5158295" cy="29012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808" y="1323750"/>
            <a:ext cx="5183698" cy="648750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5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79725" indent="0">
              <a:buNone/>
              <a:defRPr sz="126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808" y="1972500"/>
            <a:ext cx="5183698" cy="29012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360000"/>
            <a:ext cx="3932624" cy="126000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698" y="777500"/>
            <a:ext cx="6172808" cy="383750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71" y="1620000"/>
            <a:ext cx="3932624" cy="3001250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0"/>
            </a:lvl2pPr>
            <a:lvl3pPr marL="720090" indent="0">
              <a:buNone/>
              <a:defRPr sz="945"/>
            </a:lvl3pPr>
            <a:lvl4pPr marL="1080135" indent="0">
              <a:buNone/>
              <a:defRPr sz="785"/>
            </a:lvl4pPr>
            <a:lvl5pPr marL="1440180" indent="0">
              <a:buNone/>
              <a:defRPr sz="785"/>
            </a:lvl5pPr>
            <a:lvl6pPr marL="1800225" indent="0">
              <a:buNone/>
              <a:defRPr sz="785"/>
            </a:lvl6pPr>
            <a:lvl7pPr marL="2160270" indent="0">
              <a:buNone/>
              <a:defRPr sz="785"/>
            </a:lvl7pPr>
            <a:lvl8pPr marL="2520315" indent="0">
              <a:buNone/>
              <a:defRPr sz="785"/>
            </a:lvl8pPr>
            <a:lvl9pPr marL="2879725" indent="0">
              <a:buNone/>
              <a:defRPr sz="78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360000"/>
            <a:ext cx="3932624" cy="126000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98" y="777500"/>
            <a:ext cx="6172808" cy="3837500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79725" indent="0">
              <a:buNone/>
              <a:defRPr sz="157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71" y="1620000"/>
            <a:ext cx="3932624" cy="3001250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0"/>
            </a:lvl2pPr>
            <a:lvl3pPr marL="720090" indent="0">
              <a:buNone/>
              <a:defRPr sz="945"/>
            </a:lvl3pPr>
            <a:lvl4pPr marL="1080135" indent="0">
              <a:buNone/>
              <a:defRPr sz="785"/>
            </a:lvl4pPr>
            <a:lvl5pPr marL="1440180" indent="0">
              <a:buNone/>
              <a:defRPr sz="785"/>
            </a:lvl5pPr>
            <a:lvl6pPr marL="1800225" indent="0">
              <a:buNone/>
              <a:defRPr sz="785"/>
            </a:lvl6pPr>
            <a:lvl7pPr marL="2160270" indent="0">
              <a:buNone/>
              <a:defRPr sz="785"/>
            </a:lvl7pPr>
            <a:lvl8pPr marL="2520315" indent="0">
              <a:buNone/>
              <a:defRPr sz="785"/>
            </a:lvl8pPr>
            <a:lvl9pPr marL="2879725" indent="0">
              <a:buNone/>
              <a:defRPr sz="78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759" y="287500"/>
            <a:ext cx="2629159" cy="45762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83" y="287500"/>
            <a:ext cx="7735062" cy="45762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83" y="287500"/>
            <a:ext cx="10516635" cy="1043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83" y="1437500"/>
            <a:ext cx="10516635" cy="3426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83" y="5005000"/>
            <a:ext cx="2743470" cy="287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998" y="5005000"/>
            <a:ext cx="4115205" cy="287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448" y="5005000"/>
            <a:ext cx="2743470" cy="287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705" indent="-179705" algn="l" defTabSz="720090" rtl="0" eaLnBrk="1" latinLnBrk="0" hangingPunct="1">
        <a:lnSpc>
          <a:spcPct val="90000"/>
        </a:lnSpc>
        <a:spcBef>
          <a:spcPts val="785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39750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795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40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619885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979930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339975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700020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3060065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972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圆角矩形 4"/>
          <p:cNvSpPr/>
          <p:nvPr/>
        </p:nvSpPr>
        <p:spPr>
          <a:xfrm>
            <a:off x="788035" y="700405"/>
            <a:ext cx="10386060" cy="16046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030" b="1">
                <a:solidFill>
                  <a:schemeClr val="tx1"/>
                </a:solidFill>
              </a:rPr>
              <a:t>任务说明</a:t>
            </a:r>
            <a:r>
              <a:rPr lang="en-US" altLang="zh-CN" sz="2030" b="1">
                <a:solidFill>
                  <a:schemeClr val="tx1"/>
                </a:solidFill>
              </a:rPr>
              <a:t>(</a:t>
            </a:r>
            <a:r>
              <a:rPr lang="en-US" altLang="zh-CN" sz="203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Instruction)</a:t>
            </a:r>
            <a:r>
              <a:rPr lang="en-US" altLang="zh-CN" sz="203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zh-CN" sz="203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zh-CN" altLang="en-US" sz="2030">
                <a:solidFill>
                  <a:schemeClr val="tx1"/>
                </a:solidFill>
              </a:rPr>
              <a:t>你是一名电商领域的专家，请根据以下商品的图像和文本信息，生成一句简洁的</a:t>
            </a:r>
            <a:endParaRPr lang="zh-CN" altLang="en-US" sz="2030">
              <a:solidFill>
                <a:schemeClr val="tx1"/>
              </a:solidFill>
            </a:endParaRPr>
          </a:p>
          <a:p>
            <a:pPr algn="l"/>
            <a:r>
              <a:rPr lang="zh-CN" altLang="en-US" sz="2030">
                <a:solidFill>
                  <a:schemeClr val="tx1"/>
                </a:solidFill>
              </a:rPr>
              <a:t>摘要，用以准确描述该商品的核心功能、用途或适用人群。</a:t>
            </a:r>
            <a:endParaRPr lang="zh-CN" altLang="en-US" sz="2030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88035" y="2765425"/>
            <a:ext cx="10386695" cy="17424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203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203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数据输入</a:t>
            </a:r>
            <a:r>
              <a:rPr lang="en-US" altLang="zh-CN" sz="203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(Input)</a:t>
            </a:r>
            <a:r>
              <a:rPr lang="en-US" altLang="zh-CN" sz="203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zh-CN" sz="203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zh-CN" altLang="en-US" sz="2030">
                <a:solidFill>
                  <a:schemeClr val="tx1"/>
                </a:solidFill>
              </a:rPr>
              <a:t>图像：</a:t>
            </a:r>
            <a:r>
              <a:rPr lang="en-US" altLang="zh-CN" sz="2030">
                <a:solidFill>
                  <a:schemeClr val="tx1"/>
                </a:solidFill>
              </a:rPr>
              <a:t>&lt; </a:t>
            </a:r>
            <a:r>
              <a:rPr lang="zh-CN" altLang="en-US" sz="2030">
                <a:solidFill>
                  <a:schemeClr val="tx1"/>
                </a:solidFill>
              </a:rPr>
              <a:t>上传的商品主图</a:t>
            </a:r>
            <a:r>
              <a:rPr lang="en-US" altLang="zh-CN" sz="2030">
                <a:solidFill>
                  <a:schemeClr val="tx1"/>
                </a:solidFill>
              </a:rPr>
              <a:t> &gt;</a:t>
            </a:r>
            <a:endParaRPr lang="en-US" altLang="zh-CN" sz="2030">
              <a:solidFill>
                <a:schemeClr val="tx1"/>
              </a:solidFill>
            </a:endParaRPr>
          </a:p>
          <a:p>
            <a:pPr algn="l"/>
            <a:r>
              <a:rPr lang="zh-CN" altLang="en-US" sz="2030">
                <a:solidFill>
                  <a:schemeClr val="tx1"/>
                </a:solidFill>
              </a:rPr>
              <a:t>文本：这是一款夏季新款男士运动鞋，轻便透气，适合跑步及日常出行。</a:t>
            </a:r>
            <a:r>
              <a:rPr lang="en-US" altLang="zh-CN" sz="2030">
                <a:solidFill>
                  <a:schemeClr val="tx1"/>
                </a:solidFill>
              </a:rPr>
              <a:t>    </a:t>
            </a:r>
            <a:endParaRPr lang="en-US" altLang="zh-CN" sz="2030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508635" y="374650"/>
            <a:ext cx="10958830" cy="4568825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3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WPS 演示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 Unicode MS</vt:lpstr>
      <vt:lpstr>Times New Roman</vt:lpstr>
      <vt:lpstr>微软雅黑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FanHongYu</dc:creator>
  <cp:lastModifiedBy>樊红雨</cp:lastModifiedBy>
  <cp:revision>5</cp:revision>
  <dcterms:created xsi:type="dcterms:W3CDTF">2023-08-09T12:44:00Z</dcterms:created>
  <dcterms:modified xsi:type="dcterms:W3CDTF">2026-03-04T15:17:37Z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2B11A26F0D2945C7B46037278AC0F117_12</vt:lpwstr>
  </property>
</Properties>
</file>