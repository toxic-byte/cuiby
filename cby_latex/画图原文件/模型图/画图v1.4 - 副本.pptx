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A8D4"/>
    <a:srgbClr val="76C2CD"/>
    <a:srgbClr val="E5F1DD"/>
    <a:srgbClr val="5A6CCA"/>
    <a:srgbClr val="E2F0D9"/>
    <a:srgbClr val="427FDB"/>
    <a:srgbClr val="559BD4"/>
    <a:srgbClr val="FF0000"/>
    <a:srgbClr val="F4B3B3"/>
    <a:srgbClr val="217B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1" autoAdjust="0"/>
    <p:restoredTop sz="95507" autoAdjust="0"/>
  </p:normalViewPr>
  <p:slideViewPr>
    <p:cSldViewPr snapToGrid="0">
      <p:cViewPr>
        <p:scale>
          <a:sx n="400" d="100"/>
          <a:sy n="400" d="100"/>
        </p:scale>
        <p:origin x="-14876" y="80"/>
      </p:cViewPr>
      <p:guideLst>
        <p:guide orient="horz" pos="411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969FE1-7C31-4231-BD65-71F3C3F0019A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E6B00C-3231-44DE-B134-0D027674AD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35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TODO </a:t>
            </a:r>
            <a:r>
              <a:rPr lang="zh-CN" altLang="en-US" dirty="0"/>
              <a:t>行为内加权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B0E48-9DF4-4BAC-9396-D5CD5E71397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074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75F5D7-6D59-449F-8E7D-90B22B36A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6D31783-5E0F-48A4-B426-0EF85991A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9E36BE-8E44-45F3-94B3-3ECF08B03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2D48BE-C60D-4CEB-B33E-0BBE765F3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054BBA-AB2B-4123-99D8-D5376300C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616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AE2031-79B6-4A1E-A383-C04BC4BC9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CE2254-CFF5-4CB9-9BF5-74317D31B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FB015C-B91B-4B9C-9575-AC124B6A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B32B86-F463-4FA8-99A0-701B9A6FE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C0BCEA-BF68-41D0-8107-68B09DDB4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97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FDAD07-77DA-4F32-99A3-FE6FEA19D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C47BA6-DC03-4C39-A351-19EC07748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35F75C-C6E8-4881-8988-FD6158E84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C4662C-037A-4167-B0B8-CEC206B6E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8A3525-2598-42F4-92CF-F3B59E9D8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39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555347-ED93-4467-92C3-5C0ADD0BF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DF8845-52E9-4CE7-9545-0989DFC23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044454-4C76-45CC-BB2B-4E69FD3F2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227DC1-C045-4669-AC71-8208346B7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F8B2AA-A80A-4CC8-94EF-2816BC7E7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15ECFB-A0FE-4EB8-84F5-1B3C81E2E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728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A7A51F-3E81-4D47-84F9-D8CA6119E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1D8845-D919-4D92-8D8A-66E40AE32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ABA405-BFFC-45E4-BD7B-72AD8AB33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E1E50E8-C0AD-4784-9044-A61AB0A43E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C4DF2B7-DF16-4934-819A-D1AA2F780C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6474282-700E-472B-B992-9B113E3D6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FCFD606-CA4B-4164-859F-C63E36D2C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FD3F46F-6C4B-45E8-958C-193E20494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084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1D4E39-2567-4A50-9EBC-8C14824DF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52AAB1A-22D6-403B-8C2B-CBAC193D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D927033-73FF-4BE8-AF28-E228C2ABB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8DC7805-58BC-444C-B842-11A3BF0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400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E8B90E-F7CD-45A2-BB43-5C99C3A09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B7BDEB-670E-4445-90E9-155934F96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E4C74A-A6EC-4BF3-9F39-4A970BB17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04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6C308E-938E-473A-BEC6-9088D2635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6C5B22-4417-4B8B-8741-6FE84CB6A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961E0B-A2D0-4DD0-9D16-195EECA0D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6F49E8-8E13-469B-ABB7-261D1AB50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F82300-9DF4-49DC-857A-69B8C3F38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335CD4-7EEA-402F-98B6-F163FBDE6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981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733A25-02F2-4961-AA45-FD3CFE925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08B2558-A661-4B0B-AAFE-14B2C31FB0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B4E217-F87B-4F4A-8488-915D10F3C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8F9FD3-AC85-4321-AC69-0B9498F83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AB2893-3692-4E6B-9098-8D25F635C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259791-FE1B-42C8-AE0C-D3CF9D88D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24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77FD35-5259-4E7E-B082-DCE0CA4D4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C2E970-4DB8-43E9-9CE1-B917CEAA2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DDEB4B-7E82-438F-A3EB-5E5878787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E0DEE1-00D2-46C9-AE0E-66E58F2A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B38B13-D13E-475C-BE3A-8E188648B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490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CD16A7D-8336-437D-9E66-FEC20EEAF1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D6D218E-91A4-4093-91BD-2634A2A11A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D03771-0154-4709-9443-A89A120B6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126F-B682-46EC-B345-30A797F60BB4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5FFAD1-E9A1-43D3-B5B4-1BD2DACE3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34DAF8-6EFD-40C6-A228-B008AD81C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531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2E8A6A7-1703-4A33-B1A0-CABB37E84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05919B-C871-46EB-B869-DEBCB2D58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D91FBB-153F-49B8-B578-163F5426FB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0126F-B682-46EC-B345-30A797F60BB4}" type="datetimeFigureOut">
              <a:rPr lang="zh-CN" altLang="en-US" smtClean="0"/>
              <a:t>2024/10/6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C87D52-8563-4397-A0B1-BD06659660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797473-45C8-4322-B3DA-526EC571E4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ABB43-B2F7-41FE-8607-2EE6F57354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31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2.png"/><Relationship Id="rId21" Type="http://schemas.openxmlformats.org/officeDocument/2006/relationships/image" Target="../media/image17.svg"/><Relationship Id="rId34" Type="http://schemas.openxmlformats.org/officeDocument/2006/relationships/image" Target="../media/image32.png"/><Relationship Id="rId42" Type="http://schemas.openxmlformats.org/officeDocument/2006/relationships/image" Target="../media/image380.png"/><Relationship Id="rId47" Type="http://schemas.openxmlformats.org/officeDocument/2006/relationships/image" Target="../media/image43.png"/><Relationship Id="rId50" Type="http://schemas.openxmlformats.org/officeDocument/2006/relationships/image" Target="../media/image46.png"/><Relationship Id="rId55" Type="http://schemas.openxmlformats.org/officeDocument/2006/relationships/image" Target="../media/image51.png"/><Relationship Id="rId63" Type="http://schemas.openxmlformats.org/officeDocument/2006/relationships/image" Target="../media/image55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9.png"/><Relationship Id="rId29" Type="http://schemas.openxmlformats.org/officeDocument/2006/relationships/image" Target="../media/image25.svg"/><Relationship Id="rId24" Type="http://schemas.openxmlformats.org/officeDocument/2006/relationships/image" Target="../media/image20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1.png"/><Relationship Id="rId53" Type="http://schemas.openxmlformats.org/officeDocument/2006/relationships/image" Target="../media/image49.png"/><Relationship Id="rId58" Type="http://schemas.openxmlformats.org/officeDocument/2006/relationships/image" Target="../media/image52.png"/><Relationship Id="rId66" Type="http://schemas.openxmlformats.org/officeDocument/2006/relationships/image" Target="../media/image60.png"/><Relationship Id="rId5" Type="http://schemas.openxmlformats.org/officeDocument/2006/relationships/image" Target="../media/image3.png"/><Relationship Id="rId61" Type="http://schemas.openxmlformats.org/officeDocument/2006/relationships/image" Target="../media/image58.png"/><Relationship Id="rId19" Type="http://schemas.openxmlformats.org/officeDocument/2006/relationships/image" Target="../media/image15.svg"/><Relationship Id="rId14" Type="http://schemas.openxmlformats.org/officeDocument/2006/relationships/image" Target="../media/image12.png"/><Relationship Id="rId22" Type="http://schemas.openxmlformats.org/officeDocument/2006/relationships/image" Target="../media/image18.png"/><Relationship Id="rId27" Type="http://schemas.openxmlformats.org/officeDocument/2006/relationships/image" Target="../media/image23.sv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26.png"/><Relationship Id="rId48" Type="http://schemas.openxmlformats.org/officeDocument/2006/relationships/image" Target="../media/image44.png"/><Relationship Id="rId56" Type="http://schemas.openxmlformats.org/officeDocument/2006/relationships/image" Target="../media/image39.png"/><Relationship Id="rId64" Type="http://schemas.openxmlformats.org/officeDocument/2006/relationships/image" Target="../media/image56.png"/><Relationship Id="rId8" Type="http://schemas.openxmlformats.org/officeDocument/2006/relationships/image" Target="../media/image6.png"/><Relationship Id="rId51" Type="http://schemas.openxmlformats.org/officeDocument/2006/relationships/image" Target="../media/image47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1.sv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2.png"/><Relationship Id="rId59" Type="http://schemas.openxmlformats.org/officeDocument/2006/relationships/image" Target="../media/image53.png"/><Relationship Id="rId20" Type="http://schemas.openxmlformats.org/officeDocument/2006/relationships/image" Target="../media/image16.png"/><Relationship Id="rId41" Type="http://schemas.openxmlformats.org/officeDocument/2006/relationships/image" Target="../media/image370.png"/><Relationship Id="rId54" Type="http://schemas.openxmlformats.org/officeDocument/2006/relationships/image" Target="../media/image50.png"/><Relationship Id="rId6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19.svg"/><Relationship Id="rId28" Type="http://schemas.openxmlformats.org/officeDocument/2006/relationships/image" Target="../media/image24.png"/><Relationship Id="rId36" Type="http://schemas.openxmlformats.org/officeDocument/2006/relationships/image" Target="../media/image34.png"/><Relationship Id="rId49" Type="http://schemas.openxmlformats.org/officeDocument/2006/relationships/image" Target="../media/image45.png"/><Relationship Id="rId57" Type="http://schemas.openxmlformats.org/officeDocument/2006/relationships/image" Target="../media/image40.svg"/><Relationship Id="rId10" Type="http://schemas.openxmlformats.org/officeDocument/2006/relationships/image" Target="../media/image8.png"/><Relationship Id="rId31" Type="http://schemas.openxmlformats.org/officeDocument/2006/relationships/image" Target="../media/image29.png"/><Relationship Id="rId44" Type="http://schemas.openxmlformats.org/officeDocument/2006/relationships/image" Target="../media/image27.png"/><Relationship Id="rId52" Type="http://schemas.openxmlformats.org/officeDocument/2006/relationships/image" Target="../media/image48.png"/><Relationship Id="rId60" Type="http://schemas.openxmlformats.org/officeDocument/2006/relationships/image" Target="../media/image54.png"/><Relationship Id="rId65" Type="http://schemas.openxmlformats.org/officeDocument/2006/relationships/image" Target="../media/image5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image" Target="../media/image14.png"/><Relationship Id="rId39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矩形: 圆角 831">
            <a:extLst>
              <a:ext uri="{FF2B5EF4-FFF2-40B4-BE49-F238E27FC236}">
                <a16:creationId xmlns:a16="http://schemas.microsoft.com/office/drawing/2014/main" id="{87AB74BB-873D-4DC0-BE07-96011BFD6871}"/>
              </a:ext>
            </a:extLst>
          </p:cNvPr>
          <p:cNvSpPr/>
          <p:nvPr/>
        </p:nvSpPr>
        <p:spPr>
          <a:xfrm>
            <a:off x="8517312" y="4165985"/>
            <a:ext cx="3558801" cy="1975329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3" name="矩形: 圆角 502">
            <a:extLst>
              <a:ext uri="{FF2B5EF4-FFF2-40B4-BE49-F238E27FC236}">
                <a16:creationId xmlns:a16="http://schemas.microsoft.com/office/drawing/2014/main" id="{9256F8C3-AA94-4B96-BBA7-F3F2B791F93E}"/>
              </a:ext>
            </a:extLst>
          </p:cNvPr>
          <p:cNvSpPr/>
          <p:nvPr/>
        </p:nvSpPr>
        <p:spPr>
          <a:xfrm>
            <a:off x="149634" y="4234223"/>
            <a:ext cx="2412121" cy="1442983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50" name="矩形: 圆角 449">
            <a:extLst>
              <a:ext uri="{FF2B5EF4-FFF2-40B4-BE49-F238E27FC236}">
                <a16:creationId xmlns:a16="http://schemas.microsoft.com/office/drawing/2014/main" id="{7C786F96-C4AD-483C-9D35-78CF5369C459}"/>
              </a:ext>
            </a:extLst>
          </p:cNvPr>
          <p:cNvSpPr/>
          <p:nvPr/>
        </p:nvSpPr>
        <p:spPr>
          <a:xfrm>
            <a:off x="8521810" y="2124435"/>
            <a:ext cx="3543190" cy="2021162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29" name="矩形: 圆角 928">
            <a:extLst>
              <a:ext uri="{FF2B5EF4-FFF2-40B4-BE49-F238E27FC236}">
                <a16:creationId xmlns:a16="http://schemas.microsoft.com/office/drawing/2014/main" id="{3A4D8620-C9FA-4D20-AB41-DE25A7FB499E}"/>
              </a:ext>
            </a:extLst>
          </p:cNvPr>
          <p:cNvSpPr/>
          <p:nvPr/>
        </p:nvSpPr>
        <p:spPr>
          <a:xfrm>
            <a:off x="8530110" y="286035"/>
            <a:ext cx="2609593" cy="1792237"/>
          </a:xfrm>
          <a:prstGeom prst="roundRect">
            <a:avLst>
              <a:gd name="adj" fmla="val 3512"/>
            </a:avLst>
          </a:prstGeom>
          <a:solidFill>
            <a:srgbClr val="EEEEEE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矩形: 圆角 346">
            <a:extLst>
              <a:ext uri="{FF2B5EF4-FFF2-40B4-BE49-F238E27FC236}">
                <a16:creationId xmlns:a16="http://schemas.microsoft.com/office/drawing/2014/main" id="{A39FAF7C-C19C-415D-BA44-C641A2D12D66}"/>
              </a:ext>
            </a:extLst>
          </p:cNvPr>
          <p:cNvSpPr/>
          <p:nvPr/>
        </p:nvSpPr>
        <p:spPr>
          <a:xfrm>
            <a:off x="5947648" y="356122"/>
            <a:ext cx="2407312" cy="3973695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2" name="矩形: 圆角 171">
            <a:extLst>
              <a:ext uri="{FF2B5EF4-FFF2-40B4-BE49-F238E27FC236}">
                <a16:creationId xmlns:a16="http://schemas.microsoft.com/office/drawing/2014/main" id="{307035D1-D023-4C48-9EEC-B1DE0253DFCC}"/>
              </a:ext>
            </a:extLst>
          </p:cNvPr>
          <p:cNvSpPr/>
          <p:nvPr/>
        </p:nvSpPr>
        <p:spPr>
          <a:xfrm>
            <a:off x="2658106" y="345336"/>
            <a:ext cx="2758673" cy="5671934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E0C4EE3E-CD10-44EE-9E79-C0D4FA23C113}"/>
              </a:ext>
            </a:extLst>
          </p:cNvPr>
          <p:cNvSpPr/>
          <p:nvPr/>
        </p:nvSpPr>
        <p:spPr>
          <a:xfrm>
            <a:off x="162305" y="502421"/>
            <a:ext cx="2407312" cy="366485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1C0BC7E8-A79D-4095-A476-2E27D2BAF3F3}"/>
              </a:ext>
            </a:extLst>
          </p:cNvPr>
          <p:cNvSpPr/>
          <p:nvPr/>
        </p:nvSpPr>
        <p:spPr>
          <a:xfrm>
            <a:off x="240027" y="600127"/>
            <a:ext cx="225553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AEAE1CD-D376-4033-9338-D630AE9020BF}"/>
              </a:ext>
            </a:extLst>
          </p:cNvPr>
          <p:cNvCxnSpPr>
            <a:cxnSpLocks/>
          </p:cNvCxnSpPr>
          <p:nvPr/>
        </p:nvCxnSpPr>
        <p:spPr>
          <a:xfrm flipH="1">
            <a:off x="449476" y="1014563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5" name="图形 34">
            <a:extLst>
              <a:ext uri="{FF2B5EF4-FFF2-40B4-BE49-F238E27FC236}">
                <a16:creationId xmlns:a16="http://schemas.microsoft.com/office/drawing/2014/main" id="{F760C09A-121B-4285-B269-8B90CBC9E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0956" y="1244694"/>
            <a:ext cx="460789" cy="460789"/>
          </a:xfrm>
          <a:prstGeom prst="rect">
            <a:avLst/>
          </a:prstGeom>
        </p:spPr>
      </p:pic>
      <p:pic>
        <p:nvPicPr>
          <p:cNvPr id="37" name="图形 36">
            <a:extLst>
              <a:ext uri="{FF2B5EF4-FFF2-40B4-BE49-F238E27FC236}">
                <a16:creationId xmlns:a16="http://schemas.microsoft.com/office/drawing/2014/main" id="{3C447732-E3A7-45BE-8360-3C8C47B47B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3790" y="1227018"/>
            <a:ext cx="430225" cy="430225"/>
          </a:xfrm>
          <a:prstGeom prst="rect">
            <a:avLst/>
          </a:prstGeom>
        </p:spPr>
      </p:pic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E74EEAF1-1C85-4EB1-A1E7-9AE69E2130A5}"/>
              </a:ext>
            </a:extLst>
          </p:cNvPr>
          <p:cNvCxnSpPr>
            <a:cxnSpLocks/>
          </p:cNvCxnSpPr>
          <p:nvPr/>
        </p:nvCxnSpPr>
        <p:spPr>
          <a:xfrm>
            <a:off x="639981" y="1014563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820C8EA6-E672-43DA-9DF4-8FCE486CC15C}"/>
              </a:ext>
            </a:extLst>
          </p:cNvPr>
          <p:cNvCxnSpPr>
            <a:cxnSpLocks/>
          </p:cNvCxnSpPr>
          <p:nvPr/>
        </p:nvCxnSpPr>
        <p:spPr>
          <a:xfrm>
            <a:off x="639981" y="1014563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BBCAE7B8-9994-422C-93C8-855B74E23687}"/>
              </a:ext>
            </a:extLst>
          </p:cNvPr>
          <p:cNvCxnSpPr>
            <a:cxnSpLocks/>
          </p:cNvCxnSpPr>
          <p:nvPr/>
        </p:nvCxnSpPr>
        <p:spPr>
          <a:xfrm flipH="1">
            <a:off x="859253" y="1026505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6CD905E2-B23A-47EC-AAB4-5055F7B97536}"/>
              </a:ext>
            </a:extLst>
          </p:cNvPr>
          <p:cNvCxnSpPr>
            <a:cxnSpLocks/>
          </p:cNvCxnSpPr>
          <p:nvPr/>
        </p:nvCxnSpPr>
        <p:spPr>
          <a:xfrm>
            <a:off x="1284543" y="1026505"/>
            <a:ext cx="50995" cy="32325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CF064BC0-8237-46A9-90AC-72B987A60F46}"/>
              </a:ext>
            </a:extLst>
          </p:cNvPr>
          <p:cNvCxnSpPr>
            <a:cxnSpLocks/>
          </p:cNvCxnSpPr>
          <p:nvPr/>
        </p:nvCxnSpPr>
        <p:spPr>
          <a:xfrm>
            <a:off x="1273219" y="1029143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5523C7EC-53EA-43B7-8C05-0C9BA3094FD8}"/>
              </a:ext>
            </a:extLst>
          </p:cNvPr>
          <p:cNvCxnSpPr>
            <a:cxnSpLocks/>
          </p:cNvCxnSpPr>
          <p:nvPr/>
        </p:nvCxnSpPr>
        <p:spPr>
          <a:xfrm>
            <a:off x="1284543" y="1026505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04606B81-8292-4757-9E27-E71182ED8723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1922926" y="1005856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9389E03D-7D89-46C6-AA48-258803895866}"/>
              </a:ext>
            </a:extLst>
          </p:cNvPr>
          <p:cNvSpPr/>
          <p:nvPr/>
        </p:nvSpPr>
        <p:spPr>
          <a:xfrm>
            <a:off x="262950" y="1781851"/>
            <a:ext cx="224621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2" name="图形 131">
            <a:extLst>
              <a:ext uri="{FF2B5EF4-FFF2-40B4-BE49-F238E27FC236}">
                <a16:creationId xmlns:a16="http://schemas.microsoft.com/office/drawing/2014/main" id="{FA34C8D3-5B73-445F-B75A-9BA02DED50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6072" y="2420877"/>
            <a:ext cx="460789" cy="460789"/>
          </a:xfrm>
          <a:prstGeom prst="rect">
            <a:avLst/>
          </a:prstGeom>
        </p:spPr>
      </p:pic>
      <p:pic>
        <p:nvPicPr>
          <p:cNvPr id="133" name="图形 132">
            <a:extLst>
              <a:ext uri="{FF2B5EF4-FFF2-40B4-BE49-F238E27FC236}">
                <a16:creationId xmlns:a16="http://schemas.microsoft.com/office/drawing/2014/main" id="{E3DC4A0F-078A-4885-ABDF-B2CDF51DA8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8858" y="2424435"/>
            <a:ext cx="430225" cy="430225"/>
          </a:xfrm>
          <a:prstGeom prst="rect">
            <a:avLst/>
          </a:prstGeom>
        </p:spPr>
      </p:pic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EB100EE4-E01B-485B-9E21-3AAAE86FD71F}"/>
              </a:ext>
            </a:extLst>
          </p:cNvPr>
          <p:cNvCxnSpPr>
            <a:cxnSpLocks/>
          </p:cNvCxnSpPr>
          <p:nvPr/>
        </p:nvCxnSpPr>
        <p:spPr>
          <a:xfrm flipH="1">
            <a:off x="468729" y="2197646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3103E26E-BC60-4A44-89BF-E13E34D2B7D0}"/>
              </a:ext>
            </a:extLst>
          </p:cNvPr>
          <p:cNvCxnSpPr>
            <a:cxnSpLocks/>
          </p:cNvCxnSpPr>
          <p:nvPr/>
        </p:nvCxnSpPr>
        <p:spPr>
          <a:xfrm>
            <a:off x="614554" y="2211122"/>
            <a:ext cx="656553" cy="3148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5C0B4CD8-3FFD-4126-8DAE-5CE41E992D6C}"/>
              </a:ext>
            </a:extLst>
          </p:cNvPr>
          <p:cNvCxnSpPr>
            <a:cxnSpLocks/>
          </p:cNvCxnSpPr>
          <p:nvPr/>
        </p:nvCxnSpPr>
        <p:spPr>
          <a:xfrm flipH="1">
            <a:off x="1300446" y="2208229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4CC6C1FB-6D79-460E-B8FC-197FBB764DD1}"/>
              </a:ext>
            </a:extLst>
          </p:cNvPr>
          <p:cNvCxnSpPr>
            <a:cxnSpLocks/>
          </p:cNvCxnSpPr>
          <p:nvPr/>
        </p:nvCxnSpPr>
        <p:spPr>
          <a:xfrm>
            <a:off x="1315811" y="2209537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B257A424-77C0-4F4A-A4C5-C1092AE3B8A7}"/>
              </a:ext>
            </a:extLst>
          </p:cNvPr>
          <p:cNvCxnSpPr>
            <a:cxnSpLocks/>
          </p:cNvCxnSpPr>
          <p:nvPr/>
        </p:nvCxnSpPr>
        <p:spPr>
          <a:xfrm>
            <a:off x="1968718" y="2207809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28281FA2-01E3-4818-9EF0-28950D184067}"/>
              </a:ext>
            </a:extLst>
          </p:cNvPr>
          <p:cNvSpPr/>
          <p:nvPr/>
        </p:nvSpPr>
        <p:spPr>
          <a:xfrm>
            <a:off x="260917" y="2957606"/>
            <a:ext cx="2249071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60" name="图形 159">
            <a:extLst>
              <a:ext uri="{FF2B5EF4-FFF2-40B4-BE49-F238E27FC236}">
                <a16:creationId xmlns:a16="http://schemas.microsoft.com/office/drawing/2014/main" id="{4D624479-551C-4B05-BA5F-8E088E9E2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846" y="3602173"/>
            <a:ext cx="460789" cy="460789"/>
          </a:xfrm>
          <a:prstGeom prst="rect">
            <a:avLst/>
          </a:prstGeom>
        </p:spPr>
      </p:pic>
      <p:pic>
        <p:nvPicPr>
          <p:cNvPr id="161" name="图形 160">
            <a:extLst>
              <a:ext uri="{FF2B5EF4-FFF2-40B4-BE49-F238E27FC236}">
                <a16:creationId xmlns:a16="http://schemas.microsoft.com/office/drawing/2014/main" id="{CDD945A8-4265-4DC4-902B-5595FF86D7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2169" y="3627305"/>
            <a:ext cx="430225" cy="430225"/>
          </a:xfrm>
          <a:prstGeom prst="rect">
            <a:avLst/>
          </a:prstGeom>
        </p:spPr>
      </p:pic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8486C726-982C-4297-B0EB-373A8C86D2B2}"/>
              </a:ext>
            </a:extLst>
          </p:cNvPr>
          <p:cNvCxnSpPr>
            <a:cxnSpLocks/>
          </p:cNvCxnSpPr>
          <p:nvPr/>
        </p:nvCxnSpPr>
        <p:spPr>
          <a:xfrm flipH="1">
            <a:off x="466696" y="3382584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7A0F8197-A624-4C95-9290-B7899DE948D6}"/>
              </a:ext>
            </a:extLst>
          </p:cNvPr>
          <p:cNvCxnSpPr>
            <a:cxnSpLocks/>
            <a:stCxn id="460" idx="2"/>
          </p:cNvCxnSpPr>
          <p:nvPr/>
        </p:nvCxnSpPr>
        <p:spPr>
          <a:xfrm>
            <a:off x="600192" y="3380843"/>
            <a:ext cx="286153" cy="2894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3F288698-DB17-4DC3-B01A-204917D1DBF8}"/>
              </a:ext>
            </a:extLst>
          </p:cNvPr>
          <p:cNvCxnSpPr>
            <a:cxnSpLocks/>
          </p:cNvCxnSpPr>
          <p:nvPr/>
        </p:nvCxnSpPr>
        <p:spPr>
          <a:xfrm>
            <a:off x="1305433" y="3383984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4DD3F7B7-CD52-4F35-8829-835EF4C1F24D}"/>
              </a:ext>
            </a:extLst>
          </p:cNvPr>
          <p:cNvCxnSpPr>
            <a:cxnSpLocks/>
          </p:cNvCxnSpPr>
          <p:nvPr/>
        </p:nvCxnSpPr>
        <p:spPr>
          <a:xfrm>
            <a:off x="1313778" y="3385292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4" name="矩形 413">
            <a:extLst>
              <a:ext uri="{FF2B5EF4-FFF2-40B4-BE49-F238E27FC236}">
                <a16:creationId xmlns:a16="http://schemas.microsoft.com/office/drawing/2014/main" id="{8FB6AD70-1072-451C-AF5E-538E45025AE6}"/>
              </a:ext>
            </a:extLst>
          </p:cNvPr>
          <p:cNvSpPr/>
          <p:nvPr/>
        </p:nvSpPr>
        <p:spPr>
          <a:xfrm>
            <a:off x="9166596" y="44650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矩形 415">
            <a:extLst>
              <a:ext uri="{FF2B5EF4-FFF2-40B4-BE49-F238E27FC236}">
                <a16:creationId xmlns:a16="http://schemas.microsoft.com/office/drawing/2014/main" id="{68957DD9-3484-4080-917D-B0FB7320D2F0}"/>
              </a:ext>
            </a:extLst>
          </p:cNvPr>
          <p:cNvSpPr/>
          <p:nvPr/>
        </p:nvSpPr>
        <p:spPr>
          <a:xfrm>
            <a:off x="9297224" y="44650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矩形 416">
            <a:extLst>
              <a:ext uri="{FF2B5EF4-FFF2-40B4-BE49-F238E27FC236}">
                <a16:creationId xmlns:a16="http://schemas.microsoft.com/office/drawing/2014/main" id="{8BAAB216-3830-4029-B69D-4EF94D937253}"/>
              </a:ext>
            </a:extLst>
          </p:cNvPr>
          <p:cNvSpPr/>
          <p:nvPr/>
        </p:nvSpPr>
        <p:spPr>
          <a:xfrm>
            <a:off x="9427117" y="44650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矩形 417">
            <a:extLst>
              <a:ext uri="{FF2B5EF4-FFF2-40B4-BE49-F238E27FC236}">
                <a16:creationId xmlns:a16="http://schemas.microsoft.com/office/drawing/2014/main" id="{DA225CFC-FCFF-4B19-BE8D-5824486B86C7}"/>
              </a:ext>
            </a:extLst>
          </p:cNvPr>
          <p:cNvSpPr/>
          <p:nvPr/>
        </p:nvSpPr>
        <p:spPr>
          <a:xfrm>
            <a:off x="9558436" y="446028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9" name="矩形 418">
            <a:extLst>
              <a:ext uri="{FF2B5EF4-FFF2-40B4-BE49-F238E27FC236}">
                <a16:creationId xmlns:a16="http://schemas.microsoft.com/office/drawing/2014/main" id="{3BE6FCFF-58AF-46A0-A99C-EA0103D67AED}"/>
              </a:ext>
            </a:extLst>
          </p:cNvPr>
          <p:cNvSpPr/>
          <p:nvPr/>
        </p:nvSpPr>
        <p:spPr>
          <a:xfrm>
            <a:off x="9689116" y="446506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0" name="矩形 419">
            <a:extLst>
              <a:ext uri="{FF2B5EF4-FFF2-40B4-BE49-F238E27FC236}">
                <a16:creationId xmlns:a16="http://schemas.microsoft.com/office/drawing/2014/main" id="{F077CA6D-1441-43A4-A85C-F3C31865EA08}"/>
              </a:ext>
            </a:extLst>
          </p:cNvPr>
          <p:cNvSpPr/>
          <p:nvPr/>
        </p:nvSpPr>
        <p:spPr>
          <a:xfrm>
            <a:off x="9813143" y="446028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1" name="矩形 420">
            <a:extLst>
              <a:ext uri="{FF2B5EF4-FFF2-40B4-BE49-F238E27FC236}">
                <a16:creationId xmlns:a16="http://schemas.microsoft.com/office/drawing/2014/main" id="{AAED4636-2893-4778-8B9D-B87C19E7E5EC}"/>
              </a:ext>
            </a:extLst>
          </p:cNvPr>
          <p:cNvSpPr/>
          <p:nvPr/>
        </p:nvSpPr>
        <p:spPr>
          <a:xfrm>
            <a:off x="9943823" y="446506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2" name="矩形 421">
            <a:extLst>
              <a:ext uri="{FF2B5EF4-FFF2-40B4-BE49-F238E27FC236}">
                <a16:creationId xmlns:a16="http://schemas.microsoft.com/office/drawing/2014/main" id="{52B76E97-89D4-4AEC-B075-D75D363578B2}"/>
              </a:ext>
            </a:extLst>
          </p:cNvPr>
          <p:cNvSpPr/>
          <p:nvPr/>
        </p:nvSpPr>
        <p:spPr>
          <a:xfrm>
            <a:off x="9149666" y="779573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矩形 422">
            <a:extLst>
              <a:ext uri="{FF2B5EF4-FFF2-40B4-BE49-F238E27FC236}">
                <a16:creationId xmlns:a16="http://schemas.microsoft.com/office/drawing/2014/main" id="{F2C0138E-4F75-4A5C-A12B-2FA38BE156D7}"/>
              </a:ext>
            </a:extLst>
          </p:cNvPr>
          <p:cNvSpPr/>
          <p:nvPr/>
        </p:nvSpPr>
        <p:spPr>
          <a:xfrm>
            <a:off x="9280294" y="779573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4" name="矩形 423">
            <a:extLst>
              <a:ext uri="{FF2B5EF4-FFF2-40B4-BE49-F238E27FC236}">
                <a16:creationId xmlns:a16="http://schemas.microsoft.com/office/drawing/2014/main" id="{BEC4FCBB-BDC8-4E11-BFCA-AA7F6FC7931E}"/>
              </a:ext>
            </a:extLst>
          </p:cNvPr>
          <p:cNvSpPr/>
          <p:nvPr/>
        </p:nvSpPr>
        <p:spPr>
          <a:xfrm>
            <a:off x="9410187" y="779573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5" name="矩形 424">
            <a:extLst>
              <a:ext uri="{FF2B5EF4-FFF2-40B4-BE49-F238E27FC236}">
                <a16:creationId xmlns:a16="http://schemas.microsoft.com/office/drawing/2014/main" id="{1A14E502-C8D7-4A92-85D3-D60D23F2DC7F}"/>
              </a:ext>
            </a:extLst>
          </p:cNvPr>
          <p:cNvSpPr/>
          <p:nvPr/>
        </p:nvSpPr>
        <p:spPr>
          <a:xfrm>
            <a:off x="9541506" y="779094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6" name="矩形 425">
            <a:extLst>
              <a:ext uri="{FF2B5EF4-FFF2-40B4-BE49-F238E27FC236}">
                <a16:creationId xmlns:a16="http://schemas.microsoft.com/office/drawing/2014/main" id="{CBFC618E-DA6E-4085-9733-5DCD854B8D97}"/>
              </a:ext>
            </a:extLst>
          </p:cNvPr>
          <p:cNvSpPr/>
          <p:nvPr/>
        </p:nvSpPr>
        <p:spPr>
          <a:xfrm>
            <a:off x="9672186" y="779572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矩形 426">
            <a:extLst>
              <a:ext uri="{FF2B5EF4-FFF2-40B4-BE49-F238E27FC236}">
                <a16:creationId xmlns:a16="http://schemas.microsoft.com/office/drawing/2014/main" id="{A6B074D0-9AEC-4DA2-8E72-3331FD441C1B}"/>
              </a:ext>
            </a:extLst>
          </p:cNvPr>
          <p:cNvSpPr/>
          <p:nvPr/>
        </p:nvSpPr>
        <p:spPr>
          <a:xfrm>
            <a:off x="9796213" y="779094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8" name="矩形 427">
            <a:extLst>
              <a:ext uri="{FF2B5EF4-FFF2-40B4-BE49-F238E27FC236}">
                <a16:creationId xmlns:a16="http://schemas.microsoft.com/office/drawing/2014/main" id="{C175F03B-9D00-4FFD-9ED5-6A6C4C85284B}"/>
              </a:ext>
            </a:extLst>
          </p:cNvPr>
          <p:cNvSpPr/>
          <p:nvPr/>
        </p:nvSpPr>
        <p:spPr>
          <a:xfrm>
            <a:off x="9926893" y="779572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矩形 435">
            <a:extLst>
              <a:ext uri="{FF2B5EF4-FFF2-40B4-BE49-F238E27FC236}">
                <a16:creationId xmlns:a16="http://schemas.microsoft.com/office/drawing/2014/main" id="{D3F77582-9AAA-44B3-873A-E6E888B77E7E}"/>
              </a:ext>
            </a:extLst>
          </p:cNvPr>
          <p:cNvSpPr/>
          <p:nvPr/>
        </p:nvSpPr>
        <p:spPr>
          <a:xfrm>
            <a:off x="9147146" y="1453309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矩形 436">
            <a:extLst>
              <a:ext uri="{FF2B5EF4-FFF2-40B4-BE49-F238E27FC236}">
                <a16:creationId xmlns:a16="http://schemas.microsoft.com/office/drawing/2014/main" id="{0C47A99A-F658-46FE-8C40-42E9C5BC5AD6}"/>
              </a:ext>
            </a:extLst>
          </p:cNvPr>
          <p:cNvSpPr/>
          <p:nvPr/>
        </p:nvSpPr>
        <p:spPr>
          <a:xfrm>
            <a:off x="9277774" y="1453309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矩形 437">
            <a:extLst>
              <a:ext uri="{FF2B5EF4-FFF2-40B4-BE49-F238E27FC236}">
                <a16:creationId xmlns:a16="http://schemas.microsoft.com/office/drawing/2014/main" id="{5A99C2D9-A8A1-41EB-89F0-CE0E61DC04E7}"/>
              </a:ext>
            </a:extLst>
          </p:cNvPr>
          <p:cNvSpPr/>
          <p:nvPr/>
        </p:nvSpPr>
        <p:spPr>
          <a:xfrm>
            <a:off x="9407667" y="1453309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矩形 438">
            <a:extLst>
              <a:ext uri="{FF2B5EF4-FFF2-40B4-BE49-F238E27FC236}">
                <a16:creationId xmlns:a16="http://schemas.microsoft.com/office/drawing/2014/main" id="{075C0AD1-AFDA-4D7B-A992-D9F841A75339}"/>
              </a:ext>
            </a:extLst>
          </p:cNvPr>
          <p:cNvSpPr/>
          <p:nvPr/>
        </p:nvSpPr>
        <p:spPr>
          <a:xfrm>
            <a:off x="9538986" y="1452830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0" name="矩形 439">
            <a:extLst>
              <a:ext uri="{FF2B5EF4-FFF2-40B4-BE49-F238E27FC236}">
                <a16:creationId xmlns:a16="http://schemas.microsoft.com/office/drawing/2014/main" id="{5D997212-8D45-4854-B488-266480D5EFF8}"/>
              </a:ext>
            </a:extLst>
          </p:cNvPr>
          <p:cNvSpPr/>
          <p:nvPr/>
        </p:nvSpPr>
        <p:spPr>
          <a:xfrm>
            <a:off x="9669666" y="1453308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矩形 440">
            <a:extLst>
              <a:ext uri="{FF2B5EF4-FFF2-40B4-BE49-F238E27FC236}">
                <a16:creationId xmlns:a16="http://schemas.microsoft.com/office/drawing/2014/main" id="{43941B9B-A68D-494B-9C1E-DD41F296CD45}"/>
              </a:ext>
            </a:extLst>
          </p:cNvPr>
          <p:cNvSpPr/>
          <p:nvPr/>
        </p:nvSpPr>
        <p:spPr>
          <a:xfrm>
            <a:off x="9793693" y="1452830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2" name="矩形 441">
            <a:extLst>
              <a:ext uri="{FF2B5EF4-FFF2-40B4-BE49-F238E27FC236}">
                <a16:creationId xmlns:a16="http://schemas.microsoft.com/office/drawing/2014/main" id="{19AEBF51-3857-4A9E-B2CF-25929761C307}"/>
              </a:ext>
            </a:extLst>
          </p:cNvPr>
          <p:cNvSpPr/>
          <p:nvPr/>
        </p:nvSpPr>
        <p:spPr>
          <a:xfrm>
            <a:off x="9924373" y="1453308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3" name="矩形 442">
            <a:extLst>
              <a:ext uri="{FF2B5EF4-FFF2-40B4-BE49-F238E27FC236}">
                <a16:creationId xmlns:a16="http://schemas.microsoft.com/office/drawing/2014/main" id="{36FA1BA7-CAA0-467B-B8EC-3069627A7CD5}"/>
              </a:ext>
            </a:extLst>
          </p:cNvPr>
          <p:cNvSpPr/>
          <p:nvPr/>
        </p:nvSpPr>
        <p:spPr>
          <a:xfrm>
            <a:off x="9149718" y="1765634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4" name="矩形 443">
            <a:extLst>
              <a:ext uri="{FF2B5EF4-FFF2-40B4-BE49-F238E27FC236}">
                <a16:creationId xmlns:a16="http://schemas.microsoft.com/office/drawing/2014/main" id="{1B6DCCE8-4214-4865-AB80-152E079215C2}"/>
              </a:ext>
            </a:extLst>
          </p:cNvPr>
          <p:cNvSpPr/>
          <p:nvPr/>
        </p:nvSpPr>
        <p:spPr>
          <a:xfrm>
            <a:off x="9280346" y="1765634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5" name="矩形 444">
            <a:extLst>
              <a:ext uri="{FF2B5EF4-FFF2-40B4-BE49-F238E27FC236}">
                <a16:creationId xmlns:a16="http://schemas.microsoft.com/office/drawing/2014/main" id="{D79D5AE0-81B6-4BFC-A9B0-7F843228A8BE}"/>
              </a:ext>
            </a:extLst>
          </p:cNvPr>
          <p:cNvSpPr/>
          <p:nvPr/>
        </p:nvSpPr>
        <p:spPr>
          <a:xfrm>
            <a:off x="9410239" y="1765634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6" name="矩形 445">
            <a:extLst>
              <a:ext uri="{FF2B5EF4-FFF2-40B4-BE49-F238E27FC236}">
                <a16:creationId xmlns:a16="http://schemas.microsoft.com/office/drawing/2014/main" id="{E3465A5B-FE15-440A-B95C-2C64BF0E6616}"/>
              </a:ext>
            </a:extLst>
          </p:cNvPr>
          <p:cNvSpPr/>
          <p:nvPr/>
        </p:nvSpPr>
        <p:spPr>
          <a:xfrm>
            <a:off x="9541558" y="1765155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7" name="矩形 446">
            <a:extLst>
              <a:ext uri="{FF2B5EF4-FFF2-40B4-BE49-F238E27FC236}">
                <a16:creationId xmlns:a16="http://schemas.microsoft.com/office/drawing/2014/main" id="{ED5FF1BA-3739-42F7-922D-5A43584FF8F5}"/>
              </a:ext>
            </a:extLst>
          </p:cNvPr>
          <p:cNvSpPr/>
          <p:nvPr/>
        </p:nvSpPr>
        <p:spPr>
          <a:xfrm>
            <a:off x="9672238" y="1765633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8" name="矩形 447">
            <a:extLst>
              <a:ext uri="{FF2B5EF4-FFF2-40B4-BE49-F238E27FC236}">
                <a16:creationId xmlns:a16="http://schemas.microsoft.com/office/drawing/2014/main" id="{B2537A9E-CC4E-44CE-8207-7A8AA3AE08E7}"/>
              </a:ext>
            </a:extLst>
          </p:cNvPr>
          <p:cNvSpPr/>
          <p:nvPr/>
        </p:nvSpPr>
        <p:spPr>
          <a:xfrm>
            <a:off x="9796265" y="1765155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9" name="矩形 448">
            <a:extLst>
              <a:ext uri="{FF2B5EF4-FFF2-40B4-BE49-F238E27FC236}">
                <a16:creationId xmlns:a16="http://schemas.microsoft.com/office/drawing/2014/main" id="{5DAF355E-6EA9-42A0-889E-1C45BDD0F3E1}"/>
              </a:ext>
            </a:extLst>
          </p:cNvPr>
          <p:cNvSpPr/>
          <p:nvPr/>
        </p:nvSpPr>
        <p:spPr>
          <a:xfrm>
            <a:off x="9926945" y="1765633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矩形 467">
            <a:extLst>
              <a:ext uri="{FF2B5EF4-FFF2-40B4-BE49-F238E27FC236}">
                <a16:creationId xmlns:a16="http://schemas.microsoft.com/office/drawing/2014/main" id="{7AB5272B-F621-49DE-9C4F-D314641C7BE2}"/>
              </a:ext>
            </a:extLst>
          </p:cNvPr>
          <p:cNvSpPr/>
          <p:nvPr/>
        </p:nvSpPr>
        <p:spPr>
          <a:xfrm>
            <a:off x="9147368" y="1112595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矩形 468">
            <a:extLst>
              <a:ext uri="{FF2B5EF4-FFF2-40B4-BE49-F238E27FC236}">
                <a16:creationId xmlns:a16="http://schemas.microsoft.com/office/drawing/2014/main" id="{2AB73490-07F5-4C78-A6F0-B49C45F29A63}"/>
              </a:ext>
            </a:extLst>
          </p:cNvPr>
          <p:cNvSpPr/>
          <p:nvPr/>
        </p:nvSpPr>
        <p:spPr>
          <a:xfrm>
            <a:off x="9277996" y="1112595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矩形 469">
            <a:extLst>
              <a:ext uri="{FF2B5EF4-FFF2-40B4-BE49-F238E27FC236}">
                <a16:creationId xmlns:a16="http://schemas.microsoft.com/office/drawing/2014/main" id="{4F4EC9B4-5B55-431F-9678-D3EA190244E5}"/>
              </a:ext>
            </a:extLst>
          </p:cNvPr>
          <p:cNvSpPr/>
          <p:nvPr/>
        </p:nvSpPr>
        <p:spPr>
          <a:xfrm>
            <a:off x="9407889" y="1112595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1" name="矩形 470">
            <a:extLst>
              <a:ext uri="{FF2B5EF4-FFF2-40B4-BE49-F238E27FC236}">
                <a16:creationId xmlns:a16="http://schemas.microsoft.com/office/drawing/2014/main" id="{C8E53741-381F-4D35-A98B-FC3AA1CCC0EF}"/>
              </a:ext>
            </a:extLst>
          </p:cNvPr>
          <p:cNvSpPr/>
          <p:nvPr/>
        </p:nvSpPr>
        <p:spPr>
          <a:xfrm>
            <a:off x="9539208" y="1112116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2" name="矩形 471">
            <a:extLst>
              <a:ext uri="{FF2B5EF4-FFF2-40B4-BE49-F238E27FC236}">
                <a16:creationId xmlns:a16="http://schemas.microsoft.com/office/drawing/2014/main" id="{AE908896-A01B-42D8-AAF3-CBE369E0579C}"/>
              </a:ext>
            </a:extLst>
          </p:cNvPr>
          <p:cNvSpPr/>
          <p:nvPr/>
        </p:nvSpPr>
        <p:spPr>
          <a:xfrm>
            <a:off x="9669888" y="1112594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矩形 472">
            <a:extLst>
              <a:ext uri="{FF2B5EF4-FFF2-40B4-BE49-F238E27FC236}">
                <a16:creationId xmlns:a16="http://schemas.microsoft.com/office/drawing/2014/main" id="{DCD37ACC-C7F0-4D20-B605-F4BD798043D0}"/>
              </a:ext>
            </a:extLst>
          </p:cNvPr>
          <p:cNvSpPr/>
          <p:nvPr/>
        </p:nvSpPr>
        <p:spPr>
          <a:xfrm>
            <a:off x="9793915" y="1112116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4" name="矩形 473">
            <a:extLst>
              <a:ext uri="{FF2B5EF4-FFF2-40B4-BE49-F238E27FC236}">
                <a16:creationId xmlns:a16="http://schemas.microsoft.com/office/drawing/2014/main" id="{781D31B4-3881-4BCC-970D-2D5A637A4B4E}"/>
              </a:ext>
            </a:extLst>
          </p:cNvPr>
          <p:cNvSpPr/>
          <p:nvPr/>
        </p:nvSpPr>
        <p:spPr>
          <a:xfrm>
            <a:off x="9924595" y="1112594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6" name="矩形: 圆角 485">
            <a:extLst>
              <a:ext uri="{FF2B5EF4-FFF2-40B4-BE49-F238E27FC236}">
                <a16:creationId xmlns:a16="http://schemas.microsoft.com/office/drawing/2014/main" id="{0939674C-67ED-4AD4-AD97-41A084DF0D35}"/>
              </a:ext>
            </a:extLst>
          </p:cNvPr>
          <p:cNvSpPr/>
          <p:nvPr/>
        </p:nvSpPr>
        <p:spPr>
          <a:xfrm>
            <a:off x="249179" y="4308307"/>
            <a:ext cx="2240191" cy="602421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1" name="矩形: 圆角 490">
            <a:extLst>
              <a:ext uri="{FF2B5EF4-FFF2-40B4-BE49-F238E27FC236}">
                <a16:creationId xmlns:a16="http://schemas.microsoft.com/office/drawing/2014/main" id="{7B39D8A6-FCFD-44FB-AFD8-3F1933394205}"/>
              </a:ext>
            </a:extLst>
          </p:cNvPr>
          <p:cNvSpPr/>
          <p:nvPr/>
        </p:nvSpPr>
        <p:spPr>
          <a:xfrm>
            <a:off x="249179" y="5004621"/>
            <a:ext cx="2240191" cy="59921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92" name="直接连接符 491">
            <a:extLst>
              <a:ext uri="{FF2B5EF4-FFF2-40B4-BE49-F238E27FC236}">
                <a16:creationId xmlns:a16="http://schemas.microsoft.com/office/drawing/2014/main" id="{83BC85F0-1C57-4B43-8681-D382307AE1DB}"/>
              </a:ext>
            </a:extLst>
          </p:cNvPr>
          <p:cNvCxnSpPr>
            <a:cxnSpLocks/>
          </p:cNvCxnSpPr>
          <p:nvPr/>
        </p:nvCxnSpPr>
        <p:spPr>
          <a:xfrm>
            <a:off x="783255" y="4601325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97" name="图形 496">
            <a:extLst>
              <a:ext uri="{FF2B5EF4-FFF2-40B4-BE49-F238E27FC236}">
                <a16:creationId xmlns:a16="http://schemas.microsoft.com/office/drawing/2014/main" id="{A7D3C54A-051D-4D5A-B638-EEB77C1E52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4818" y="5065537"/>
            <a:ext cx="460789" cy="460789"/>
          </a:xfrm>
          <a:prstGeom prst="rect">
            <a:avLst/>
          </a:prstGeom>
        </p:spPr>
      </p:pic>
      <p:pic>
        <p:nvPicPr>
          <p:cNvPr id="498" name="图形 497">
            <a:extLst>
              <a:ext uri="{FF2B5EF4-FFF2-40B4-BE49-F238E27FC236}">
                <a16:creationId xmlns:a16="http://schemas.microsoft.com/office/drawing/2014/main" id="{C0A2A38E-01F1-492C-9C5A-D6E373B0EE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5627" y="5108546"/>
            <a:ext cx="430225" cy="430225"/>
          </a:xfrm>
          <a:prstGeom prst="rect">
            <a:avLst/>
          </a:prstGeom>
        </p:spPr>
      </p:pic>
      <p:cxnSp>
        <p:nvCxnSpPr>
          <p:cNvPr id="500" name="直接连接符 499">
            <a:extLst>
              <a:ext uri="{FF2B5EF4-FFF2-40B4-BE49-F238E27FC236}">
                <a16:creationId xmlns:a16="http://schemas.microsoft.com/office/drawing/2014/main" id="{4FE94DBA-D1BD-4945-9065-7D527B879299}"/>
              </a:ext>
            </a:extLst>
          </p:cNvPr>
          <p:cNvCxnSpPr>
            <a:cxnSpLocks/>
          </p:cNvCxnSpPr>
          <p:nvPr/>
        </p:nvCxnSpPr>
        <p:spPr>
          <a:xfrm>
            <a:off x="542597" y="5317217"/>
            <a:ext cx="158775" cy="1287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6" name="直接连接符 505">
            <a:extLst>
              <a:ext uri="{FF2B5EF4-FFF2-40B4-BE49-F238E27FC236}">
                <a16:creationId xmlns:a16="http://schemas.microsoft.com/office/drawing/2014/main" id="{35D6EE82-74FD-47E9-8E73-D7122276AADB}"/>
              </a:ext>
            </a:extLst>
          </p:cNvPr>
          <p:cNvCxnSpPr>
            <a:cxnSpLocks/>
          </p:cNvCxnSpPr>
          <p:nvPr/>
        </p:nvCxnSpPr>
        <p:spPr>
          <a:xfrm>
            <a:off x="983320" y="5318504"/>
            <a:ext cx="189930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8" name="直接连接符 507">
            <a:extLst>
              <a:ext uri="{FF2B5EF4-FFF2-40B4-BE49-F238E27FC236}">
                <a16:creationId xmlns:a16="http://schemas.microsoft.com/office/drawing/2014/main" id="{B906FCBA-EA4C-4E4E-A33D-81B88FE18118}"/>
              </a:ext>
            </a:extLst>
          </p:cNvPr>
          <p:cNvCxnSpPr>
            <a:cxnSpLocks/>
          </p:cNvCxnSpPr>
          <p:nvPr/>
        </p:nvCxnSpPr>
        <p:spPr>
          <a:xfrm>
            <a:off x="1811491" y="5324740"/>
            <a:ext cx="211713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05" name="文本框 1004">
                <a:extLst>
                  <a:ext uri="{FF2B5EF4-FFF2-40B4-BE49-F238E27FC236}">
                    <a16:creationId xmlns:a16="http://schemas.microsoft.com/office/drawing/2014/main" id="{8548D54B-E5B8-4312-A13F-4BEDE89DF7D4}"/>
                  </a:ext>
                </a:extLst>
              </p:cNvPr>
              <p:cNvSpPr txBox="1"/>
              <p:nvPr/>
            </p:nvSpPr>
            <p:spPr>
              <a:xfrm>
                <a:off x="9234335" y="559214"/>
                <a:ext cx="171318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1000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User Embedding</a:t>
                </a:r>
                <a:endParaRPr lang="zh-CN" altLang="en-US" sz="1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05" name="文本框 1004">
                <a:extLst>
                  <a:ext uri="{FF2B5EF4-FFF2-40B4-BE49-F238E27FC236}">
                    <a16:creationId xmlns:a16="http://schemas.microsoft.com/office/drawing/2014/main" id="{8548D54B-E5B8-4312-A13F-4BEDE89DF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4335" y="559214"/>
                <a:ext cx="1713181" cy="246221"/>
              </a:xfrm>
              <a:prstGeom prst="rect">
                <a:avLst/>
              </a:prstGeom>
              <a:blipFill>
                <a:blip r:embed="rId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6" name="文本框 1005">
                <a:extLst>
                  <a:ext uri="{FF2B5EF4-FFF2-40B4-BE49-F238E27FC236}">
                    <a16:creationId xmlns:a16="http://schemas.microsoft.com/office/drawing/2014/main" id="{B778D696-7772-43B0-92AA-134D2366AA30}"/>
                  </a:ext>
                </a:extLst>
              </p:cNvPr>
              <p:cNvSpPr txBox="1"/>
              <p:nvPr/>
            </p:nvSpPr>
            <p:spPr>
              <a:xfrm>
                <a:off x="9343088" y="885061"/>
                <a:ext cx="14707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1000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Item Embedding</a:t>
                </a:r>
                <a:endParaRPr lang="zh-CN" altLang="en-US" sz="1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06" name="文本框 1005">
                <a:extLst>
                  <a:ext uri="{FF2B5EF4-FFF2-40B4-BE49-F238E27FC236}">
                    <a16:creationId xmlns:a16="http://schemas.microsoft.com/office/drawing/2014/main" id="{B778D696-7772-43B0-92AA-134D2366A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3088" y="885061"/>
                <a:ext cx="1470712" cy="246221"/>
              </a:xfrm>
              <a:prstGeom prst="rect">
                <a:avLst/>
              </a:prstGeom>
              <a:blipFill>
                <a:blip r:embed="rId8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7" name="文本框 1006">
                <a:extLst>
                  <a:ext uri="{FF2B5EF4-FFF2-40B4-BE49-F238E27FC236}">
                    <a16:creationId xmlns:a16="http://schemas.microsoft.com/office/drawing/2014/main" id="{80B8B71C-E02E-4ABE-A730-8C00CCC319A7}"/>
                  </a:ext>
                </a:extLst>
              </p:cNvPr>
              <p:cNvSpPr txBox="1"/>
              <p:nvPr/>
            </p:nvSpPr>
            <p:spPr>
              <a:xfrm>
                <a:off x="9374509" y="1216779"/>
                <a:ext cx="1779021" cy="260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altLang="zh-CN" sz="1000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 Behavior Embedding</a:t>
                </a:r>
                <a:endParaRPr lang="zh-CN" altLang="en-US" sz="1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07" name="文本框 1006">
                <a:extLst>
                  <a:ext uri="{FF2B5EF4-FFF2-40B4-BE49-F238E27FC236}">
                    <a16:creationId xmlns:a16="http://schemas.microsoft.com/office/drawing/2014/main" id="{80B8B71C-E02E-4ABE-A730-8C00CCC31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4509" y="1216779"/>
                <a:ext cx="1779021" cy="260008"/>
              </a:xfrm>
              <a:prstGeom prst="rect">
                <a:avLst/>
              </a:prstGeom>
              <a:blipFill>
                <a:blip r:embed="rId9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8" name="文本框 1007">
                <a:extLst>
                  <a:ext uri="{FF2B5EF4-FFF2-40B4-BE49-F238E27FC236}">
                    <a16:creationId xmlns:a16="http://schemas.microsoft.com/office/drawing/2014/main" id="{270BF995-FDF7-40D6-918D-B1248F54226A}"/>
                  </a:ext>
                </a:extLst>
              </p:cNvPr>
              <p:cNvSpPr txBox="1"/>
              <p:nvPr/>
            </p:nvSpPr>
            <p:spPr>
              <a:xfrm>
                <a:off x="9353943" y="1551054"/>
                <a:ext cx="185008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altLang="zh-CN" sz="1000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 Behavior Embedding</a:t>
                </a:r>
                <a:endPara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08" name="文本框 1007">
                <a:extLst>
                  <a:ext uri="{FF2B5EF4-FFF2-40B4-BE49-F238E27FC236}">
                    <a16:creationId xmlns:a16="http://schemas.microsoft.com/office/drawing/2014/main" id="{270BF995-FDF7-40D6-918D-B1248F542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3943" y="1551054"/>
                <a:ext cx="1850086" cy="246221"/>
              </a:xfrm>
              <a:prstGeom prst="rect">
                <a:avLst/>
              </a:prstGeom>
              <a:blipFill>
                <a:blip r:embed="rId10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0" name="矩形 1019">
            <a:extLst>
              <a:ext uri="{FF2B5EF4-FFF2-40B4-BE49-F238E27FC236}">
                <a16:creationId xmlns:a16="http://schemas.microsoft.com/office/drawing/2014/main" id="{192C45A1-658F-459D-9DE6-4A519AE891E5}"/>
              </a:ext>
            </a:extLst>
          </p:cNvPr>
          <p:cNvSpPr/>
          <p:nvPr/>
        </p:nvSpPr>
        <p:spPr>
          <a:xfrm>
            <a:off x="11409712" y="1021988"/>
            <a:ext cx="777465" cy="2658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zh-CN" alt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2" name="文本框 1021">
                <a:extLst>
                  <a:ext uri="{FF2B5EF4-FFF2-40B4-BE49-F238E27FC236}">
                    <a16:creationId xmlns:a16="http://schemas.microsoft.com/office/drawing/2014/main" id="{AB01BDFB-8911-40CC-95F8-111C6AABBB60}"/>
                  </a:ext>
                </a:extLst>
              </p:cNvPr>
              <p:cNvSpPr txBox="1"/>
              <p:nvPr/>
            </p:nvSpPr>
            <p:spPr>
              <a:xfrm>
                <a:off x="2100508" y="560293"/>
                <a:ext cx="315383" cy="305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022" name="文本框 1021">
                <a:extLst>
                  <a:ext uri="{FF2B5EF4-FFF2-40B4-BE49-F238E27FC236}">
                    <a16:creationId xmlns:a16="http://schemas.microsoft.com/office/drawing/2014/main" id="{AB01BDFB-8911-40CC-95F8-111C6AABB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508" y="560293"/>
                <a:ext cx="315383" cy="30553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3" name="文本框 1022">
                <a:extLst>
                  <a:ext uri="{FF2B5EF4-FFF2-40B4-BE49-F238E27FC236}">
                    <a16:creationId xmlns:a16="http://schemas.microsoft.com/office/drawing/2014/main" id="{9F8024A9-EFB2-45F5-AF15-EFEA19D86201}"/>
                  </a:ext>
                </a:extLst>
              </p:cNvPr>
              <p:cNvSpPr txBox="1"/>
              <p:nvPr/>
            </p:nvSpPr>
            <p:spPr>
              <a:xfrm>
                <a:off x="2118231" y="1778454"/>
                <a:ext cx="315383" cy="281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023" name="文本框 1022">
                <a:extLst>
                  <a:ext uri="{FF2B5EF4-FFF2-40B4-BE49-F238E27FC236}">
                    <a16:creationId xmlns:a16="http://schemas.microsoft.com/office/drawing/2014/main" id="{9F8024A9-EFB2-45F5-AF15-EFEA19D86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231" y="1778454"/>
                <a:ext cx="315383" cy="28155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" name="文本框 1023">
                <a:extLst>
                  <a:ext uri="{FF2B5EF4-FFF2-40B4-BE49-F238E27FC236}">
                    <a16:creationId xmlns:a16="http://schemas.microsoft.com/office/drawing/2014/main" id="{C528E3E2-6C36-4BC3-82B7-AAFED16D8C61}"/>
                  </a:ext>
                </a:extLst>
              </p:cNvPr>
              <p:cNvSpPr txBox="1"/>
              <p:nvPr/>
            </p:nvSpPr>
            <p:spPr>
              <a:xfrm>
                <a:off x="2143050" y="2952363"/>
                <a:ext cx="315383" cy="291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024" name="文本框 1023">
                <a:extLst>
                  <a:ext uri="{FF2B5EF4-FFF2-40B4-BE49-F238E27FC236}">
                    <a16:creationId xmlns:a16="http://schemas.microsoft.com/office/drawing/2014/main" id="{C528E3E2-6C36-4BC3-82B7-AAFED16D8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050" y="2952363"/>
                <a:ext cx="315383" cy="29181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5" name="文本框 1024">
                <a:extLst>
                  <a:ext uri="{FF2B5EF4-FFF2-40B4-BE49-F238E27FC236}">
                    <a16:creationId xmlns:a16="http://schemas.microsoft.com/office/drawing/2014/main" id="{081BA382-1CC1-4688-BB72-B9D33707A700}"/>
                  </a:ext>
                </a:extLst>
              </p:cNvPr>
              <p:cNvSpPr txBox="1"/>
              <p:nvPr/>
            </p:nvSpPr>
            <p:spPr>
              <a:xfrm>
                <a:off x="2143625" y="4323316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</m:sSub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 xmlns="">
          <p:sp>
            <p:nvSpPr>
              <p:cNvPr id="1025" name="文本框 1024">
                <a:extLst>
                  <a:ext uri="{FF2B5EF4-FFF2-40B4-BE49-F238E27FC236}">
                    <a16:creationId xmlns:a16="http://schemas.microsoft.com/office/drawing/2014/main" id="{081BA382-1CC1-4688-BB72-B9D33707A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625" y="4323316"/>
                <a:ext cx="315383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1" name="文本框 1040">
            <a:extLst>
              <a:ext uri="{FF2B5EF4-FFF2-40B4-BE49-F238E27FC236}">
                <a16:creationId xmlns:a16="http://schemas.microsoft.com/office/drawing/2014/main" id="{E5FB3849-8774-4259-863B-585F5AE8BD95}"/>
              </a:ext>
            </a:extLst>
          </p:cNvPr>
          <p:cNvSpPr txBox="1"/>
          <p:nvPr/>
        </p:nvSpPr>
        <p:spPr>
          <a:xfrm>
            <a:off x="8443901" y="4164386"/>
            <a:ext cx="3670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Denoising-informed Intra-Behavior SSL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69" name="直接箭头连接符 1068">
            <a:extLst>
              <a:ext uri="{FF2B5EF4-FFF2-40B4-BE49-F238E27FC236}">
                <a16:creationId xmlns:a16="http://schemas.microsoft.com/office/drawing/2014/main" id="{457B663C-1E7C-4E90-BB2F-B225D6A39893}"/>
              </a:ext>
            </a:extLst>
          </p:cNvPr>
          <p:cNvCxnSpPr>
            <a:cxnSpLocks/>
          </p:cNvCxnSpPr>
          <p:nvPr/>
        </p:nvCxnSpPr>
        <p:spPr>
          <a:xfrm flipV="1">
            <a:off x="9289904" y="3137057"/>
            <a:ext cx="0" cy="1422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" name="直接箭头连接符 1070">
            <a:extLst>
              <a:ext uri="{FF2B5EF4-FFF2-40B4-BE49-F238E27FC236}">
                <a16:creationId xmlns:a16="http://schemas.microsoft.com/office/drawing/2014/main" id="{6E961316-0A74-4D11-B28D-E4D64A5459F5}"/>
              </a:ext>
            </a:extLst>
          </p:cNvPr>
          <p:cNvCxnSpPr>
            <a:cxnSpLocks/>
          </p:cNvCxnSpPr>
          <p:nvPr/>
        </p:nvCxnSpPr>
        <p:spPr>
          <a:xfrm>
            <a:off x="9889623" y="2799940"/>
            <a:ext cx="1625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直接箭头连接符 1071">
            <a:extLst>
              <a:ext uri="{FF2B5EF4-FFF2-40B4-BE49-F238E27FC236}">
                <a16:creationId xmlns:a16="http://schemas.microsoft.com/office/drawing/2014/main" id="{195DD6B7-6280-4C84-A4CB-0C776F911CC5}"/>
              </a:ext>
            </a:extLst>
          </p:cNvPr>
          <p:cNvCxnSpPr>
            <a:cxnSpLocks/>
          </p:cNvCxnSpPr>
          <p:nvPr/>
        </p:nvCxnSpPr>
        <p:spPr>
          <a:xfrm flipH="1">
            <a:off x="10473760" y="2808790"/>
            <a:ext cx="184547" cy="153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3" name="文本框 1072">
                <a:extLst>
                  <a:ext uri="{FF2B5EF4-FFF2-40B4-BE49-F238E27FC236}">
                    <a16:creationId xmlns:a16="http://schemas.microsoft.com/office/drawing/2014/main" id="{5353F358-B223-4911-9C88-4467B90572AF}"/>
                  </a:ext>
                </a:extLst>
              </p:cNvPr>
              <p:cNvSpPr txBox="1"/>
              <p:nvPr/>
            </p:nvSpPr>
            <p:spPr>
              <a:xfrm>
                <a:off x="9888259" y="2534042"/>
                <a:ext cx="297287" cy="28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𝒊𝒏𝒕𝒆𝒓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𝒔𝒔𝒍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073" name="文本框 1072">
                <a:extLst>
                  <a:ext uri="{FF2B5EF4-FFF2-40B4-BE49-F238E27FC236}">
                    <a16:creationId xmlns:a16="http://schemas.microsoft.com/office/drawing/2014/main" id="{5353F358-B223-4911-9C88-4467B9057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8259" y="2534042"/>
                <a:ext cx="297287" cy="283219"/>
              </a:xfrm>
              <a:prstGeom prst="rect">
                <a:avLst/>
              </a:prstGeom>
              <a:blipFill>
                <a:blip r:embed="rId16"/>
                <a:stretch>
                  <a:fillRect r="-1387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4" name="矩形: 圆角 1073">
            <a:extLst>
              <a:ext uri="{FF2B5EF4-FFF2-40B4-BE49-F238E27FC236}">
                <a16:creationId xmlns:a16="http://schemas.microsoft.com/office/drawing/2014/main" id="{2F4E860D-85D0-47DA-8166-9AC1BF733821}"/>
              </a:ext>
            </a:extLst>
          </p:cNvPr>
          <p:cNvSpPr/>
          <p:nvPr/>
        </p:nvSpPr>
        <p:spPr>
          <a:xfrm>
            <a:off x="8648777" y="2423797"/>
            <a:ext cx="1246462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6" name="文本框 1145">
            <a:extLst>
              <a:ext uri="{FF2B5EF4-FFF2-40B4-BE49-F238E27FC236}">
                <a16:creationId xmlns:a16="http://schemas.microsoft.com/office/drawing/2014/main" id="{2C433692-901B-4014-99E6-71D993F43D77}"/>
              </a:ext>
            </a:extLst>
          </p:cNvPr>
          <p:cNvSpPr txBox="1"/>
          <p:nvPr/>
        </p:nvSpPr>
        <p:spPr>
          <a:xfrm>
            <a:off x="8376894" y="2114575"/>
            <a:ext cx="3746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Denoising-informed Inter-Behavior SSL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" name="矩形: 圆角 1147">
            <a:extLst>
              <a:ext uri="{FF2B5EF4-FFF2-40B4-BE49-F238E27FC236}">
                <a16:creationId xmlns:a16="http://schemas.microsoft.com/office/drawing/2014/main" id="{DC571BE3-938A-4E05-AE87-C11C24270804}"/>
              </a:ext>
            </a:extLst>
          </p:cNvPr>
          <p:cNvSpPr/>
          <p:nvPr/>
        </p:nvSpPr>
        <p:spPr>
          <a:xfrm>
            <a:off x="8771076" y="4461974"/>
            <a:ext cx="3049779" cy="159799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2" name="矩形 1151">
            <a:extLst>
              <a:ext uri="{FF2B5EF4-FFF2-40B4-BE49-F238E27FC236}">
                <a16:creationId xmlns:a16="http://schemas.microsoft.com/office/drawing/2014/main" id="{FAD3611F-0C84-4A58-AA41-B2B3A4D2510A}"/>
              </a:ext>
            </a:extLst>
          </p:cNvPr>
          <p:cNvSpPr/>
          <p:nvPr/>
        </p:nvSpPr>
        <p:spPr>
          <a:xfrm>
            <a:off x="9248414" y="4574486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3" name="矩形 1152">
            <a:extLst>
              <a:ext uri="{FF2B5EF4-FFF2-40B4-BE49-F238E27FC236}">
                <a16:creationId xmlns:a16="http://schemas.microsoft.com/office/drawing/2014/main" id="{5C2CD5B0-F527-4F97-A184-E125E1BB6D6A}"/>
              </a:ext>
            </a:extLst>
          </p:cNvPr>
          <p:cNvSpPr/>
          <p:nvPr/>
        </p:nvSpPr>
        <p:spPr>
          <a:xfrm>
            <a:off x="9379042" y="4574486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4" name="矩形 1153">
            <a:extLst>
              <a:ext uri="{FF2B5EF4-FFF2-40B4-BE49-F238E27FC236}">
                <a16:creationId xmlns:a16="http://schemas.microsoft.com/office/drawing/2014/main" id="{9BC69D88-BB7F-448E-B7F6-179057594B4C}"/>
              </a:ext>
            </a:extLst>
          </p:cNvPr>
          <p:cNvSpPr/>
          <p:nvPr/>
        </p:nvSpPr>
        <p:spPr>
          <a:xfrm>
            <a:off x="9508935" y="4574486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5" name="矩形 1154">
            <a:extLst>
              <a:ext uri="{FF2B5EF4-FFF2-40B4-BE49-F238E27FC236}">
                <a16:creationId xmlns:a16="http://schemas.microsoft.com/office/drawing/2014/main" id="{EA88863F-4344-4CCD-AB59-46581DF0558C}"/>
              </a:ext>
            </a:extLst>
          </p:cNvPr>
          <p:cNvSpPr/>
          <p:nvPr/>
        </p:nvSpPr>
        <p:spPr>
          <a:xfrm>
            <a:off x="9640254" y="457400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6" name="矩形 1155">
            <a:extLst>
              <a:ext uri="{FF2B5EF4-FFF2-40B4-BE49-F238E27FC236}">
                <a16:creationId xmlns:a16="http://schemas.microsoft.com/office/drawing/2014/main" id="{B9638260-C11E-41BB-91FB-3FA54FC12605}"/>
              </a:ext>
            </a:extLst>
          </p:cNvPr>
          <p:cNvSpPr/>
          <p:nvPr/>
        </p:nvSpPr>
        <p:spPr>
          <a:xfrm>
            <a:off x="9770934" y="457448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7" name="矩形 1156">
            <a:extLst>
              <a:ext uri="{FF2B5EF4-FFF2-40B4-BE49-F238E27FC236}">
                <a16:creationId xmlns:a16="http://schemas.microsoft.com/office/drawing/2014/main" id="{4DE795C5-236A-4F64-A401-CF3E1621B140}"/>
              </a:ext>
            </a:extLst>
          </p:cNvPr>
          <p:cNvSpPr/>
          <p:nvPr/>
        </p:nvSpPr>
        <p:spPr>
          <a:xfrm>
            <a:off x="9894961" y="457400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8" name="矩形 1157">
            <a:extLst>
              <a:ext uri="{FF2B5EF4-FFF2-40B4-BE49-F238E27FC236}">
                <a16:creationId xmlns:a16="http://schemas.microsoft.com/office/drawing/2014/main" id="{F9236935-467D-4657-AEC8-76B36D6BCA29}"/>
              </a:ext>
            </a:extLst>
          </p:cNvPr>
          <p:cNvSpPr/>
          <p:nvPr/>
        </p:nvSpPr>
        <p:spPr>
          <a:xfrm>
            <a:off x="10025641" y="457448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59" name="直接连接符 1158">
            <a:extLst>
              <a:ext uri="{FF2B5EF4-FFF2-40B4-BE49-F238E27FC236}">
                <a16:creationId xmlns:a16="http://schemas.microsoft.com/office/drawing/2014/main" id="{DC7419D3-2CED-42CD-86FA-F1175A5D5442}"/>
              </a:ext>
            </a:extLst>
          </p:cNvPr>
          <p:cNvCxnSpPr>
            <a:cxnSpLocks/>
          </p:cNvCxnSpPr>
          <p:nvPr/>
        </p:nvCxnSpPr>
        <p:spPr>
          <a:xfrm>
            <a:off x="9000416" y="4847452"/>
            <a:ext cx="0" cy="141335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60" name="矩形 1159">
            <a:extLst>
              <a:ext uri="{FF2B5EF4-FFF2-40B4-BE49-F238E27FC236}">
                <a16:creationId xmlns:a16="http://schemas.microsoft.com/office/drawing/2014/main" id="{CA182D89-B21C-4BCB-AD52-38F1FE3C55AF}"/>
              </a:ext>
            </a:extLst>
          </p:cNvPr>
          <p:cNvSpPr/>
          <p:nvPr/>
        </p:nvSpPr>
        <p:spPr>
          <a:xfrm>
            <a:off x="9243881" y="5062734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1" name="矩形 1160">
            <a:extLst>
              <a:ext uri="{FF2B5EF4-FFF2-40B4-BE49-F238E27FC236}">
                <a16:creationId xmlns:a16="http://schemas.microsoft.com/office/drawing/2014/main" id="{CF7FCCDB-808A-4D9E-BF87-754B53859AED}"/>
              </a:ext>
            </a:extLst>
          </p:cNvPr>
          <p:cNvSpPr/>
          <p:nvPr/>
        </p:nvSpPr>
        <p:spPr>
          <a:xfrm>
            <a:off x="9374509" y="5062734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2" name="矩形 1161">
            <a:extLst>
              <a:ext uri="{FF2B5EF4-FFF2-40B4-BE49-F238E27FC236}">
                <a16:creationId xmlns:a16="http://schemas.microsoft.com/office/drawing/2014/main" id="{82EE7BF2-91AF-41CA-8B99-CBD8C8424FBB}"/>
              </a:ext>
            </a:extLst>
          </p:cNvPr>
          <p:cNvSpPr/>
          <p:nvPr/>
        </p:nvSpPr>
        <p:spPr>
          <a:xfrm>
            <a:off x="9504402" y="5062734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3" name="矩形 1162">
            <a:extLst>
              <a:ext uri="{FF2B5EF4-FFF2-40B4-BE49-F238E27FC236}">
                <a16:creationId xmlns:a16="http://schemas.microsoft.com/office/drawing/2014/main" id="{6652FD29-8C8E-471A-A061-CDBE26FEEFDA}"/>
              </a:ext>
            </a:extLst>
          </p:cNvPr>
          <p:cNvSpPr/>
          <p:nvPr/>
        </p:nvSpPr>
        <p:spPr>
          <a:xfrm>
            <a:off x="9635721" y="506225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4" name="矩形 1163">
            <a:extLst>
              <a:ext uri="{FF2B5EF4-FFF2-40B4-BE49-F238E27FC236}">
                <a16:creationId xmlns:a16="http://schemas.microsoft.com/office/drawing/2014/main" id="{BFC9A6ED-E656-4538-96D6-A3334203BA59}"/>
              </a:ext>
            </a:extLst>
          </p:cNvPr>
          <p:cNvSpPr/>
          <p:nvPr/>
        </p:nvSpPr>
        <p:spPr>
          <a:xfrm>
            <a:off x="9766401" y="5062733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5" name="矩形 1164">
            <a:extLst>
              <a:ext uri="{FF2B5EF4-FFF2-40B4-BE49-F238E27FC236}">
                <a16:creationId xmlns:a16="http://schemas.microsoft.com/office/drawing/2014/main" id="{7DA44BD9-212E-4497-8EA0-FC8B5C148512}"/>
              </a:ext>
            </a:extLst>
          </p:cNvPr>
          <p:cNvSpPr/>
          <p:nvPr/>
        </p:nvSpPr>
        <p:spPr>
          <a:xfrm>
            <a:off x="9890428" y="506225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6" name="矩形 1165">
            <a:extLst>
              <a:ext uri="{FF2B5EF4-FFF2-40B4-BE49-F238E27FC236}">
                <a16:creationId xmlns:a16="http://schemas.microsoft.com/office/drawing/2014/main" id="{224BD03A-AC01-423E-B6E0-BAF0A533E1E2}"/>
              </a:ext>
            </a:extLst>
          </p:cNvPr>
          <p:cNvSpPr/>
          <p:nvPr/>
        </p:nvSpPr>
        <p:spPr>
          <a:xfrm>
            <a:off x="10021108" y="5062733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7" name="矩形 1166">
            <a:extLst>
              <a:ext uri="{FF2B5EF4-FFF2-40B4-BE49-F238E27FC236}">
                <a16:creationId xmlns:a16="http://schemas.microsoft.com/office/drawing/2014/main" id="{41C08433-BD3C-4680-9582-93E701E88F27}"/>
              </a:ext>
            </a:extLst>
          </p:cNvPr>
          <p:cNvSpPr/>
          <p:nvPr/>
        </p:nvSpPr>
        <p:spPr>
          <a:xfrm>
            <a:off x="9248385" y="5580956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8" name="矩形 1167">
            <a:extLst>
              <a:ext uri="{FF2B5EF4-FFF2-40B4-BE49-F238E27FC236}">
                <a16:creationId xmlns:a16="http://schemas.microsoft.com/office/drawing/2014/main" id="{026625F4-88A9-488A-81F8-1D10A64402AB}"/>
              </a:ext>
            </a:extLst>
          </p:cNvPr>
          <p:cNvSpPr/>
          <p:nvPr/>
        </p:nvSpPr>
        <p:spPr>
          <a:xfrm>
            <a:off x="9379013" y="5580956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9" name="矩形 1168">
            <a:extLst>
              <a:ext uri="{FF2B5EF4-FFF2-40B4-BE49-F238E27FC236}">
                <a16:creationId xmlns:a16="http://schemas.microsoft.com/office/drawing/2014/main" id="{AC3D8F02-6740-4A5A-AF8D-5C6DECFFF50B}"/>
              </a:ext>
            </a:extLst>
          </p:cNvPr>
          <p:cNvSpPr/>
          <p:nvPr/>
        </p:nvSpPr>
        <p:spPr>
          <a:xfrm>
            <a:off x="9508906" y="5580956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0" name="矩形 1169">
            <a:extLst>
              <a:ext uri="{FF2B5EF4-FFF2-40B4-BE49-F238E27FC236}">
                <a16:creationId xmlns:a16="http://schemas.microsoft.com/office/drawing/2014/main" id="{3C778B99-DB25-43D3-ABB6-1FEE1E072CFA}"/>
              </a:ext>
            </a:extLst>
          </p:cNvPr>
          <p:cNvSpPr/>
          <p:nvPr/>
        </p:nvSpPr>
        <p:spPr>
          <a:xfrm>
            <a:off x="9640225" y="558047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1" name="矩形 1170">
            <a:extLst>
              <a:ext uri="{FF2B5EF4-FFF2-40B4-BE49-F238E27FC236}">
                <a16:creationId xmlns:a16="http://schemas.microsoft.com/office/drawing/2014/main" id="{B5F05F84-D575-4364-8D47-10AB13063064}"/>
              </a:ext>
            </a:extLst>
          </p:cNvPr>
          <p:cNvSpPr/>
          <p:nvPr/>
        </p:nvSpPr>
        <p:spPr>
          <a:xfrm>
            <a:off x="9770905" y="558095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5C1B5200-C753-4D40-8E71-A665602E34D3}"/>
              </a:ext>
            </a:extLst>
          </p:cNvPr>
          <p:cNvSpPr/>
          <p:nvPr/>
        </p:nvSpPr>
        <p:spPr>
          <a:xfrm>
            <a:off x="9894932" y="5580477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3" name="矩形 1172">
            <a:extLst>
              <a:ext uri="{FF2B5EF4-FFF2-40B4-BE49-F238E27FC236}">
                <a16:creationId xmlns:a16="http://schemas.microsoft.com/office/drawing/2014/main" id="{BA1CA8E9-C4DF-40C2-8468-A0FA91528A1B}"/>
              </a:ext>
            </a:extLst>
          </p:cNvPr>
          <p:cNvSpPr/>
          <p:nvPr/>
        </p:nvSpPr>
        <p:spPr>
          <a:xfrm>
            <a:off x="10025612" y="558095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6" name="文本框 1175">
            <a:extLst>
              <a:ext uri="{FF2B5EF4-FFF2-40B4-BE49-F238E27FC236}">
                <a16:creationId xmlns:a16="http://schemas.microsoft.com/office/drawing/2014/main" id="{4CF6C173-FF03-4D15-9D15-95B4B877C66B}"/>
              </a:ext>
            </a:extLst>
          </p:cNvPr>
          <p:cNvSpPr txBox="1"/>
          <p:nvPr/>
        </p:nvSpPr>
        <p:spPr>
          <a:xfrm>
            <a:off x="9644677" y="4769036"/>
            <a:ext cx="638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Pull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79" name="文本框 1178">
            <a:extLst>
              <a:ext uri="{FF2B5EF4-FFF2-40B4-BE49-F238E27FC236}">
                <a16:creationId xmlns:a16="http://schemas.microsoft.com/office/drawing/2014/main" id="{B5423BBF-D9A8-4720-9DA5-368BD6651016}"/>
              </a:ext>
            </a:extLst>
          </p:cNvPr>
          <p:cNvSpPr txBox="1"/>
          <p:nvPr/>
        </p:nvSpPr>
        <p:spPr>
          <a:xfrm>
            <a:off x="9555384" y="5271688"/>
            <a:ext cx="787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Push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84" name="矩形 1183">
            <a:extLst>
              <a:ext uri="{FF2B5EF4-FFF2-40B4-BE49-F238E27FC236}">
                <a16:creationId xmlns:a16="http://schemas.microsoft.com/office/drawing/2014/main" id="{E79E0EA2-0346-41B4-8002-359F917D9DBA}"/>
              </a:ext>
            </a:extLst>
          </p:cNvPr>
          <p:cNvSpPr/>
          <p:nvPr/>
        </p:nvSpPr>
        <p:spPr>
          <a:xfrm>
            <a:off x="10324066" y="4571017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5" name="矩形 1184">
            <a:extLst>
              <a:ext uri="{FF2B5EF4-FFF2-40B4-BE49-F238E27FC236}">
                <a16:creationId xmlns:a16="http://schemas.microsoft.com/office/drawing/2014/main" id="{1CE71AAC-4B34-4110-BF73-DE1CF467773D}"/>
              </a:ext>
            </a:extLst>
          </p:cNvPr>
          <p:cNvSpPr/>
          <p:nvPr/>
        </p:nvSpPr>
        <p:spPr>
          <a:xfrm>
            <a:off x="10454694" y="4571017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6" name="矩形 1185">
            <a:extLst>
              <a:ext uri="{FF2B5EF4-FFF2-40B4-BE49-F238E27FC236}">
                <a16:creationId xmlns:a16="http://schemas.microsoft.com/office/drawing/2014/main" id="{512A18CE-5B97-4B29-96F9-9B9341896DE0}"/>
              </a:ext>
            </a:extLst>
          </p:cNvPr>
          <p:cNvSpPr/>
          <p:nvPr/>
        </p:nvSpPr>
        <p:spPr>
          <a:xfrm>
            <a:off x="10584587" y="4571017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7" name="矩形 1186">
            <a:extLst>
              <a:ext uri="{FF2B5EF4-FFF2-40B4-BE49-F238E27FC236}">
                <a16:creationId xmlns:a16="http://schemas.microsoft.com/office/drawing/2014/main" id="{5207091A-48F4-4D93-A6E7-2D50E85FD4E3}"/>
              </a:ext>
            </a:extLst>
          </p:cNvPr>
          <p:cNvSpPr/>
          <p:nvPr/>
        </p:nvSpPr>
        <p:spPr>
          <a:xfrm>
            <a:off x="10715906" y="457053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88" name="矩形 1187">
            <a:extLst>
              <a:ext uri="{FF2B5EF4-FFF2-40B4-BE49-F238E27FC236}">
                <a16:creationId xmlns:a16="http://schemas.microsoft.com/office/drawing/2014/main" id="{40690B6C-1200-4705-A687-BFECF64AB910}"/>
              </a:ext>
            </a:extLst>
          </p:cNvPr>
          <p:cNvSpPr/>
          <p:nvPr/>
        </p:nvSpPr>
        <p:spPr>
          <a:xfrm>
            <a:off x="10846586" y="4571016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9" name="矩形 1188">
            <a:extLst>
              <a:ext uri="{FF2B5EF4-FFF2-40B4-BE49-F238E27FC236}">
                <a16:creationId xmlns:a16="http://schemas.microsoft.com/office/drawing/2014/main" id="{5E5E4A82-18D5-46C4-83CB-05D1DBFC6E1E}"/>
              </a:ext>
            </a:extLst>
          </p:cNvPr>
          <p:cNvSpPr/>
          <p:nvPr/>
        </p:nvSpPr>
        <p:spPr>
          <a:xfrm>
            <a:off x="10966080" y="457053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0" name="矩形 1189">
            <a:extLst>
              <a:ext uri="{FF2B5EF4-FFF2-40B4-BE49-F238E27FC236}">
                <a16:creationId xmlns:a16="http://schemas.microsoft.com/office/drawing/2014/main" id="{2AEF31EE-0459-4577-8AC7-6427BBE8528C}"/>
              </a:ext>
            </a:extLst>
          </p:cNvPr>
          <p:cNvSpPr/>
          <p:nvPr/>
        </p:nvSpPr>
        <p:spPr>
          <a:xfrm>
            <a:off x="11101293" y="4571016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1" name="矩形 1190">
            <a:extLst>
              <a:ext uri="{FF2B5EF4-FFF2-40B4-BE49-F238E27FC236}">
                <a16:creationId xmlns:a16="http://schemas.microsoft.com/office/drawing/2014/main" id="{F4DC668D-F4CC-41C5-B25E-A665780CA055}"/>
              </a:ext>
            </a:extLst>
          </p:cNvPr>
          <p:cNvSpPr/>
          <p:nvPr/>
        </p:nvSpPr>
        <p:spPr>
          <a:xfrm>
            <a:off x="10318841" y="5058241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2" name="矩形 1191">
            <a:extLst>
              <a:ext uri="{FF2B5EF4-FFF2-40B4-BE49-F238E27FC236}">
                <a16:creationId xmlns:a16="http://schemas.microsoft.com/office/drawing/2014/main" id="{E6512464-FE1C-489C-87A4-B506014B1B54}"/>
              </a:ext>
            </a:extLst>
          </p:cNvPr>
          <p:cNvSpPr/>
          <p:nvPr/>
        </p:nvSpPr>
        <p:spPr>
          <a:xfrm>
            <a:off x="10449469" y="5058241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3" name="矩形 1192">
            <a:extLst>
              <a:ext uri="{FF2B5EF4-FFF2-40B4-BE49-F238E27FC236}">
                <a16:creationId xmlns:a16="http://schemas.microsoft.com/office/drawing/2014/main" id="{4A368FB0-C464-4979-9B2C-6231ECFF547C}"/>
              </a:ext>
            </a:extLst>
          </p:cNvPr>
          <p:cNvSpPr/>
          <p:nvPr/>
        </p:nvSpPr>
        <p:spPr>
          <a:xfrm>
            <a:off x="10579362" y="5058241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4" name="矩形 1193">
            <a:extLst>
              <a:ext uri="{FF2B5EF4-FFF2-40B4-BE49-F238E27FC236}">
                <a16:creationId xmlns:a16="http://schemas.microsoft.com/office/drawing/2014/main" id="{4315F45B-104D-4B8F-9984-AAE3A4C40708}"/>
              </a:ext>
            </a:extLst>
          </p:cNvPr>
          <p:cNvSpPr/>
          <p:nvPr/>
        </p:nvSpPr>
        <p:spPr>
          <a:xfrm>
            <a:off x="10710681" y="5057762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5" name="矩形 1194">
            <a:extLst>
              <a:ext uri="{FF2B5EF4-FFF2-40B4-BE49-F238E27FC236}">
                <a16:creationId xmlns:a16="http://schemas.microsoft.com/office/drawing/2014/main" id="{B314D594-D753-4474-AC4E-6308C685982D}"/>
              </a:ext>
            </a:extLst>
          </p:cNvPr>
          <p:cNvSpPr/>
          <p:nvPr/>
        </p:nvSpPr>
        <p:spPr>
          <a:xfrm>
            <a:off x="10841361" y="5058240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6" name="矩形 1195">
            <a:extLst>
              <a:ext uri="{FF2B5EF4-FFF2-40B4-BE49-F238E27FC236}">
                <a16:creationId xmlns:a16="http://schemas.microsoft.com/office/drawing/2014/main" id="{FBAC5458-6866-495E-AC20-8110B541CC7D}"/>
              </a:ext>
            </a:extLst>
          </p:cNvPr>
          <p:cNvSpPr/>
          <p:nvPr/>
        </p:nvSpPr>
        <p:spPr>
          <a:xfrm>
            <a:off x="10965388" y="5057762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7" name="矩形 1196">
            <a:extLst>
              <a:ext uri="{FF2B5EF4-FFF2-40B4-BE49-F238E27FC236}">
                <a16:creationId xmlns:a16="http://schemas.microsoft.com/office/drawing/2014/main" id="{74134EEF-BE34-4AF5-8968-9D5EEC314EEF}"/>
              </a:ext>
            </a:extLst>
          </p:cNvPr>
          <p:cNvSpPr/>
          <p:nvPr/>
        </p:nvSpPr>
        <p:spPr>
          <a:xfrm>
            <a:off x="11096068" y="5058240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8" name="矩形 1197">
            <a:extLst>
              <a:ext uri="{FF2B5EF4-FFF2-40B4-BE49-F238E27FC236}">
                <a16:creationId xmlns:a16="http://schemas.microsoft.com/office/drawing/2014/main" id="{77BCDDB4-CFDC-496E-B2F0-9482968EECEC}"/>
              </a:ext>
            </a:extLst>
          </p:cNvPr>
          <p:cNvSpPr/>
          <p:nvPr/>
        </p:nvSpPr>
        <p:spPr>
          <a:xfrm>
            <a:off x="10339373" y="5580189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9" name="矩形 1198">
            <a:extLst>
              <a:ext uri="{FF2B5EF4-FFF2-40B4-BE49-F238E27FC236}">
                <a16:creationId xmlns:a16="http://schemas.microsoft.com/office/drawing/2014/main" id="{7A372F35-3FC7-47FE-92BB-2146F5BD179A}"/>
              </a:ext>
            </a:extLst>
          </p:cNvPr>
          <p:cNvSpPr/>
          <p:nvPr/>
        </p:nvSpPr>
        <p:spPr>
          <a:xfrm>
            <a:off x="10470001" y="5580189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0" name="矩形 1199">
            <a:extLst>
              <a:ext uri="{FF2B5EF4-FFF2-40B4-BE49-F238E27FC236}">
                <a16:creationId xmlns:a16="http://schemas.microsoft.com/office/drawing/2014/main" id="{6AF7986F-2F4E-43AD-B01D-8E427349152F}"/>
              </a:ext>
            </a:extLst>
          </p:cNvPr>
          <p:cNvSpPr/>
          <p:nvPr/>
        </p:nvSpPr>
        <p:spPr>
          <a:xfrm>
            <a:off x="10599894" y="5580189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1" name="矩形 1200">
            <a:extLst>
              <a:ext uri="{FF2B5EF4-FFF2-40B4-BE49-F238E27FC236}">
                <a16:creationId xmlns:a16="http://schemas.microsoft.com/office/drawing/2014/main" id="{03FE8187-CB99-44BB-9BEE-A18FE5C6702A}"/>
              </a:ext>
            </a:extLst>
          </p:cNvPr>
          <p:cNvSpPr/>
          <p:nvPr/>
        </p:nvSpPr>
        <p:spPr>
          <a:xfrm>
            <a:off x="10731213" y="5579710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2" name="矩形 1201">
            <a:extLst>
              <a:ext uri="{FF2B5EF4-FFF2-40B4-BE49-F238E27FC236}">
                <a16:creationId xmlns:a16="http://schemas.microsoft.com/office/drawing/2014/main" id="{08E4756E-7C06-4268-8BE2-623BDB5C060C}"/>
              </a:ext>
            </a:extLst>
          </p:cNvPr>
          <p:cNvSpPr/>
          <p:nvPr/>
        </p:nvSpPr>
        <p:spPr>
          <a:xfrm>
            <a:off x="10861893" y="558018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3" name="矩形 1202">
            <a:extLst>
              <a:ext uri="{FF2B5EF4-FFF2-40B4-BE49-F238E27FC236}">
                <a16:creationId xmlns:a16="http://schemas.microsoft.com/office/drawing/2014/main" id="{C2347046-70B8-42DF-AA37-AD4518E37C70}"/>
              </a:ext>
            </a:extLst>
          </p:cNvPr>
          <p:cNvSpPr/>
          <p:nvPr/>
        </p:nvSpPr>
        <p:spPr>
          <a:xfrm>
            <a:off x="10985920" y="5579710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4" name="矩形 1203">
            <a:extLst>
              <a:ext uri="{FF2B5EF4-FFF2-40B4-BE49-F238E27FC236}">
                <a16:creationId xmlns:a16="http://schemas.microsoft.com/office/drawing/2014/main" id="{43DB8B96-DE5D-46E1-B375-A23A9A5117E3}"/>
              </a:ext>
            </a:extLst>
          </p:cNvPr>
          <p:cNvSpPr/>
          <p:nvPr/>
        </p:nvSpPr>
        <p:spPr>
          <a:xfrm>
            <a:off x="11116600" y="558018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05" name="直接箭头连接符 1204">
            <a:extLst>
              <a:ext uri="{FF2B5EF4-FFF2-40B4-BE49-F238E27FC236}">
                <a16:creationId xmlns:a16="http://schemas.microsoft.com/office/drawing/2014/main" id="{BEBED11F-B619-46F4-BDF1-35A12A5337D6}"/>
              </a:ext>
            </a:extLst>
          </p:cNvPr>
          <p:cNvCxnSpPr>
            <a:cxnSpLocks/>
          </p:cNvCxnSpPr>
          <p:nvPr/>
        </p:nvCxnSpPr>
        <p:spPr>
          <a:xfrm>
            <a:off x="10738056" y="4728403"/>
            <a:ext cx="0" cy="140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6" name="直接箭头连接符 1205">
            <a:extLst>
              <a:ext uri="{FF2B5EF4-FFF2-40B4-BE49-F238E27FC236}">
                <a16:creationId xmlns:a16="http://schemas.microsoft.com/office/drawing/2014/main" id="{B6B6F8BB-AA32-4D21-89C5-7A179F41ACA0}"/>
              </a:ext>
            </a:extLst>
          </p:cNvPr>
          <p:cNvCxnSpPr>
            <a:cxnSpLocks/>
          </p:cNvCxnSpPr>
          <p:nvPr/>
        </p:nvCxnSpPr>
        <p:spPr>
          <a:xfrm flipV="1">
            <a:off x="10738928" y="4901986"/>
            <a:ext cx="1455" cy="146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直接箭头连接符 1206">
            <a:extLst>
              <a:ext uri="{FF2B5EF4-FFF2-40B4-BE49-F238E27FC236}">
                <a16:creationId xmlns:a16="http://schemas.microsoft.com/office/drawing/2014/main" id="{AB307150-A166-4C9A-B14F-830EA6174200}"/>
              </a:ext>
            </a:extLst>
          </p:cNvPr>
          <p:cNvCxnSpPr>
            <a:cxnSpLocks/>
          </p:cNvCxnSpPr>
          <p:nvPr/>
        </p:nvCxnSpPr>
        <p:spPr>
          <a:xfrm>
            <a:off x="10740616" y="5409331"/>
            <a:ext cx="4643" cy="158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8" name="直接箭头连接符 1207">
            <a:extLst>
              <a:ext uri="{FF2B5EF4-FFF2-40B4-BE49-F238E27FC236}">
                <a16:creationId xmlns:a16="http://schemas.microsoft.com/office/drawing/2014/main" id="{E4FB0656-4B05-4953-BD3C-BC8D08BE90C1}"/>
              </a:ext>
            </a:extLst>
          </p:cNvPr>
          <p:cNvCxnSpPr>
            <a:cxnSpLocks/>
          </p:cNvCxnSpPr>
          <p:nvPr/>
        </p:nvCxnSpPr>
        <p:spPr>
          <a:xfrm flipV="1">
            <a:off x="10738928" y="5214774"/>
            <a:ext cx="0" cy="159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文本框 454">
            <a:extLst>
              <a:ext uri="{FF2B5EF4-FFF2-40B4-BE49-F238E27FC236}">
                <a16:creationId xmlns:a16="http://schemas.microsoft.com/office/drawing/2014/main" id="{C0A83A60-4283-4536-8A78-E5DBD0EE095A}"/>
              </a:ext>
            </a:extLst>
          </p:cNvPr>
          <p:cNvSpPr txBox="1"/>
          <p:nvPr/>
        </p:nvSpPr>
        <p:spPr>
          <a:xfrm>
            <a:off x="2713875" y="327501"/>
            <a:ext cx="2725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Intra-Behavior Weighting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A86A0A-2262-4C8F-889D-0E22FD981694}"/>
                  </a:ext>
                </a:extLst>
              </p:cNvPr>
              <p:cNvSpPr txBox="1"/>
              <p:nvPr/>
            </p:nvSpPr>
            <p:spPr>
              <a:xfrm>
                <a:off x="5673500" y="958649"/>
                <a:ext cx="45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6A86A0A-2262-4C8F-889D-0E22FD981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3500" y="958649"/>
                <a:ext cx="45719" cy="369332"/>
              </a:xfrm>
              <a:prstGeom prst="rect">
                <a:avLst/>
              </a:prstGeom>
              <a:blipFill>
                <a:blip r:embed="rId17"/>
                <a:stretch>
                  <a:fillRect l="-185714" r="-728571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形 13">
            <a:extLst>
              <a:ext uri="{FF2B5EF4-FFF2-40B4-BE49-F238E27FC236}">
                <a16:creationId xmlns:a16="http://schemas.microsoft.com/office/drawing/2014/main" id="{6065DBD1-E918-4A86-B538-08B4E3E355C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56496" y="639740"/>
            <a:ext cx="359938" cy="359938"/>
          </a:xfrm>
          <a:prstGeom prst="rect">
            <a:avLst/>
          </a:prstGeom>
        </p:spPr>
      </p:pic>
      <p:pic>
        <p:nvPicPr>
          <p:cNvPr id="21" name="图形 20">
            <a:extLst>
              <a:ext uri="{FF2B5EF4-FFF2-40B4-BE49-F238E27FC236}">
                <a16:creationId xmlns:a16="http://schemas.microsoft.com/office/drawing/2014/main" id="{9412C474-3235-4A5A-A1F1-B33DEC7C3DC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9354" y="639787"/>
            <a:ext cx="357763" cy="357763"/>
          </a:xfrm>
          <a:prstGeom prst="rect">
            <a:avLst/>
          </a:prstGeom>
        </p:spPr>
      </p:pic>
      <p:pic>
        <p:nvPicPr>
          <p:cNvPr id="457" name="图形 456">
            <a:extLst>
              <a:ext uri="{FF2B5EF4-FFF2-40B4-BE49-F238E27FC236}">
                <a16:creationId xmlns:a16="http://schemas.microsoft.com/office/drawing/2014/main" id="{5F28CBAA-EA74-4C10-9F98-B15E06915C2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39325" y="1832584"/>
            <a:ext cx="359938" cy="359938"/>
          </a:xfrm>
          <a:prstGeom prst="rect">
            <a:avLst/>
          </a:prstGeom>
        </p:spPr>
      </p:pic>
      <p:pic>
        <p:nvPicPr>
          <p:cNvPr id="458" name="图形 457">
            <a:extLst>
              <a:ext uri="{FF2B5EF4-FFF2-40B4-BE49-F238E27FC236}">
                <a16:creationId xmlns:a16="http://schemas.microsoft.com/office/drawing/2014/main" id="{7049A98E-D770-4C16-8946-858D472A2E8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37583" y="1833326"/>
            <a:ext cx="357763" cy="357763"/>
          </a:xfrm>
          <a:prstGeom prst="rect">
            <a:avLst/>
          </a:prstGeom>
        </p:spPr>
      </p:pic>
      <p:pic>
        <p:nvPicPr>
          <p:cNvPr id="460" name="图形 459">
            <a:extLst>
              <a:ext uri="{FF2B5EF4-FFF2-40B4-BE49-F238E27FC236}">
                <a16:creationId xmlns:a16="http://schemas.microsoft.com/office/drawing/2014/main" id="{667DCB45-3A73-499D-BD94-083E2307664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0223" y="3020905"/>
            <a:ext cx="359938" cy="359938"/>
          </a:xfrm>
          <a:prstGeom prst="rect">
            <a:avLst/>
          </a:prstGeom>
        </p:spPr>
      </p:pic>
      <p:pic>
        <p:nvPicPr>
          <p:cNvPr id="461" name="图形 460">
            <a:extLst>
              <a:ext uri="{FF2B5EF4-FFF2-40B4-BE49-F238E27FC236}">
                <a16:creationId xmlns:a16="http://schemas.microsoft.com/office/drawing/2014/main" id="{A586A843-78FD-4050-824C-4964A73B037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90679" y="3024821"/>
            <a:ext cx="357763" cy="357763"/>
          </a:xfrm>
          <a:prstGeom prst="rect">
            <a:avLst/>
          </a:prstGeom>
        </p:spPr>
      </p:pic>
      <p:pic>
        <p:nvPicPr>
          <p:cNvPr id="42" name="图形 41">
            <a:extLst>
              <a:ext uri="{FF2B5EF4-FFF2-40B4-BE49-F238E27FC236}">
                <a16:creationId xmlns:a16="http://schemas.microsoft.com/office/drawing/2014/main" id="{07258733-939D-4F27-A915-73EAE711F04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86618" y="1290806"/>
            <a:ext cx="369944" cy="369944"/>
          </a:xfrm>
          <a:prstGeom prst="rect">
            <a:avLst/>
          </a:prstGeom>
        </p:spPr>
      </p:pic>
      <p:pic>
        <p:nvPicPr>
          <p:cNvPr id="45" name="图形 44">
            <a:extLst>
              <a:ext uri="{FF2B5EF4-FFF2-40B4-BE49-F238E27FC236}">
                <a16:creationId xmlns:a16="http://schemas.microsoft.com/office/drawing/2014/main" id="{47D7FAB1-6F70-415C-BF12-06AB1CDE808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86638" y="1280850"/>
            <a:ext cx="341725" cy="341725"/>
          </a:xfrm>
          <a:prstGeom prst="rect">
            <a:avLst/>
          </a:prstGeom>
        </p:spPr>
      </p:pic>
      <p:pic>
        <p:nvPicPr>
          <p:cNvPr id="47" name="图形 46">
            <a:extLst>
              <a:ext uri="{FF2B5EF4-FFF2-40B4-BE49-F238E27FC236}">
                <a16:creationId xmlns:a16="http://schemas.microsoft.com/office/drawing/2014/main" id="{26D13A32-5E89-463F-A729-7848B8FCCEB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986139" y="1302655"/>
            <a:ext cx="329461" cy="329461"/>
          </a:xfrm>
          <a:prstGeom prst="rect">
            <a:avLst/>
          </a:prstGeom>
        </p:spPr>
      </p:pic>
      <p:pic>
        <p:nvPicPr>
          <p:cNvPr id="51" name="图形 50">
            <a:extLst>
              <a:ext uri="{FF2B5EF4-FFF2-40B4-BE49-F238E27FC236}">
                <a16:creationId xmlns:a16="http://schemas.microsoft.com/office/drawing/2014/main" id="{4F4A135B-81D8-4C57-AD5C-DCB55927935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740236" y="640477"/>
            <a:ext cx="365379" cy="365379"/>
          </a:xfrm>
          <a:prstGeom prst="rect">
            <a:avLst/>
          </a:prstGeom>
        </p:spPr>
      </p:pic>
      <p:pic>
        <p:nvPicPr>
          <p:cNvPr id="482" name="图形 481">
            <a:extLst>
              <a:ext uri="{FF2B5EF4-FFF2-40B4-BE49-F238E27FC236}">
                <a16:creationId xmlns:a16="http://schemas.microsoft.com/office/drawing/2014/main" id="{C1DBBF5A-DEE5-4AB2-A6C1-3376D1E28A3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745895" y="1832267"/>
            <a:ext cx="365379" cy="365379"/>
          </a:xfrm>
          <a:prstGeom prst="rect">
            <a:avLst/>
          </a:prstGeom>
        </p:spPr>
      </p:pic>
      <p:pic>
        <p:nvPicPr>
          <p:cNvPr id="483" name="图形 482">
            <a:extLst>
              <a:ext uri="{FF2B5EF4-FFF2-40B4-BE49-F238E27FC236}">
                <a16:creationId xmlns:a16="http://schemas.microsoft.com/office/drawing/2014/main" id="{9953B503-C53D-405E-BB95-E747B43B0F5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94539" y="2422320"/>
            <a:ext cx="369944" cy="369944"/>
          </a:xfrm>
          <a:prstGeom prst="rect">
            <a:avLst/>
          </a:prstGeom>
        </p:spPr>
      </p:pic>
      <p:pic>
        <p:nvPicPr>
          <p:cNvPr id="484" name="图形 483">
            <a:extLst>
              <a:ext uri="{FF2B5EF4-FFF2-40B4-BE49-F238E27FC236}">
                <a16:creationId xmlns:a16="http://schemas.microsoft.com/office/drawing/2014/main" id="{46A4D1F3-424F-43D5-989A-4E1B83E9193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17529" y="2449996"/>
            <a:ext cx="341725" cy="341725"/>
          </a:xfrm>
          <a:prstGeom prst="rect">
            <a:avLst/>
          </a:prstGeom>
        </p:spPr>
      </p:pic>
      <p:pic>
        <p:nvPicPr>
          <p:cNvPr id="490" name="图形 489">
            <a:extLst>
              <a:ext uri="{FF2B5EF4-FFF2-40B4-BE49-F238E27FC236}">
                <a16:creationId xmlns:a16="http://schemas.microsoft.com/office/drawing/2014/main" id="{5BED175D-9723-4171-99F2-5C5310850F4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007909" y="2474743"/>
            <a:ext cx="329461" cy="329461"/>
          </a:xfrm>
          <a:prstGeom prst="rect">
            <a:avLst/>
          </a:prstGeom>
        </p:spPr>
      </p:pic>
      <p:pic>
        <p:nvPicPr>
          <p:cNvPr id="493" name="图形 492">
            <a:extLst>
              <a:ext uri="{FF2B5EF4-FFF2-40B4-BE49-F238E27FC236}">
                <a16:creationId xmlns:a16="http://schemas.microsoft.com/office/drawing/2014/main" id="{7EE1C575-BF2E-45B7-A972-5FEC671495E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07516" y="3603211"/>
            <a:ext cx="369944" cy="369944"/>
          </a:xfrm>
          <a:prstGeom prst="rect">
            <a:avLst/>
          </a:prstGeom>
        </p:spPr>
      </p:pic>
      <p:pic>
        <p:nvPicPr>
          <p:cNvPr id="494" name="图形 493">
            <a:extLst>
              <a:ext uri="{FF2B5EF4-FFF2-40B4-BE49-F238E27FC236}">
                <a16:creationId xmlns:a16="http://schemas.microsoft.com/office/drawing/2014/main" id="{9404594A-6ACC-4064-AD1F-06058213527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30506" y="3630887"/>
            <a:ext cx="341725" cy="341725"/>
          </a:xfrm>
          <a:prstGeom prst="rect">
            <a:avLst/>
          </a:prstGeom>
        </p:spPr>
      </p:pic>
      <p:pic>
        <p:nvPicPr>
          <p:cNvPr id="501" name="图形 500">
            <a:extLst>
              <a:ext uri="{FF2B5EF4-FFF2-40B4-BE49-F238E27FC236}">
                <a16:creationId xmlns:a16="http://schemas.microsoft.com/office/drawing/2014/main" id="{03ADF9AC-2559-4DDC-BAE1-E0DA896DCA9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020886" y="3655634"/>
            <a:ext cx="329461" cy="329461"/>
          </a:xfrm>
          <a:prstGeom prst="rect">
            <a:avLst/>
          </a:prstGeom>
        </p:spPr>
      </p:pic>
      <p:pic>
        <p:nvPicPr>
          <p:cNvPr id="502" name="图形 501">
            <a:extLst>
              <a:ext uri="{FF2B5EF4-FFF2-40B4-BE49-F238E27FC236}">
                <a16:creationId xmlns:a16="http://schemas.microsoft.com/office/drawing/2014/main" id="{8D67E94D-582C-4A2E-B03A-7788AD9BDF4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743174" y="3023425"/>
            <a:ext cx="365379" cy="365379"/>
          </a:xfrm>
          <a:prstGeom prst="rect">
            <a:avLst/>
          </a:prstGeom>
        </p:spPr>
      </p:pic>
      <p:pic>
        <p:nvPicPr>
          <p:cNvPr id="504" name="图形 503">
            <a:extLst>
              <a:ext uri="{FF2B5EF4-FFF2-40B4-BE49-F238E27FC236}">
                <a16:creationId xmlns:a16="http://schemas.microsoft.com/office/drawing/2014/main" id="{A6E8F4EA-FE89-427D-B8E6-9FD171522E1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4037" y="4428603"/>
            <a:ext cx="359938" cy="359938"/>
          </a:xfrm>
          <a:prstGeom prst="rect">
            <a:avLst/>
          </a:prstGeom>
        </p:spPr>
      </p:pic>
      <p:pic>
        <p:nvPicPr>
          <p:cNvPr id="505" name="图形 504">
            <a:extLst>
              <a:ext uri="{FF2B5EF4-FFF2-40B4-BE49-F238E27FC236}">
                <a16:creationId xmlns:a16="http://schemas.microsoft.com/office/drawing/2014/main" id="{C54E3D3D-ECE5-4C02-953F-2D706655219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90982" y="4430636"/>
            <a:ext cx="357763" cy="357763"/>
          </a:xfrm>
          <a:prstGeom prst="rect">
            <a:avLst/>
          </a:prstGeom>
        </p:spPr>
      </p:pic>
      <p:pic>
        <p:nvPicPr>
          <p:cNvPr id="507" name="图形 506">
            <a:extLst>
              <a:ext uri="{FF2B5EF4-FFF2-40B4-BE49-F238E27FC236}">
                <a16:creationId xmlns:a16="http://schemas.microsoft.com/office/drawing/2014/main" id="{47FE25E4-8017-4F16-B218-205A8253E23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711182" y="4429949"/>
            <a:ext cx="365379" cy="365379"/>
          </a:xfrm>
          <a:prstGeom prst="rect">
            <a:avLst/>
          </a:prstGeom>
        </p:spPr>
      </p:pic>
      <p:sp>
        <p:nvSpPr>
          <p:cNvPr id="559" name="矩形: 圆角 558">
            <a:extLst>
              <a:ext uri="{FF2B5EF4-FFF2-40B4-BE49-F238E27FC236}">
                <a16:creationId xmlns:a16="http://schemas.microsoft.com/office/drawing/2014/main" id="{43C7522E-7E70-4843-9BE0-94F1FABFA495}"/>
              </a:ext>
            </a:extLst>
          </p:cNvPr>
          <p:cNvSpPr/>
          <p:nvPr/>
        </p:nvSpPr>
        <p:spPr>
          <a:xfrm>
            <a:off x="2905424" y="600796"/>
            <a:ext cx="225553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60" name="直接连接符 559">
            <a:extLst>
              <a:ext uri="{FF2B5EF4-FFF2-40B4-BE49-F238E27FC236}">
                <a16:creationId xmlns:a16="http://schemas.microsoft.com/office/drawing/2014/main" id="{28AB5B47-DDD1-45C3-8057-F1D81CB75E73}"/>
              </a:ext>
            </a:extLst>
          </p:cNvPr>
          <p:cNvCxnSpPr>
            <a:cxnSpLocks/>
          </p:cNvCxnSpPr>
          <p:nvPr/>
        </p:nvCxnSpPr>
        <p:spPr>
          <a:xfrm flipH="1">
            <a:off x="3150028" y="1003062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61" name="图形 560">
            <a:extLst>
              <a:ext uri="{FF2B5EF4-FFF2-40B4-BE49-F238E27FC236}">
                <a16:creationId xmlns:a16="http://schemas.microsoft.com/office/drawing/2014/main" id="{47987D7A-17ED-45AD-90D9-9007D68B54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91508" y="1233193"/>
            <a:ext cx="460789" cy="460789"/>
          </a:xfrm>
          <a:prstGeom prst="rect">
            <a:avLst/>
          </a:prstGeom>
        </p:spPr>
      </p:pic>
      <p:pic>
        <p:nvPicPr>
          <p:cNvPr id="562" name="图形 561">
            <a:extLst>
              <a:ext uri="{FF2B5EF4-FFF2-40B4-BE49-F238E27FC236}">
                <a16:creationId xmlns:a16="http://schemas.microsoft.com/office/drawing/2014/main" id="{B0ED384D-3E7E-4110-85AF-4F332694FA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04342" y="1215517"/>
            <a:ext cx="430225" cy="430225"/>
          </a:xfrm>
          <a:prstGeom prst="rect">
            <a:avLst/>
          </a:prstGeom>
        </p:spPr>
      </p:pic>
      <p:cxnSp>
        <p:nvCxnSpPr>
          <p:cNvPr id="563" name="直接连接符 562">
            <a:extLst>
              <a:ext uri="{FF2B5EF4-FFF2-40B4-BE49-F238E27FC236}">
                <a16:creationId xmlns:a16="http://schemas.microsoft.com/office/drawing/2014/main" id="{C009DE84-A365-4293-A81E-19440676583E}"/>
              </a:ext>
            </a:extLst>
          </p:cNvPr>
          <p:cNvCxnSpPr>
            <a:cxnSpLocks/>
          </p:cNvCxnSpPr>
          <p:nvPr/>
        </p:nvCxnSpPr>
        <p:spPr>
          <a:xfrm>
            <a:off x="3340533" y="1003062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4" name="直接连接符 563">
            <a:extLst>
              <a:ext uri="{FF2B5EF4-FFF2-40B4-BE49-F238E27FC236}">
                <a16:creationId xmlns:a16="http://schemas.microsoft.com/office/drawing/2014/main" id="{9A784BBE-B53A-4659-BB59-3D68AD795640}"/>
              </a:ext>
            </a:extLst>
          </p:cNvPr>
          <p:cNvCxnSpPr>
            <a:cxnSpLocks/>
          </p:cNvCxnSpPr>
          <p:nvPr/>
        </p:nvCxnSpPr>
        <p:spPr>
          <a:xfrm>
            <a:off x="3340533" y="1003062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5" name="直接连接符 564">
            <a:extLst>
              <a:ext uri="{FF2B5EF4-FFF2-40B4-BE49-F238E27FC236}">
                <a16:creationId xmlns:a16="http://schemas.microsoft.com/office/drawing/2014/main" id="{08ABCD45-7762-4C2D-8AAF-8170EC74B2F2}"/>
              </a:ext>
            </a:extLst>
          </p:cNvPr>
          <p:cNvCxnSpPr>
            <a:cxnSpLocks/>
          </p:cNvCxnSpPr>
          <p:nvPr/>
        </p:nvCxnSpPr>
        <p:spPr>
          <a:xfrm flipH="1">
            <a:off x="3559805" y="1015004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6" name="直接连接符 565">
            <a:extLst>
              <a:ext uri="{FF2B5EF4-FFF2-40B4-BE49-F238E27FC236}">
                <a16:creationId xmlns:a16="http://schemas.microsoft.com/office/drawing/2014/main" id="{6D33460F-B4C2-48B0-9B41-ECA5AD972286}"/>
              </a:ext>
            </a:extLst>
          </p:cNvPr>
          <p:cNvCxnSpPr>
            <a:cxnSpLocks/>
          </p:cNvCxnSpPr>
          <p:nvPr/>
        </p:nvCxnSpPr>
        <p:spPr>
          <a:xfrm>
            <a:off x="3985095" y="1015004"/>
            <a:ext cx="97324" cy="32638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7" name="直接连接符 566">
            <a:extLst>
              <a:ext uri="{FF2B5EF4-FFF2-40B4-BE49-F238E27FC236}">
                <a16:creationId xmlns:a16="http://schemas.microsoft.com/office/drawing/2014/main" id="{D74604C8-ED82-4F8A-A2C4-2CE19F4D90E8}"/>
              </a:ext>
            </a:extLst>
          </p:cNvPr>
          <p:cNvCxnSpPr>
            <a:cxnSpLocks/>
          </p:cNvCxnSpPr>
          <p:nvPr/>
        </p:nvCxnSpPr>
        <p:spPr>
          <a:xfrm>
            <a:off x="3973771" y="1017642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8" name="直接连接符 567">
            <a:extLst>
              <a:ext uri="{FF2B5EF4-FFF2-40B4-BE49-F238E27FC236}">
                <a16:creationId xmlns:a16="http://schemas.microsoft.com/office/drawing/2014/main" id="{53494B95-2C20-408E-A01E-788DB662A8A0}"/>
              </a:ext>
            </a:extLst>
          </p:cNvPr>
          <p:cNvCxnSpPr>
            <a:cxnSpLocks/>
          </p:cNvCxnSpPr>
          <p:nvPr/>
        </p:nvCxnSpPr>
        <p:spPr>
          <a:xfrm>
            <a:off x="3985095" y="1015004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69" name="直接连接符 568">
            <a:extLst>
              <a:ext uri="{FF2B5EF4-FFF2-40B4-BE49-F238E27FC236}">
                <a16:creationId xmlns:a16="http://schemas.microsoft.com/office/drawing/2014/main" id="{3603C5C1-4433-4207-ADD1-4AF6076E96D5}"/>
              </a:ext>
            </a:extLst>
          </p:cNvPr>
          <p:cNvCxnSpPr>
            <a:cxnSpLocks/>
            <a:stCxn id="576" idx="2"/>
          </p:cNvCxnSpPr>
          <p:nvPr/>
        </p:nvCxnSpPr>
        <p:spPr>
          <a:xfrm>
            <a:off x="4623478" y="994355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571" name="图形 570">
            <a:extLst>
              <a:ext uri="{FF2B5EF4-FFF2-40B4-BE49-F238E27FC236}">
                <a16:creationId xmlns:a16="http://schemas.microsoft.com/office/drawing/2014/main" id="{DF888A4B-7C3C-4B59-BA2D-0CF6A9B00E3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157048" y="628239"/>
            <a:ext cx="359938" cy="359938"/>
          </a:xfrm>
          <a:prstGeom prst="rect">
            <a:avLst/>
          </a:prstGeom>
        </p:spPr>
      </p:pic>
      <p:pic>
        <p:nvPicPr>
          <p:cNvPr id="572" name="图形 571">
            <a:extLst>
              <a:ext uri="{FF2B5EF4-FFF2-40B4-BE49-F238E27FC236}">
                <a16:creationId xmlns:a16="http://schemas.microsoft.com/office/drawing/2014/main" id="{AED34527-FADC-4C82-8EC1-EE97AECF6CE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819906" y="628286"/>
            <a:ext cx="357763" cy="357763"/>
          </a:xfrm>
          <a:prstGeom prst="rect">
            <a:avLst/>
          </a:prstGeom>
        </p:spPr>
      </p:pic>
      <p:pic>
        <p:nvPicPr>
          <p:cNvPr id="573" name="图形 572">
            <a:extLst>
              <a:ext uri="{FF2B5EF4-FFF2-40B4-BE49-F238E27FC236}">
                <a16:creationId xmlns:a16="http://schemas.microsoft.com/office/drawing/2014/main" id="{6A3FF752-5A65-47B5-B8F9-64542CFAD21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987170" y="1279305"/>
            <a:ext cx="369944" cy="369944"/>
          </a:xfrm>
          <a:prstGeom prst="rect">
            <a:avLst/>
          </a:prstGeom>
        </p:spPr>
      </p:pic>
      <p:pic>
        <p:nvPicPr>
          <p:cNvPr id="574" name="图形 573">
            <a:extLst>
              <a:ext uri="{FF2B5EF4-FFF2-40B4-BE49-F238E27FC236}">
                <a16:creationId xmlns:a16="http://schemas.microsoft.com/office/drawing/2014/main" id="{1EFC6D4D-FAC0-42E5-AC0D-12B3FCD2BBB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387190" y="1269349"/>
            <a:ext cx="341725" cy="341725"/>
          </a:xfrm>
          <a:prstGeom prst="rect">
            <a:avLst/>
          </a:prstGeom>
        </p:spPr>
      </p:pic>
      <p:pic>
        <p:nvPicPr>
          <p:cNvPr id="575" name="图形 574">
            <a:extLst>
              <a:ext uri="{FF2B5EF4-FFF2-40B4-BE49-F238E27FC236}">
                <a16:creationId xmlns:a16="http://schemas.microsoft.com/office/drawing/2014/main" id="{4640C781-E0E2-4072-A77C-5406093B4F7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686691" y="1291154"/>
            <a:ext cx="329461" cy="329461"/>
          </a:xfrm>
          <a:prstGeom prst="rect">
            <a:avLst/>
          </a:prstGeom>
        </p:spPr>
      </p:pic>
      <p:pic>
        <p:nvPicPr>
          <p:cNvPr id="576" name="图形 575">
            <a:extLst>
              <a:ext uri="{FF2B5EF4-FFF2-40B4-BE49-F238E27FC236}">
                <a16:creationId xmlns:a16="http://schemas.microsoft.com/office/drawing/2014/main" id="{B4D6A8FD-729E-447F-B43F-8C23D7DE7E2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440788" y="628976"/>
            <a:ext cx="365379" cy="365379"/>
          </a:xfrm>
          <a:prstGeom prst="rect">
            <a:avLst/>
          </a:prstGeom>
        </p:spPr>
      </p:pic>
      <p:sp>
        <p:nvSpPr>
          <p:cNvPr id="577" name="矩形: 圆角 576">
            <a:extLst>
              <a:ext uri="{FF2B5EF4-FFF2-40B4-BE49-F238E27FC236}">
                <a16:creationId xmlns:a16="http://schemas.microsoft.com/office/drawing/2014/main" id="{A8F8DD41-4395-4070-9AA5-E4642E513166}"/>
              </a:ext>
            </a:extLst>
          </p:cNvPr>
          <p:cNvSpPr/>
          <p:nvPr/>
        </p:nvSpPr>
        <p:spPr>
          <a:xfrm>
            <a:off x="2914731" y="1781429"/>
            <a:ext cx="224621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78" name="图形 577">
            <a:extLst>
              <a:ext uri="{FF2B5EF4-FFF2-40B4-BE49-F238E27FC236}">
                <a16:creationId xmlns:a16="http://schemas.microsoft.com/office/drawing/2014/main" id="{FD9EFADA-D3E0-4D26-89F3-92E06D9D92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47853" y="2420455"/>
            <a:ext cx="460789" cy="460789"/>
          </a:xfrm>
          <a:prstGeom prst="rect">
            <a:avLst/>
          </a:prstGeom>
        </p:spPr>
      </p:pic>
      <p:pic>
        <p:nvPicPr>
          <p:cNvPr id="579" name="图形 578">
            <a:extLst>
              <a:ext uri="{FF2B5EF4-FFF2-40B4-BE49-F238E27FC236}">
                <a16:creationId xmlns:a16="http://schemas.microsoft.com/office/drawing/2014/main" id="{EC2140A3-8EF4-40B1-82D5-BE8BEC921B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80639" y="2424013"/>
            <a:ext cx="430225" cy="430225"/>
          </a:xfrm>
          <a:prstGeom prst="rect">
            <a:avLst/>
          </a:prstGeom>
        </p:spPr>
      </p:pic>
      <p:cxnSp>
        <p:nvCxnSpPr>
          <p:cNvPr id="580" name="直接连接符 579">
            <a:extLst>
              <a:ext uri="{FF2B5EF4-FFF2-40B4-BE49-F238E27FC236}">
                <a16:creationId xmlns:a16="http://schemas.microsoft.com/office/drawing/2014/main" id="{28AD743B-5DF8-48BF-AE0A-830CB0A89568}"/>
              </a:ext>
            </a:extLst>
          </p:cNvPr>
          <p:cNvCxnSpPr>
            <a:cxnSpLocks/>
          </p:cNvCxnSpPr>
          <p:nvPr/>
        </p:nvCxnSpPr>
        <p:spPr>
          <a:xfrm flipH="1">
            <a:off x="3120510" y="2197224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1" name="直接连接符 580">
            <a:extLst>
              <a:ext uri="{FF2B5EF4-FFF2-40B4-BE49-F238E27FC236}">
                <a16:creationId xmlns:a16="http://schemas.microsoft.com/office/drawing/2014/main" id="{2698394E-E2E6-4CBB-9FC0-3A7D02AB4959}"/>
              </a:ext>
            </a:extLst>
          </p:cNvPr>
          <p:cNvCxnSpPr>
            <a:cxnSpLocks/>
          </p:cNvCxnSpPr>
          <p:nvPr/>
        </p:nvCxnSpPr>
        <p:spPr>
          <a:xfrm>
            <a:off x="3266335" y="2210700"/>
            <a:ext cx="656553" cy="3148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2" name="直接连接符 581">
            <a:extLst>
              <a:ext uri="{FF2B5EF4-FFF2-40B4-BE49-F238E27FC236}">
                <a16:creationId xmlns:a16="http://schemas.microsoft.com/office/drawing/2014/main" id="{D5D27A08-A5B9-432A-A9AA-A1F097AAC271}"/>
              </a:ext>
            </a:extLst>
          </p:cNvPr>
          <p:cNvCxnSpPr>
            <a:cxnSpLocks/>
          </p:cNvCxnSpPr>
          <p:nvPr/>
        </p:nvCxnSpPr>
        <p:spPr>
          <a:xfrm flipH="1">
            <a:off x="3952227" y="2207807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3" name="直接连接符 582">
            <a:extLst>
              <a:ext uri="{FF2B5EF4-FFF2-40B4-BE49-F238E27FC236}">
                <a16:creationId xmlns:a16="http://schemas.microsoft.com/office/drawing/2014/main" id="{134C7715-16BD-4283-B2D4-9F2EA02F28FD}"/>
              </a:ext>
            </a:extLst>
          </p:cNvPr>
          <p:cNvCxnSpPr>
            <a:cxnSpLocks/>
          </p:cNvCxnSpPr>
          <p:nvPr/>
        </p:nvCxnSpPr>
        <p:spPr>
          <a:xfrm>
            <a:off x="3967592" y="2209115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4" name="直接连接符 583">
            <a:extLst>
              <a:ext uri="{FF2B5EF4-FFF2-40B4-BE49-F238E27FC236}">
                <a16:creationId xmlns:a16="http://schemas.microsoft.com/office/drawing/2014/main" id="{1E8B4581-06B8-4AA0-A2F0-050EC1C63213}"/>
              </a:ext>
            </a:extLst>
          </p:cNvPr>
          <p:cNvCxnSpPr>
            <a:cxnSpLocks/>
          </p:cNvCxnSpPr>
          <p:nvPr/>
        </p:nvCxnSpPr>
        <p:spPr>
          <a:xfrm>
            <a:off x="4620499" y="2207387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586" name="图形 585">
            <a:extLst>
              <a:ext uri="{FF2B5EF4-FFF2-40B4-BE49-F238E27FC236}">
                <a16:creationId xmlns:a16="http://schemas.microsoft.com/office/drawing/2014/main" id="{FA88EE30-84E3-4496-BB76-139516F9717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091106" y="1832162"/>
            <a:ext cx="359938" cy="359938"/>
          </a:xfrm>
          <a:prstGeom prst="rect">
            <a:avLst/>
          </a:prstGeom>
        </p:spPr>
      </p:pic>
      <p:pic>
        <p:nvPicPr>
          <p:cNvPr id="587" name="图形 586">
            <a:extLst>
              <a:ext uri="{FF2B5EF4-FFF2-40B4-BE49-F238E27FC236}">
                <a16:creationId xmlns:a16="http://schemas.microsoft.com/office/drawing/2014/main" id="{7147233C-01A7-4BCD-8F1D-B117EB344CD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89364" y="1832904"/>
            <a:ext cx="357763" cy="357763"/>
          </a:xfrm>
          <a:prstGeom prst="rect">
            <a:avLst/>
          </a:prstGeom>
        </p:spPr>
      </p:pic>
      <p:pic>
        <p:nvPicPr>
          <p:cNvPr id="588" name="图形 587">
            <a:extLst>
              <a:ext uri="{FF2B5EF4-FFF2-40B4-BE49-F238E27FC236}">
                <a16:creationId xmlns:a16="http://schemas.microsoft.com/office/drawing/2014/main" id="{8A4C7F9F-D902-43E9-A3D5-B351752DA94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397676" y="1831845"/>
            <a:ext cx="365379" cy="365379"/>
          </a:xfrm>
          <a:prstGeom prst="rect">
            <a:avLst/>
          </a:prstGeom>
        </p:spPr>
      </p:pic>
      <p:pic>
        <p:nvPicPr>
          <p:cNvPr id="589" name="图形 588">
            <a:extLst>
              <a:ext uri="{FF2B5EF4-FFF2-40B4-BE49-F238E27FC236}">
                <a16:creationId xmlns:a16="http://schemas.microsoft.com/office/drawing/2014/main" id="{142EF6B0-0CB0-4385-8BEB-EFE120A1583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946320" y="2421898"/>
            <a:ext cx="369944" cy="369944"/>
          </a:xfrm>
          <a:prstGeom prst="rect">
            <a:avLst/>
          </a:prstGeom>
        </p:spPr>
      </p:pic>
      <p:pic>
        <p:nvPicPr>
          <p:cNvPr id="590" name="图形 589">
            <a:extLst>
              <a:ext uri="{FF2B5EF4-FFF2-40B4-BE49-F238E27FC236}">
                <a16:creationId xmlns:a16="http://schemas.microsoft.com/office/drawing/2014/main" id="{95C22444-C6BD-4776-89B7-1CB666B5035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369310" y="2449574"/>
            <a:ext cx="341725" cy="341725"/>
          </a:xfrm>
          <a:prstGeom prst="rect">
            <a:avLst/>
          </a:prstGeom>
        </p:spPr>
      </p:pic>
      <p:pic>
        <p:nvPicPr>
          <p:cNvPr id="591" name="图形 590">
            <a:extLst>
              <a:ext uri="{FF2B5EF4-FFF2-40B4-BE49-F238E27FC236}">
                <a16:creationId xmlns:a16="http://schemas.microsoft.com/office/drawing/2014/main" id="{ADABDCB2-F9E8-4084-AE45-D4BE57F77C7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659690" y="2474321"/>
            <a:ext cx="329461" cy="329461"/>
          </a:xfrm>
          <a:prstGeom prst="rect">
            <a:avLst/>
          </a:prstGeom>
        </p:spPr>
      </p:pic>
      <p:sp>
        <p:nvSpPr>
          <p:cNvPr id="606" name="矩形: 圆角 605">
            <a:extLst>
              <a:ext uri="{FF2B5EF4-FFF2-40B4-BE49-F238E27FC236}">
                <a16:creationId xmlns:a16="http://schemas.microsoft.com/office/drawing/2014/main" id="{FF4EB361-27AF-443B-B049-5B0B17401320}"/>
              </a:ext>
            </a:extLst>
          </p:cNvPr>
          <p:cNvSpPr/>
          <p:nvPr/>
        </p:nvSpPr>
        <p:spPr>
          <a:xfrm>
            <a:off x="2916796" y="2964417"/>
            <a:ext cx="2249071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07" name="图形 606">
            <a:extLst>
              <a:ext uri="{FF2B5EF4-FFF2-40B4-BE49-F238E27FC236}">
                <a16:creationId xmlns:a16="http://schemas.microsoft.com/office/drawing/2014/main" id="{F5D16682-9C40-4096-9565-8181D3A7E7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67725" y="3608984"/>
            <a:ext cx="460789" cy="460789"/>
          </a:xfrm>
          <a:prstGeom prst="rect">
            <a:avLst/>
          </a:prstGeom>
        </p:spPr>
      </p:pic>
      <p:pic>
        <p:nvPicPr>
          <p:cNvPr id="608" name="图形 607">
            <a:extLst>
              <a:ext uri="{FF2B5EF4-FFF2-40B4-BE49-F238E27FC236}">
                <a16:creationId xmlns:a16="http://schemas.microsoft.com/office/drawing/2014/main" id="{4ED057D2-3BE4-4861-8E4A-CEDAF2D07B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78048" y="3634116"/>
            <a:ext cx="430225" cy="430225"/>
          </a:xfrm>
          <a:prstGeom prst="rect">
            <a:avLst/>
          </a:prstGeom>
        </p:spPr>
      </p:pic>
      <p:cxnSp>
        <p:nvCxnSpPr>
          <p:cNvPr id="609" name="直接连接符 608">
            <a:extLst>
              <a:ext uri="{FF2B5EF4-FFF2-40B4-BE49-F238E27FC236}">
                <a16:creationId xmlns:a16="http://schemas.microsoft.com/office/drawing/2014/main" id="{4596EB4C-30FF-409C-A0E1-361F1DA317CD}"/>
              </a:ext>
            </a:extLst>
          </p:cNvPr>
          <p:cNvCxnSpPr>
            <a:cxnSpLocks/>
          </p:cNvCxnSpPr>
          <p:nvPr/>
        </p:nvCxnSpPr>
        <p:spPr>
          <a:xfrm flipH="1">
            <a:off x="3122575" y="3389395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0" name="直接连接符 609">
            <a:extLst>
              <a:ext uri="{FF2B5EF4-FFF2-40B4-BE49-F238E27FC236}">
                <a16:creationId xmlns:a16="http://schemas.microsoft.com/office/drawing/2014/main" id="{8DAD9278-C908-484F-A96F-36887C5755B9}"/>
              </a:ext>
            </a:extLst>
          </p:cNvPr>
          <p:cNvCxnSpPr>
            <a:cxnSpLocks/>
            <a:stCxn id="614" idx="2"/>
          </p:cNvCxnSpPr>
          <p:nvPr/>
        </p:nvCxnSpPr>
        <p:spPr>
          <a:xfrm>
            <a:off x="3256071" y="3387654"/>
            <a:ext cx="286153" cy="2894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1" name="直接连接符 610">
            <a:extLst>
              <a:ext uri="{FF2B5EF4-FFF2-40B4-BE49-F238E27FC236}">
                <a16:creationId xmlns:a16="http://schemas.microsoft.com/office/drawing/2014/main" id="{C551050F-14CC-48AA-A0DD-2BBB3E59F635}"/>
              </a:ext>
            </a:extLst>
          </p:cNvPr>
          <p:cNvCxnSpPr>
            <a:cxnSpLocks/>
          </p:cNvCxnSpPr>
          <p:nvPr/>
        </p:nvCxnSpPr>
        <p:spPr>
          <a:xfrm>
            <a:off x="3961312" y="3390795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12" name="直接连接符 611">
            <a:extLst>
              <a:ext uri="{FF2B5EF4-FFF2-40B4-BE49-F238E27FC236}">
                <a16:creationId xmlns:a16="http://schemas.microsoft.com/office/drawing/2014/main" id="{1D568E56-A513-4761-BB2C-378DCFC3002A}"/>
              </a:ext>
            </a:extLst>
          </p:cNvPr>
          <p:cNvCxnSpPr>
            <a:cxnSpLocks/>
          </p:cNvCxnSpPr>
          <p:nvPr/>
        </p:nvCxnSpPr>
        <p:spPr>
          <a:xfrm>
            <a:off x="3969657" y="3392103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14" name="图形 613">
            <a:extLst>
              <a:ext uri="{FF2B5EF4-FFF2-40B4-BE49-F238E27FC236}">
                <a16:creationId xmlns:a16="http://schemas.microsoft.com/office/drawing/2014/main" id="{9D6D8E6D-2602-4103-8B6F-E1352398369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076102" y="3027716"/>
            <a:ext cx="359938" cy="359938"/>
          </a:xfrm>
          <a:prstGeom prst="rect">
            <a:avLst/>
          </a:prstGeom>
        </p:spPr>
      </p:pic>
      <p:pic>
        <p:nvPicPr>
          <p:cNvPr id="615" name="图形 614">
            <a:extLst>
              <a:ext uri="{FF2B5EF4-FFF2-40B4-BE49-F238E27FC236}">
                <a16:creationId xmlns:a16="http://schemas.microsoft.com/office/drawing/2014/main" id="{F4435BFD-4114-4589-80F6-E246307D9EC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46558" y="3031632"/>
            <a:ext cx="357763" cy="357763"/>
          </a:xfrm>
          <a:prstGeom prst="rect">
            <a:avLst/>
          </a:prstGeom>
        </p:spPr>
      </p:pic>
      <p:pic>
        <p:nvPicPr>
          <p:cNvPr id="616" name="图形 615">
            <a:extLst>
              <a:ext uri="{FF2B5EF4-FFF2-40B4-BE49-F238E27FC236}">
                <a16:creationId xmlns:a16="http://schemas.microsoft.com/office/drawing/2014/main" id="{D46B4873-E7CD-479E-910D-9E0FE2E2564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963395" y="3610022"/>
            <a:ext cx="369944" cy="369944"/>
          </a:xfrm>
          <a:prstGeom prst="rect">
            <a:avLst/>
          </a:prstGeom>
        </p:spPr>
      </p:pic>
      <p:pic>
        <p:nvPicPr>
          <p:cNvPr id="617" name="图形 616">
            <a:extLst>
              <a:ext uri="{FF2B5EF4-FFF2-40B4-BE49-F238E27FC236}">
                <a16:creationId xmlns:a16="http://schemas.microsoft.com/office/drawing/2014/main" id="{C4F157E3-E425-4306-8187-7C337CD33FA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386385" y="3637698"/>
            <a:ext cx="341725" cy="341725"/>
          </a:xfrm>
          <a:prstGeom prst="rect">
            <a:avLst/>
          </a:prstGeom>
        </p:spPr>
      </p:pic>
      <p:pic>
        <p:nvPicPr>
          <p:cNvPr id="618" name="图形 617">
            <a:extLst>
              <a:ext uri="{FF2B5EF4-FFF2-40B4-BE49-F238E27FC236}">
                <a16:creationId xmlns:a16="http://schemas.microsoft.com/office/drawing/2014/main" id="{3E2E1114-77AC-45BD-A9B2-F1DFF9A9E56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676765" y="3662445"/>
            <a:ext cx="329461" cy="329461"/>
          </a:xfrm>
          <a:prstGeom prst="rect">
            <a:avLst/>
          </a:prstGeom>
        </p:spPr>
      </p:pic>
      <p:pic>
        <p:nvPicPr>
          <p:cNvPr id="619" name="图形 618">
            <a:extLst>
              <a:ext uri="{FF2B5EF4-FFF2-40B4-BE49-F238E27FC236}">
                <a16:creationId xmlns:a16="http://schemas.microsoft.com/office/drawing/2014/main" id="{475CBA42-3497-483C-9919-1EA5003A0FD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399053" y="3030236"/>
            <a:ext cx="365379" cy="3653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25" name="文本框 624">
                <a:extLst>
                  <a:ext uri="{FF2B5EF4-FFF2-40B4-BE49-F238E27FC236}">
                    <a16:creationId xmlns:a16="http://schemas.microsoft.com/office/drawing/2014/main" id="{D7047E6F-5401-49B0-868F-CCCEFF2293C1}"/>
                  </a:ext>
                </a:extLst>
              </p:cNvPr>
              <p:cNvSpPr txBox="1"/>
              <p:nvPr/>
            </p:nvSpPr>
            <p:spPr>
              <a:xfrm rot="18087063">
                <a:off x="-56945" y="1040265"/>
                <a:ext cx="102783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𝒑</m:t>
                          </m:r>
                        </m:sup>
                      </m:sSup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625" name="文本框 624">
                <a:extLst>
                  <a:ext uri="{FF2B5EF4-FFF2-40B4-BE49-F238E27FC236}">
                    <a16:creationId xmlns:a16="http://schemas.microsoft.com/office/drawing/2014/main" id="{D7047E6F-5401-49B0-868F-CCCEFF229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087063">
                <a:off x="-56945" y="1040265"/>
                <a:ext cx="1027831" cy="2308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6" name="文本框 625">
                <a:extLst>
                  <a:ext uri="{FF2B5EF4-FFF2-40B4-BE49-F238E27FC236}">
                    <a16:creationId xmlns:a16="http://schemas.microsoft.com/office/drawing/2014/main" id="{AC04F0AD-B158-47C9-85BB-765E2D33F82C}"/>
                  </a:ext>
                </a:extLst>
              </p:cNvPr>
              <p:cNvSpPr txBox="1"/>
              <p:nvPr/>
            </p:nvSpPr>
            <p:spPr>
              <a:xfrm rot="18009076">
                <a:off x="-99065" y="2200104"/>
                <a:ext cx="102783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</m:t>
                          </m:r>
                        </m:sup>
                      </m:sSup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626" name="文本框 625">
                <a:extLst>
                  <a:ext uri="{FF2B5EF4-FFF2-40B4-BE49-F238E27FC236}">
                    <a16:creationId xmlns:a16="http://schemas.microsoft.com/office/drawing/2014/main" id="{AC04F0AD-B158-47C9-85BB-765E2D33F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009076">
                <a:off x="-99065" y="2200104"/>
                <a:ext cx="1027831" cy="2308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7" name="文本框 626">
                <a:extLst>
                  <a:ext uri="{FF2B5EF4-FFF2-40B4-BE49-F238E27FC236}">
                    <a16:creationId xmlns:a16="http://schemas.microsoft.com/office/drawing/2014/main" id="{CB0C44FB-7C0E-4C0E-9627-070C26D8A8BA}"/>
                  </a:ext>
                </a:extLst>
              </p:cNvPr>
              <p:cNvSpPr txBox="1"/>
              <p:nvPr/>
            </p:nvSpPr>
            <p:spPr>
              <a:xfrm rot="17861849">
                <a:off x="-102684" y="3384935"/>
                <a:ext cx="1027831" cy="2360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sup>
                      </m:sSup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627" name="文本框 626">
                <a:extLst>
                  <a:ext uri="{FF2B5EF4-FFF2-40B4-BE49-F238E27FC236}">
                    <a16:creationId xmlns:a16="http://schemas.microsoft.com/office/drawing/2014/main" id="{CB0C44FB-7C0E-4C0E-9627-070C26D8A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861849">
                <a:off x="-102684" y="3384935"/>
                <a:ext cx="1027831" cy="23609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28" name="图形 627">
            <a:extLst>
              <a:ext uri="{FF2B5EF4-FFF2-40B4-BE49-F238E27FC236}">
                <a16:creationId xmlns:a16="http://schemas.microsoft.com/office/drawing/2014/main" id="{2245F707-D462-4159-90C0-388DC336A7D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44323" y="5125823"/>
            <a:ext cx="369944" cy="369944"/>
          </a:xfrm>
          <a:prstGeom prst="rect">
            <a:avLst/>
          </a:prstGeom>
        </p:spPr>
      </p:pic>
      <p:pic>
        <p:nvPicPr>
          <p:cNvPr id="629" name="图形 628">
            <a:extLst>
              <a:ext uri="{FF2B5EF4-FFF2-40B4-BE49-F238E27FC236}">
                <a16:creationId xmlns:a16="http://schemas.microsoft.com/office/drawing/2014/main" id="{30380456-B3B9-4BB8-8873-7AEB206DA54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71757" y="5133367"/>
            <a:ext cx="341725" cy="341725"/>
          </a:xfrm>
          <a:prstGeom prst="rect">
            <a:avLst/>
          </a:prstGeom>
        </p:spPr>
      </p:pic>
      <p:pic>
        <p:nvPicPr>
          <p:cNvPr id="630" name="图形 629">
            <a:extLst>
              <a:ext uri="{FF2B5EF4-FFF2-40B4-BE49-F238E27FC236}">
                <a16:creationId xmlns:a16="http://schemas.microsoft.com/office/drawing/2014/main" id="{F52F1606-8F5A-4534-83B5-EE47B5FBB4A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956160" y="5158927"/>
            <a:ext cx="329461" cy="329461"/>
          </a:xfrm>
          <a:prstGeom prst="rect">
            <a:avLst/>
          </a:prstGeom>
        </p:spPr>
      </p:pic>
      <p:cxnSp>
        <p:nvCxnSpPr>
          <p:cNvPr id="655" name="直接连接符 654">
            <a:extLst>
              <a:ext uri="{FF2B5EF4-FFF2-40B4-BE49-F238E27FC236}">
                <a16:creationId xmlns:a16="http://schemas.microsoft.com/office/drawing/2014/main" id="{413F3E65-93C3-4220-8980-6A117ED439C3}"/>
              </a:ext>
            </a:extLst>
          </p:cNvPr>
          <p:cNvCxnSpPr>
            <a:cxnSpLocks/>
          </p:cNvCxnSpPr>
          <p:nvPr/>
        </p:nvCxnSpPr>
        <p:spPr>
          <a:xfrm>
            <a:off x="3509343" y="796574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6" name="直接连接符 655">
            <a:extLst>
              <a:ext uri="{FF2B5EF4-FFF2-40B4-BE49-F238E27FC236}">
                <a16:creationId xmlns:a16="http://schemas.microsoft.com/office/drawing/2014/main" id="{37F515FD-587F-4301-B1D8-F5584BB81DF3}"/>
              </a:ext>
            </a:extLst>
          </p:cNvPr>
          <p:cNvCxnSpPr>
            <a:cxnSpLocks/>
          </p:cNvCxnSpPr>
          <p:nvPr/>
        </p:nvCxnSpPr>
        <p:spPr>
          <a:xfrm>
            <a:off x="3467805" y="2003716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7" name="直接连接符 656">
            <a:extLst>
              <a:ext uri="{FF2B5EF4-FFF2-40B4-BE49-F238E27FC236}">
                <a16:creationId xmlns:a16="http://schemas.microsoft.com/office/drawing/2014/main" id="{3FBDB8EF-37BC-4CAB-99A6-D31E2CC07668}"/>
              </a:ext>
            </a:extLst>
          </p:cNvPr>
          <p:cNvCxnSpPr>
            <a:cxnSpLocks/>
          </p:cNvCxnSpPr>
          <p:nvPr/>
        </p:nvCxnSpPr>
        <p:spPr>
          <a:xfrm>
            <a:off x="3439435" y="3229324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8" name="文本框 657">
                <a:extLst>
                  <a:ext uri="{FF2B5EF4-FFF2-40B4-BE49-F238E27FC236}">
                    <a16:creationId xmlns:a16="http://schemas.microsoft.com/office/drawing/2014/main" id="{8C27EF7E-BF8F-423B-9175-A351D3782C50}"/>
                  </a:ext>
                </a:extLst>
              </p:cNvPr>
              <p:cNvSpPr txBox="1"/>
              <p:nvPr/>
            </p:nvSpPr>
            <p:spPr>
              <a:xfrm>
                <a:off x="4811563" y="603587"/>
                <a:ext cx="315383" cy="305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58" name="文本框 657">
                <a:extLst>
                  <a:ext uri="{FF2B5EF4-FFF2-40B4-BE49-F238E27FC236}">
                    <a16:creationId xmlns:a16="http://schemas.microsoft.com/office/drawing/2014/main" id="{8C27EF7E-BF8F-423B-9175-A351D3782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563" y="603587"/>
                <a:ext cx="315383" cy="305533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9" name="文本框 658">
                <a:extLst>
                  <a:ext uri="{FF2B5EF4-FFF2-40B4-BE49-F238E27FC236}">
                    <a16:creationId xmlns:a16="http://schemas.microsoft.com/office/drawing/2014/main" id="{40400878-58F1-4451-A911-8D8B847EEE3A}"/>
                  </a:ext>
                </a:extLst>
              </p:cNvPr>
              <p:cNvSpPr txBox="1"/>
              <p:nvPr/>
            </p:nvSpPr>
            <p:spPr>
              <a:xfrm>
                <a:off x="4809992" y="1789085"/>
                <a:ext cx="315383" cy="281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59" name="文本框 658">
                <a:extLst>
                  <a:ext uri="{FF2B5EF4-FFF2-40B4-BE49-F238E27FC236}">
                    <a16:creationId xmlns:a16="http://schemas.microsoft.com/office/drawing/2014/main" id="{40400878-58F1-4451-A911-8D8B847EE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9992" y="1789085"/>
                <a:ext cx="315383" cy="28155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0" name="文本框 659">
                <a:extLst>
                  <a:ext uri="{FF2B5EF4-FFF2-40B4-BE49-F238E27FC236}">
                    <a16:creationId xmlns:a16="http://schemas.microsoft.com/office/drawing/2014/main" id="{46E960EC-B53E-4628-84A8-59BC49CE2D0F}"/>
                  </a:ext>
                </a:extLst>
              </p:cNvPr>
              <p:cNvSpPr txBox="1"/>
              <p:nvPr/>
            </p:nvSpPr>
            <p:spPr>
              <a:xfrm>
                <a:off x="4803740" y="2970599"/>
                <a:ext cx="315383" cy="291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60" name="文本框 659">
                <a:extLst>
                  <a:ext uri="{FF2B5EF4-FFF2-40B4-BE49-F238E27FC236}">
                    <a16:creationId xmlns:a16="http://schemas.microsoft.com/office/drawing/2014/main" id="{46E960EC-B53E-4628-84A8-59BC49CE2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740" y="2970599"/>
                <a:ext cx="315383" cy="291811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任意多边形: 形状 135">
            <a:extLst>
              <a:ext uri="{FF2B5EF4-FFF2-40B4-BE49-F238E27FC236}">
                <a16:creationId xmlns:a16="http://schemas.microsoft.com/office/drawing/2014/main" id="{3B589DE1-C3BB-4449-9D08-B2252E91B324}"/>
              </a:ext>
            </a:extLst>
          </p:cNvPr>
          <p:cNvSpPr/>
          <p:nvPr/>
        </p:nvSpPr>
        <p:spPr>
          <a:xfrm>
            <a:off x="3373141" y="2060676"/>
            <a:ext cx="567557" cy="403235"/>
          </a:xfrm>
          <a:custGeom>
            <a:avLst/>
            <a:gdLst>
              <a:gd name="connsiteX0" fmla="*/ 16164 w 567557"/>
              <a:gd name="connsiteY0" fmla="*/ 146059 h 403235"/>
              <a:gd name="connsiteX1" fmla="*/ 530514 w 567557"/>
              <a:gd name="connsiteY1" fmla="*/ 403234 h 403235"/>
              <a:gd name="connsiteX2" fmla="*/ 511464 w 567557"/>
              <a:gd name="connsiteY2" fmla="*/ 149234 h 403235"/>
              <a:gd name="connsiteX3" fmla="*/ 387639 w 567557"/>
              <a:gd name="connsiteY3" fmla="*/ 15884 h 403235"/>
              <a:gd name="connsiteX4" fmla="*/ 149514 w 567557"/>
              <a:gd name="connsiteY4" fmla="*/ 15884 h 403235"/>
              <a:gd name="connsiteX5" fmla="*/ 16164 w 567557"/>
              <a:gd name="connsiteY5" fmla="*/ 146059 h 403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7557" h="403235">
                <a:moveTo>
                  <a:pt x="16164" y="146059"/>
                </a:moveTo>
                <a:cubicBezTo>
                  <a:pt x="79664" y="210617"/>
                  <a:pt x="447964" y="402705"/>
                  <a:pt x="530514" y="403234"/>
                </a:cubicBezTo>
                <a:cubicBezTo>
                  <a:pt x="613064" y="403763"/>
                  <a:pt x="535276" y="213792"/>
                  <a:pt x="511464" y="149234"/>
                </a:cubicBezTo>
                <a:cubicBezTo>
                  <a:pt x="487652" y="84676"/>
                  <a:pt x="447964" y="38109"/>
                  <a:pt x="387639" y="15884"/>
                </a:cubicBezTo>
                <a:cubicBezTo>
                  <a:pt x="327314" y="-6341"/>
                  <a:pt x="206135" y="-4224"/>
                  <a:pt x="149514" y="15884"/>
                </a:cubicBezTo>
                <a:cubicBezTo>
                  <a:pt x="92893" y="35992"/>
                  <a:pt x="-47336" y="81501"/>
                  <a:pt x="16164" y="146059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5" name="文本框 664">
            <a:extLst>
              <a:ext uri="{FF2B5EF4-FFF2-40B4-BE49-F238E27FC236}">
                <a16:creationId xmlns:a16="http://schemas.microsoft.com/office/drawing/2014/main" id="{F4A84F21-DBB6-469B-A670-323C379A3086}"/>
              </a:ext>
            </a:extLst>
          </p:cNvPr>
          <p:cNvSpPr txBox="1"/>
          <p:nvPr/>
        </p:nvSpPr>
        <p:spPr>
          <a:xfrm rot="19578038">
            <a:off x="3683079" y="932802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6" name="文本框 665">
            <a:extLst>
              <a:ext uri="{FF2B5EF4-FFF2-40B4-BE49-F238E27FC236}">
                <a16:creationId xmlns:a16="http://schemas.microsoft.com/office/drawing/2014/main" id="{079CC7E1-6EB7-4331-8554-6CD836B6A43F}"/>
              </a:ext>
            </a:extLst>
          </p:cNvPr>
          <p:cNvSpPr txBox="1"/>
          <p:nvPr/>
        </p:nvSpPr>
        <p:spPr>
          <a:xfrm rot="18139359">
            <a:off x="3066772" y="1011527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7" name="文本框 666">
            <a:extLst>
              <a:ext uri="{FF2B5EF4-FFF2-40B4-BE49-F238E27FC236}">
                <a16:creationId xmlns:a16="http://schemas.microsoft.com/office/drawing/2014/main" id="{FBAD6B1F-C5D0-4BBB-B872-70629600AC9F}"/>
              </a:ext>
            </a:extLst>
          </p:cNvPr>
          <p:cNvSpPr txBox="1"/>
          <p:nvPr/>
        </p:nvSpPr>
        <p:spPr>
          <a:xfrm rot="3187128">
            <a:off x="3244217" y="1113569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8" name="文本框 667">
            <a:extLst>
              <a:ext uri="{FF2B5EF4-FFF2-40B4-BE49-F238E27FC236}">
                <a16:creationId xmlns:a16="http://schemas.microsoft.com/office/drawing/2014/main" id="{A04418CD-42B5-44F0-B676-08867D63EBC4}"/>
              </a:ext>
            </a:extLst>
          </p:cNvPr>
          <p:cNvSpPr txBox="1"/>
          <p:nvPr/>
        </p:nvSpPr>
        <p:spPr>
          <a:xfrm rot="1783072">
            <a:off x="3417007" y="969688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9" name="文本框 668">
            <a:extLst>
              <a:ext uri="{FF2B5EF4-FFF2-40B4-BE49-F238E27FC236}">
                <a16:creationId xmlns:a16="http://schemas.microsoft.com/office/drawing/2014/main" id="{BEA85EB0-B7B1-4F1C-8730-A40BFF356CC7}"/>
              </a:ext>
            </a:extLst>
          </p:cNvPr>
          <p:cNvSpPr txBox="1"/>
          <p:nvPr/>
        </p:nvSpPr>
        <p:spPr>
          <a:xfrm rot="215747">
            <a:off x="3868489" y="1073712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0" name="文本框 669">
            <a:extLst>
              <a:ext uri="{FF2B5EF4-FFF2-40B4-BE49-F238E27FC236}">
                <a16:creationId xmlns:a16="http://schemas.microsoft.com/office/drawing/2014/main" id="{DBB9E95B-2D1A-4619-91C4-FC6D1A6648E6}"/>
              </a:ext>
            </a:extLst>
          </p:cNvPr>
          <p:cNvSpPr txBox="1"/>
          <p:nvPr/>
        </p:nvSpPr>
        <p:spPr>
          <a:xfrm rot="1736926">
            <a:off x="4085484" y="1092555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1" name="文本框 670">
            <a:extLst>
              <a:ext uri="{FF2B5EF4-FFF2-40B4-BE49-F238E27FC236}">
                <a16:creationId xmlns:a16="http://schemas.microsoft.com/office/drawing/2014/main" id="{7184DECD-0F1D-4764-98A6-F2FDB6ABECAF}"/>
              </a:ext>
            </a:extLst>
          </p:cNvPr>
          <p:cNvSpPr txBox="1"/>
          <p:nvPr/>
        </p:nvSpPr>
        <p:spPr>
          <a:xfrm rot="832048">
            <a:off x="4317605" y="978252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2" name="文本框 671">
            <a:extLst>
              <a:ext uri="{FF2B5EF4-FFF2-40B4-BE49-F238E27FC236}">
                <a16:creationId xmlns:a16="http://schemas.microsoft.com/office/drawing/2014/main" id="{36F7DEB2-258E-45C2-9577-65A19DDE856F}"/>
              </a:ext>
            </a:extLst>
          </p:cNvPr>
          <p:cNvSpPr txBox="1"/>
          <p:nvPr/>
        </p:nvSpPr>
        <p:spPr>
          <a:xfrm rot="17933637">
            <a:off x="2951891" y="2201751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3" name="文本框 672">
                <a:extLst>
                  <a:ext uri="{FF2B5EF4-FFF2-40B4-BE49-F238E27FC236}">
                    <a16:creationId xmlns:a16="http://schemas.microsoft.com/office/drawing/2014/main" id="{01BDF4D8-F9E7-402D-A71C-C821BEC5BA57}"/>
                  </a:ext>
                </a:extLst>
              </p:cNvPr>
              <p:cNvSpPr txBox="1"/>
              <p:nvPr/>
            </p:nvSpPr>
            <p:spPr>
              <a:xfrm rot="1499992">
                <a:off x="3056388" y="2290957"/>
                <a:ext cx="94697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9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(1+1)</a:t>
                </a:r>
                <a14:m>
                  <m:oMath xmlns:m="http://schemas.openxmlformats.org/officeDocument/2006/math">
                    <m:r>
                      <a:rPr lang="en-US" altLang="zh-CN" sz="9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9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US" altLang="zh-CN" sz="9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=2</a:t>
                </a:r>
                <a:endParaRPr lang="zh-CN" altLang="en-US" sz="9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3" name="文本框 672">
                <a:extLst>
                  <a:ext uri="{FF2B5EF4-FFF2-40B4-BE49-F238E27FC236}">
                    <a16:creationId xmlns:a16="http://schemas.microsoft.com/office/drawing/2014/main" id="{01BDF4D8-F9E7-402D-A71C-C821BEC5B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499992">
                <a:off x="3056388" y="2290957"/>
                <a:ext cx="946975" cy="2308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5" name="文本框 674">
            <a:extLst>
              <a:ext uri="{FF2B5EF4-FFF2-40B4-BE49-F238E27FC236}">
                <a16:creationId xmlns:a16="http://schemas.microsoft.com/office/drawing/2014/main" id="{09A10B22-29E4-4D38-88F7-3BECE1F4D1AC}"/>
              </a:ext>
            </a:extLst>
          </p:cNvPr>
          <p:cNvSpPr txBox="1"/>
          <p:nvPr/>
        </p:nvSpPr>
        <p:spPr>
          <a:xfrm rot="5400000">
            <a:off x="3824796" y="2261435"/>
            <a:ext cx="51849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6" name="文本框 675">
                <a:extLst>
                  <a:ext uri="{FF2B5EF4-FFF2-40B4-BE49-F238E27FC236}">
                    <a16:creationId xmlns:a16="http://schemas.microsoft.com/office/drawing/2014/main" id="{59307E90-5B3E-409B-B8B4-3ED2C6FC73F9}"/>
                  </a:ext>
                </a:extLst>
              </p:cNvPr>
              <p:cNvSpPr txBox="1"/>
              <p:nvPr/>
            </p:nvSpPr>
            <p:spPr>
              <a:xfrm rot="1166177">
                <a:off x="4108262" y="2166019"/>
                <a:ext cx="659827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900" b="1" dirty="0">
                    <a:solidFill>
                      <a:srgbClr val="217BB7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(1+0) </a:t>
                </a:r>
                <a14:m>
                  <m:oMath xmlns:m="http://schemas.openxmlformats.org/officeDocument/2006/math">
                    <m:r>
                      <a:rPr lang="en-US" altLang="zh-CN" sz="900" b="1" i="1" smtClean="0">
                        <a:solidFill>
                          <a:srgbClr val="217BB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900" b="1" i="1" smtClean="0">
                        <a:solidFill>
                          <a:srgbClr val="217BB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endParaRPr lang="zh-CN" altLang="en-US" sz="900" b="1" dirty="0">
                  <a:solidFill>
                    <a:srgbClr val="217BB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6" name="文本框 675">
                <a:extLst>
                  <a:ext uri="{FF2B5EF4-FFF2-40B4-BE49-F238E27FC236}">
                    <a16:creationId xmlns:a16="http://schemas.microsoft.com/office/drawing/2014/main" id="{59307E90-5B3E-409B-B8B4-3ED2C6FC7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166177">
                <a:off x="4108262" y="2166019"/>
                <a:ext cx="659827" cy="2308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7" name="文本框 676">
            <a:extLst>
              <a:ext uri="{FF2B5EF4-FFF2-40B4-BE49-F238E27FC236}">
                <a16:creationId xmlns:a16="http://schemas.microsoft.com/office/drawing/2014/main" id="{AF6AAD5F-C0ED-40C0-9295-E1BD19D9DB0A}"/>
              </a:ext>
            </a:extLst>
          </p:cNvPr>
          <p:cNvSpPr txBox="1"/>
          <p:nvPr/>
        </p:nvSpPr>
        <p:spPr>
          <a:xfrm rot="3243918">
            <a:off x="4716931" y="1009569"/>
            <a:ext cx="2055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8" name="文本框 677">
            <a:extLst>
              <a:ext uri="{FF2B5EF4-FFF2-40B4-BE49-F238E27FC236}">
                <a16:creationId xmlns:a16="http://schemas.microsoft.com/office/drawing/2014/main" id="{83FDD222-CE96-487B-869D-3631E7A13879}"/>
              </a:ext>
            </a:extLst>
          </p:cNvPr>
          <p:cNvSpPr txBox="1"/>
          <p:nvPr/>
        </p:nvSpPr>
        <p:spPr>
          <a:xfrm rot="3122556">
            <a:off x="4701089" y="2185013"/>
            <a:ext cx="2055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9" name="文本框 678">
            <a:extLst>
              <a:ext uri="{FF2B5EF4-FFF2-40B4-BE49-F238E27FC236}">
                <a16:creationId xmlns:a16="http://schemas.microsoft.com/office/drawing/2014/main" id="{4A008897-576C-4CB3-A3D6-EA0DF7E0B70F}"/>
              </a:ext>
            </a:extLst>
          </p:cNvPr>
          <p:cNvSpPr txBox="1"/>
          <p:nvPr/>
        </p:nvSpPr>
        <p:spPr>
          <a:xfrm rot="17933637">
            <a:off x="2920805" y="3395749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0" name="文本框 679">
            <a:extLst>
              <a:ext uri="{FF2B5EF4-FFF2-40B4-BE49-F238E27FC236}">
                <a16:creationId xmlns:a16="http://schemas.microsoft.com/office/drawing/2014/main" id="{498914B6-092A-4D9E-8077-EC5C06E0F6E2}"/>
              </a:ext>
            </a:extLst>
          </p:cNvPr>
          <p:cNvSpPr txBox="1"/>
          <p:nvPr/>
        </p:nvSpPr>
        <p:spPr>
          <a:xfrm rot="2566792">
            <a:off x="3284650" y="3381426"/>
            <a:ext cx="3684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1" name="文本框 680">
            <a:extLst>
              <a:ext uri="{FF2B5EF4-FFF2-40B4-BE49-F238E27FC236}">
                <a16:creationId xmlns:a16="http://schemas.microsoft.com/office/drawing/2014/main" id="{6CB70863-94C1-4CD5-BC52-7C21118E5698}"/>
              </a:ext>
            </a:extLst>
          </p:cNvPr>
          <p:cNvSpPr txBox="1"/>
          <p:nvPr/>
        </p:nvSpPr>
        <p:spPr>
          <a:xfrm rot="1252548">
            <a:off x="4374338" y="3387000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2" name="文本框 681">
            <a:extLst>
              <a:ext uri="{FF2B5EF4-FFF2-40B4-BE49-F238E27FC236}">
                <a16:creationId xmlns:a16="http://schemas.microsoft.com/office/drawing/2014/main" id="{46424178-B289-4D2E-B0BA-68FF18FB788C}"/>
              </a:ext>
            </a:extLst>
          </p:cNvPr>
          <p:cNvSpPr txBox="1"/>
          <p:nvPr/>
        </p:nvSpPr>
        <p:spPr>
          <a:xfrm>
            <a:off x="3957321" y="3471061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3" name="矩形: 圆角 682">
            <a:extLst>
              <a:ext uri="{FF2B5EF4-FFF2-40B4-BE49-F238E27FC236}">
                <a16:creationId xmlns:a16="http://schemas.microsoft.com/office/drawing/2014/main" id="{974F59C5-AA53-4ABA-BB92-C72B1103C131}"/>
              </a:ext>
            </a:extLst>
          </p:cNvPr>
          <p:cNvSpPr/>
          <p:nvPr/>
        </p:nvSpPr>
        <p:spPr>
          <a:xfrm>
            <a:off x="6030598" y="634529"/>
            <a:ext cx="225553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84" name="直接连接符 683">
            <a:extLst>
              <a:ext uri="{FF2B5EF4-FFF2-40B4-BE49-F238E27FC236}">
                <a16:creationId xmlns:a16="http://schemas.microsoft.com/office/drawing/2014/main" id="{98862129-8396-4EC5-ADF6-C82E3B07AFE0}"/>
              </a:ext>
            </a:extLst>
          </p:cNvPr>
          <p:cNvCxnSpPr>
            <a:cxnSpLocks/>
          </p:cNvCxnSpPr>
          <p:nvPr/>
        </p:nvCxnSpPr>
        <p:spPr>
          <a:xfrm flipH="1">
            <a:off x="6240047" y="1048965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85" name="图形 684">
            <a:extLst>
              <a:ext uri="{FF2B5EF4-FFF2-40B4-BE49-F238E27FC236}">
                <a16:creationId xmlns:a16="http://schemas.microsoft.com/office/drawing/2014/main" id="{C2935729-6D94-45B5-B49A-80A76E648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1527" y="1279096"/>
            <a:ext cx="460789" cy="460789"/>
          </a:xfrm>
          <a:prstGeom prst="rect">
            <a:avLst/>
          </a:prstGeom>
        </p:spPr>
      </p:pic>
      <p:pic>
        <p:nvPicPr>
          <p:cNvPr id="686" name="图形 685">
            <a:extLst>
              <a:ext uri="{FF2B5EF4-FFF2-40B4-BE49-F238E27FC236}">
                <a16:creationId xmlns:a16="http://schemas.microsoft.com/office/drawing/2014/main" id="{01151A3C-12C7-4114-A5C0-F4A1C595D4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94361" y="1261420"/>
            <a:ext cx="430225" cy="430225"/>
          </a:xfrm>
          <a:prstGeom prst="rect">
            <a:avLst/>
          </a:prstGeom>
        </p:spPr>
      </p:pic>
      <p:cxnSp>
        <p:nvCxnSpPr>
          <p:cNvPr id="687" name="直接连接符 686">
            <a:extLst>
              <a:ext uri="{FF2B5EF4-FFF2-40B4-BE49-F238E27FC236}">
                <a16:creationId xmlns:a16="http://schemas.microsoft.com/office/drawing/2014/main" id="{0BF0F215-CEA3-4B74-A084-AC6E776879D4}"/>
              </a:ext>
            </a:extLst>
          </p:cNvPr>
          <p:cNvCxnSpPr>
            <a:cxnSpLocks/>
          </p:cNvCxnSpPr>
          <p:nvPr/>
        </p:nvCxnSpPr>
        <p:spPr>
          <a:xfrm>
            <a:off x="6430552" y="1048965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8" name="直接连接符 687">
            <a:extLst>
              <a:ext uri="{FF2B5EF4-FFF2-40B4-BE49-F238E27FC236}">
                <a16:creationId xmlns:a16="http://schemas.microsoft.com/office/drawing/2014/main" id="{EC330D8F-33A1-4E18-A52F-7C719F6A68C8}"/>
              </a:ext>
            </a:extLst>
          </p:cNvPr>
          <p:cNvCxnSpPr>
            <a:cxnSpLocks/>
          </p:cNvCxnSpPr>
          <p:nvPr/>
        </p:nvCxnSpPr>
        <p:spPr>
          <a:xfrm>
            <a:off x="6430552" y="1048965"/>
            <a:ext cx="593567" cy="325106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9" name="直接连接符 688">
            <a:extLst>
              <a:ext uri="{FF2B5EF4-FFF2-40B4-BE49-F238E27FC236}">
                <a16:creationId xmlns:a16="http://schemas.microsoft.com/office/drawing/2014/main" id="{5B5FB6FD-147C-44A8-BDCD-75629C7D1446}"/>
              </a:ext>
            </a:extLst>
          </p:cNvPr>
          <p:cNvCxnSpPr>
            <a:cxnSpLocks/>
          </p:cNvCxnSpPr>
          <p:nvPr/>
        </p:nvCxnSpPr>
        <p:spPr>
          <a:xfrm flipH="1">
            <a:off x="6649824" y="1060907"/>
            <a:ext cx="425290" cy="273527"/>
          </a:xfrm>
          <a:prstGeom prst="line">
            <a:avLst/>
          </a:prstGeom>
          <a:ln>
            <a:solidFill>
              <a:srgbClr val="217BB7"/>
            </a:solidFill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0" name="直接连接符 689">
            <a:extLst>
              <a:ext uri="{FF2B5EF4-FFF2-40B4-BE49-F238E27FC236}">
                <a16:creationId xmlns:a16="http://schemas.microsoft.com/office/drawing/2014/main" id="{03197E6B-004D-4462-9FD3-B33D04768036}"/>
              </a:ext>
            </a:extLst>
          </p:cNvPr>
          <p:cNvCxnSpPr>
            <a:cxnSpLocks/>
          </p:cNvCxnSpPr>
          <p:nvPr/>
        </p:nvCxnSpPr>
        <p:spPr>
          <a:xfrm>
            <a:off x="7075114" y="1060907"/>
            <a:ext cx="50995" cy="32325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1" name="直接连接符 690">
            <a:extLst>
              <a:ext uri="{FF2B5EF4-FFF2-40B4-BE49-F238E27FC236}">
                <a16:creationId xmlns:a16="http://schemas.microsoft.com/office/drawing/2014/main" id="{CF75757C-6243-4A24-82AB-658B9FFEE212}"/>
              </a:ext>
            </a:extLst>
          </p:cNvPr>
          <p:cNvCxnSpPr>
            <a:cxnSpLocks/>
          </p:cNvCxnSpPr>
          <p:nvPr/>
        </p:nvCxnSpPr>
        <p:spPr>
          <a:xfrm>
            <a:off x="7063790" y="1063545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2" name="直接连接符 691">
            <a:extLst>
              <a:ext uri="{FF2B5EF4-FFF2-40B4-BE49-F238E27FC236}">
                <a16:creationId xmlns:a16="http://schemas.microsoft.com/office/drawing/2014/main" id="{D4F10A59-6B89-4B38-8705-A39CA852102E}"/>
              </a:ext>
            </a:extLst>
          </p:cNvPr>
          <p:cNvCxnSpPr>
            <a:cxnSpLocks/>
          </p:cNvCxnSpPr>
          <p:nvPr/>
        </p:nvCxnSpPr>
        <p:spPr>
          <a:xfrm>
            <a:off x="7075114" y="1060907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3" name="直接连接符 692">
            <a:extLst>
              <a:ext uri="{FF2B5EF4-FFF2-40B4-BE49-F238E27FC236}">
                <a16:creationId xmlns:a16="http://schemas.microsoft.com/office/drawing/2014/main" id="{CB197AF9-EDAD-47B3-B63F-F4F99BAF6FAE}"/>
              </a:ext>
            </a:extLst>
          </p:cNvPr>
          <p:cNvCxnSpPr>
            <a:cxnSpLocks/>
            <a:stCxn id="700" idx="2"/>
          </p:cNvCxnSpPr>
          <p:nvPr/>
        </p:nvCxnSpPr>
        <p:spPr>
          <a:xfrm>
            <a:off x="7713497" y="1040258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4" name="文本框 693">
                <a:extLst>
                  <a:ext uri="{FF2B5EF4-FFF2-40B4-BE49-F238E27FC236}">
                    <a16:creationId xmlns:a16="http://schemas.microsoft.com/office/drawing/2014/main" id="{CF7FEEDF-3DE0-46D5-AFA8-0BFD8D3B721E}"/>
                  </a:ext>
                </a:extLst>
              </p:cNvPr>
              <p:cNvSpPr txBox="1"/>
              <p:nvPr/>
            </p:nvSpPr>
            <p:spPr>
              <a:xfrm>
                <a:off x="7844933" y="596793"/>
                <a:ext cx="315383" cy="328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694" name="文本框 693">
                <a:extLst>
                  <a:ext uri="{FF2B5EF4-FFF2-40B4-BE49-F238E27FC236}">
                    <a16:creationId xmlns:a16="http://schemas.microsoft.com/office/drawing/2014/main" id="{CF7FEEDF-3DE0-46D5-AFA8-0BFD8D3B7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4933" y="596793"/>
                <a:ext cx="315383" cy="328808"/>
              </a:xfrm>
              <a:prstGeom prst="rect">
                <a:avLst/>
              </a:prstGeom>
              <a:blipFill>
                <a:blip r:embed="rId38"/>
                <a:stretch>
                  <a:fillRect r="-4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95" name="图形 694">
            <a:extLst>
              <a:ext uri="{FF2B5EF4-FFF2-40B4-BE49-F238E27FC236}">
                <a16:creationId xmlns:a16="http://schemas.microsoft.com/office/drawing/2014/main" id="{DFDDD79F-B027-418E-AE1E-0C9FC1545A5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247067" y="674142"/>
            <a:ext cx="359938" cy="359938"/>
          </a:xfrm>
          <a:prstGeom prst="rect">
            <a:avLst/>
          </a:prstGeom>
        </p:spPr>
      </p:pic>
      <p:pic>
        <p:nvPicPr>
          <p:cNvPr id="696" name="图形 695">
            <a:extLst>
              <a:ext uri="{FF2B5EF4-FFF2-40B4-BE49-F238E27FC236}">
                <a16:creationId xmlns:a16="http://schemas.microsoft.com/office/drawing/2014/main" id="{426CC4CB-7983-4E12-805F-C19ED1F7BA9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09925" y="674189"/>
            <a:ext cx="357763" cy="357763"/>
          </a:xfrm>
          <a:prstGeom prst="rect">
            <a:avLst/>
          </a:prstGeom>
        </p:spPr>
      </p:pic>
      <p:pic>
        <p:nvPicPr>
          <p:cNvPr id="697" name="图形 696">
            <a:extLst>
              <a:ext uri="{FF2B5EF4-FFF2-40B4-BE49-F238E27FC236}">
                <a16:creationId xmlns:a16="http://schemas.microsoft.com/office/drawing/2014/main" id="{4FB891EE-0F1B-469C-93E3-AB9A0A4151A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077189" y="1325208"/>
            <a:ext cx="369944" cy="369944"/>
          </a:xfrm>
          <a:prstGeom prst="rect">
            <a:avLst/>
          </a:prstGeom>
        </p:spPr>
      </p:pic>
      <p:pic>
        <p:nvPicPr>
          <p:cNvPr id="698" name="图形 697">
            <a:extLst>
              <a:ext uri="{FF2B5EF4-FFF2-40B4-BE49-F238E27FC236}">
                <a16:creationId xmlns:a16="http://schemas.microsoft.com/office/drawing/2014/main" id="{942D0010-9C1E-45CF-A0A1-536158EBDDD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477209" y="1315252"/>
            <a:ext cx="341725" cy="341725"/>
          </a:xfrm>
          <a:prstGeom prst="rect">
            <a:avLst/>
          </a:prstGeom>
        </p:spPr>
      </p:pic>
      <p:pic>
        <p:nvPicPr>
          <p:cNvPr id="699" name="图形 698">
            <a:extLst>
              <a:ext uri="{FF2B5EF4-FFF2-40B4-BE49-F238E27FC236}">
                <a16:creationId xmlns:a16="http://schemas.microsoft.com/office/drawing/2014/main" id="{706C122B-B368-413B-AAAC-6CF4728070B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776710" y="1337057"/>
            <a:ext cx="329461" cy="329461"/>
          </a:xfrm>
          <a:prstGeom prst="rect">
            <a:avLst/>
          </a:prstGeom>
        </p:spPr>
      </p:pic>
      <p:pic>
        <p:nvPicPr>
          <p:cNvPr id="700" name="图形 699">
            <a:extLst>
              <a:ext uri="{FF2B5EF4-FFF2-40B4-BE49-F238E27FC236}">
                <a16:creationId xmlns:a16="http://schemas.microsoft.com/office/drawing/2014/main" id="{AB6788A2-EFF9-42EC-88BE-6ED70A7171F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530807" y="674879"/>
            <a:ext cx="365379" cy="365379"/>
          </a:xfrm>
          <a:prstGeom prst="rect">
            <a:avLst/>
          </a:prstGeom>
        </p:spPr>
      </p:pic>
      <p:sp>
        <p:nvSpPr>
          <p:cNvPr id="701" name="文本框 700">
            <a:extLst>
              <a:ext uri="{FF2B5EF4-FFF2-40B4-BE49-F238E27FC236}">
                <a16:creationId xmlns:a16="http://schemas.microsoft.com/office/drawing/2014/main" id="{ED1B9420-3465-4D99-9A1B-7A6590E61FF5}"/>
              </a:ext>
            </a:extLst>
          </p:cNvPr>
          <p:cNvSpPr txBox="1"/>
          <p:nvPr/>
        </p:nvSpPr>
        <p:spPr>
          <a:xfrm rot="18187159">
            <a:off x="5973169" y="1001464"/>
            <a:ext cx="673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3" name="文本框 702">
            <a:extLst>
              <a:ext uri="{FF2B5EF4-FFF2-40B4-BE49-F238E27FC236}">
                <a16:creationId xmlns:a16="http://schemas.microsoft.com/office/drawing/2014/main" id="{F070EAE8-2189-47DE-B3FB-DF3E48712F33}"/>
              </a:ext>
            </a:extLst>
          </p:cNvPr>
          <p:cNvSpPr txBox="1"/>
          <p:nvPr/>
        </p:nvSpPr>
        <p:spPr>
          <a:xfrm rot="3471750">
            <a:off x="6224594" y="1162250"/>
            <a:ext cx="60737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4" name="文本框 703">
            <a:extLst>
              <a:ext uri="{FF2B5EF4-FFF2-40B4-BE49-F238E27FC236}">
                <a16:creationId xmlns:a16="http://schemas.microsoft.com/office/drawing/2014/main" id="{5BA3AF6E-F1A4-4B72-8A9B-D110F2582DC4}"/>
              </a:ext>
            </a:extLst>
          </p:cNvPr>
          <p:cNvSpPr txBox="1"/>
          <p:nvPr/>
        </p:nvSpPr>
        <p:spPr>
          <a:xfrm rot="1306858">
            <a:off x="6411456" y="948171"/>
            <a:ext cx="35165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5" name="文本框 704">
            <a:extLst>
              <a:ext uri="{FF2B5EF4-FFF2-40B4-BE49-F238E27FC236}">
                <a16:creationId xmlns:a16="http://schemas.microsoft.com/office/drawing/2014/main" id="{0192C358-4ABD-41C3-9C35-D9A053828B5C}"/>
              </a:ext>
            </a:extLst>
          </p:cNvPr>
          <p:cNvSpPr txBox="1"/>
          <p:nvPr/>
        </p:nvSpPr>
        <p:spPr>
          <a:xfrm rot="19691586">
            <a:off x="6766631" y="963558"/>
            <a:ext cx="3859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6" name="文本框 705">
            <a:extLst>
              <a:ext uri="{FF2B5EF4-FFF2-40B4-BE49-F238E27FC236}">
                <a16:creationId xmlns:a16="http://schemas.microsoft.com/office/drawing/2014/main" id="{4C7D813A-A92D-4595-93DE-ED987FF330F5}"/>
              </a:ext>
            </a:extLst>
          </p:cNvPr>
          <p:cNvSpPr txBox="1"/>
          <p:nvPr/>
        </p:nvSpPr>
        <p:spPr>
          <a:xfrm>
            <a:off x="6947883" y="1138273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8" name="文本框 707">
            <a:extLst>
              <a:ext uri="{FF2B5EF4-FFF2-40B4-BE49-F238E27FC236}">
                <a16:creationId xmlns:a16="http://schemas.microsoft.com/office/drawing/2014/main" id="{D2FCA29D-D483-4C69-8C6D-92FE775618E5}"/>
              </a:ext>
            </a:extLst>
          </p:cNvPr>
          <p:cNvSpPr txBox="1"/>
          <p:nvPr/>
        </p:nvSpPr>
        <p:spPr>
          <a:xfrm rot="21411695">
            <a:off x="7149305" y="1134655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9" name="文本框 708">
            <a:extLst>
              <a:ext uri="{FF2B5EF4-FFF2-40B4-BE49-F238E27FC236}">
                <a16:creationId xmlns:a16="http://schemas.microsoft.com/office/drawing/2014/main" id="{94359E4A-0AA0-45AD-A529-3558DF1C303F}"/>
              </a:ext>
            </a:extLst>
          </p:cNvPr>
          <p:cNvSpPr txBox="1"/>
          <p:nvPr/>
        </p:nvSpPr>
        <p:spPr>
          <a:xfrm rot="1147766">
            <a:off x="7094914" y="1035308"/>
            <a:ext cx="8890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1+4=5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3" name="矩形: 圆角 712">
            <a:extLst>
              <a:ext uri="{FF2B5EF4-FFF2-40B4-BE49-F238E27FC236}">
                <a16:creationId xmlns:a16="http://schemas.microsoft.com/office/drawing/2014/main" id="{CAFCC101-2CC0-43CB-9913-BD080A186A04}"/>
              </a:ext>
            </a:extLst>
          </p:cNvPr>
          <p:cNvSpPr/>
          <p:nvPr/>
        </p:nvSpPr>
        <p:spPr>
          <a:xfrm>
            <a:off x="6022674" y="1799985"/>
            <a:ext cx="2246217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14" name="图形 713">
            <a:extLst>
              <a:ext uri="{FF2B5EF4-FFF2-40B4-BE49-F238E27FC236}">
                <a16:creationId xmlns:a16="http://schemas.microsoft.com/office/drawing/2014/main" id="{3F58F3FD-1692-4456-A6C7-305B4FA74C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5796" y="2439011"/>
            <a:ext cx="460789" cy="460789"/>
          </a:xfrm>
          <a:prstGeom prst="rect">
            <a:avLst/>
          </a:prstGeom>
        </p:spPr>
      </p:pic>
      <p:pic>
        <p:nvPicPr>
          <p:cNvPr id="715" name="图形 714">
            <a:extLst>
              <a:ext uri="{FF2B5EF4-FFF2-40B4-BE49-F238E27FC236}">
                <a16:creationId xmlns:a16="http://schemas.microsoft.com/office/drawing/2014/main" id="{98F4A58E-0327-4AC2-849E-2E719F8549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88582" y="2442569"/>
            <a:ext cx="430225" cy="430225"/>
          </a:xfrm>
          <a:prstGeom prst="rect">
            <a:avLst/>
          </a:prstGeom>
        </p:spPr>
      </p:pic>
      <p:cxnSp>
        <p:nvCxnSpPr>
          <p:cNvPr id="716" name="直接连接符 715">
            <a:extLst>
              <a:ext uri="{FF2B5EF4-FFF2-40B4-BE49-F238E27FC236}">
                <a16:creationId xmlns:a16="http://schemas.microsoft.com/office/drawing/2014/main" id="{3C780878-C891-4764-A16F-BBB3C94C6A27}"/>
              </a:ext>
            </a:extLst>
          </p:cNvPr>
          <p:cNvCxnSpPr>
            <a:cxnSpLocks/>
          </p:cNvCxnSpPr>
          <p:nvPr/>
        </p:nvCxnSpPr>
        <p:spPr>
          <a:xfrm flipH="1">
            <a:off x="6228453" y="2215780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7" name="直接连接符 716">
            <a:extLst>
              <a:ext uri="{FF2B5EF4-FFF2-40B4-BE49-F238E27FC236}">
                <a16:creationId xmlns:a16="http://schemas.microsoft.com/office/drawing/2014/main" id="{8B9876A9-31DB-48C8-B5D0-FA79A0B10774}"/>
              </a:ext>
            </a:extLst>
          </p:cNvPr>
          <p:cNvCxnSpPr>
            <a:cxnSpLocks/>
          </p:cNvCxnSpPr>
          <p:nvPr/>
        </p:nvCxnSpPr>
        <p:spPr>
          <a:xfrm>
            <a:off x="6374278" y="2229256"/>
            <a:ext cx="656553" cy="314898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8" name="直接连接符 717">
            <a:extLst>
              <a:ext uri="{FF2B5EF4-FFF2-40B4-BE49-F238E27FC236}">
                <a16:creationId xmlns:a16="http://schemas.microsoft.com/office/drawing/2014/main" id="{898E610B-1D75-4809-B853-3E255DB3AB06}"/>
              </a:ext>
            </a:extLst>
          </p:cNvPr>
          <p:cNvCxnSpPr>
            <a:cxnSpLocks/>
          </p:cNvCxnSpPr>
          <p:nvPr/>
        </p:nvCxnSpPr>
        <p:spPr>
          <a:xfrm flipH="1">
            <a:off x="7060170" y="2226363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9" name="直接连接符 718">
            <a:extLst>
              <a:ext uri="{FF2B5EF4-FFF2-40B4-BE49-F238E27FC236}">
                <a16:creationId xmlns:a16="http://schemas.microsoft.com/office/drawing/2014/main" id="{2D68386E-06CF-435F-93E1-40D8ACA945BB}"/>
              </a:ext>
            </a:extLst>
          </p:cNvPr>
          <p:cNvCxnSpPr>
            <a:cxnSpLocks/>
          </p:cNvCxnSpPr>
          <p:nvPr/>
        </p:nvCxnSpPr>
        <p:spPr>
          <a:xfrm>
            <a:off x="7075535" y="2227671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0" name="直接连接符 719">
            <a:extLst>
              <a:ext uri="{FF2B5EF4-FFF2-40B4-BE49-F238E27FC236}">
                <a16:creationId xmlns:a16="http://schemas.microsoft.com/office/drawing/2014/main" id="{B993CFFF-8700-4963-8BF0-4B99C2AE02F4}"/>
              </a:ext>
            </a:extLst>
          </p:cNvPr>
          <p:cNvCxnSpPr>
            <a:cxnSpLocks/>
          </p:cNvCxnSpPr>
          <p:nvPr/>
        </p:nvCxnSpPr>
        <p:spPr>
          <a:xfrm>
            <a:off x="7728442" y="2225943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1" name="文本框 720">
                <a:extLst>
                  <a:ext uri="{FF2B5EF4-FFF2-40B4-BE49-F238E27FC236}">
                    <a16:creationId xmlns:a16="http://schemas.microsoft.com/office/drawing/2014/main" id="{E7DA9567-0B31-4EAA-A7AE-40E574D2F5D7}"/>
                  </a:ext>
                </a:extLst>
              </p:cNvPr>
              <p:cNvSpPr txBox="1"/>
              <p:nvPr/>
            </p:nvSpPr>
            <p:spPr>
              <a:xfrm>
                <a:off x="7850213" y="1774332"/>
                <a:ext cx="315383" cy="318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21" name="文本框 720">
                <a:extLst>
                  <a:ext uri="{FF2B5EF4-FFF2-40B4-BE49-F238E27FC236}">
                    <a16:creationId xmlns:a16="http://schemas.microsoft.com/office/drawing/2014/main" id="{E7DA9567-0B31-4EAA-A7AE-40E574D2F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213" y="1774332"/>
                <a:ext cx="315383" cy="318613"/>
              </a:xfrm>
              <a:prstGeom prst="rect">
                <a:avLst/>
              </a:prstGeom>
              <a:blipFill>
                <a:blip r:embed="rId39"/>
                <a:stretch>
                  <a:fillRect r="-4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22" name="图形 721">
            <a:extLst>
              <a:ext uri="{FF2B5EF4-FFF2-40B4-BE49-F238E27FC236}">
                <a16:creationId xmlns:a16="http://schemas.microsoft.com/office/drawing/2014/main" id="{15C8BAB5-8588-43D5-BCB5-F9FF061ECE5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199049" y="1850718"/>
            <a:ext cx="359938" cy="359938"/>
          </a:xfrm>
          <a:prstGeom prst="rect">
            <a:avLst/>
          </a:prstGeom>
        </p:spPr>
      </p:pic>
      <p:pic>
        <p:nvPicPr>
          <p:cNvPr id="723" name="图形 722">
            <a:extLst>
              <a:ext uri="{FF2B5EF4-FFF2-40B4-BE49-F238E27FC236}">
                <a16:creationId xmlns:a16="http://schemas.microsoft.com/office/drawing/2014/main" id="{0F86E8C6-25AA-42D9-A59C-A9AB47009CC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897307" y="1851460"/>
            <a:ext cx="357763" cy="357763"/>
          </a:xfrm>
          <a:prstGeom prst="rect">
            <a:avLst/>
          </a:prstGeom>
        </p:spPr>
      </p:pic>
      <p:pic>
        <p:nvPicPr>
          <p:cNvPr id="724" name="图形 723">
            <a:extLst>
              <a:ext uri="{FF2B5EF4-FFF2-40B4-BE49-F238E27FC236}">
                <a16:creationId xmlns:a16="http://schemas.microsoft.com/office/drawing/2014/main" id="{D61C6D79-D969-4543-A646-F679D892142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505619" y="1850401"/>
            <a:ext cx="365379" cy="365379"/>
          </a:xfrm>
          <a:prstGeom prst="rect">
            <a:avLst/>
          </a:prstGeom>
        </p:spPr>
      </p:pic>
      <p:pic>
        <p:nvPicPr>
          <p:cNvPr id="725" name="图形 724">
            <a:extLst>
              <a:ext uri="{FF2B5EF4-FFF2-40B4-BE49-F238E27FC236}">
                <a16:creationId xmlns:a16="http://schemas.microsoft.com/office/drawing/2014/main" id="{ED964015-596A-423E-BA8A-74044FA85FA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054263" y="2440454"/>
            <a:ext cx="369944" cy="369944"/>
          </a:xfrm>
          <a:prstGeom prst="rect">
            <a:avLst/>
          </a:prstGeom>
        </p:spPr>
      </p:pic>
      <p:pic>
        <p:nvPicPr>
          <p:cNvPr id="726" name="图形 725">
            <a:extLst>
              <a:ext uri="{FF2B5EF4-FFF2-40B4-BE49-F238E27FC236}">
                <a16:creationId xmlns:a16="http://schemas.microsoft.com/office/drawing/2014/main" id="{F57DDEAB-9853-4073-9ACA-3A09302E63D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477253" y="2468130"/>
            <a:ext cx="341725" cy="341725"/>
          </a:xfrm>
          <a:prstGeom prst="rect">
            <a:avLst/>
          </a:prstGeom>
        </p:spPr>
      </p:pic>
      <p:pic>
        <p:nvPicPr>
          <p:cNvPr id="727" name="图形 726">
            <a:extLst>
              <a:ext uri="{FF2B5EF4-FFF2-40B4-BE49-F238E27FC236}">
                <a16:creationId xmlns:a16="http://schemas.microsoft.com/office/drawing/2014/main" id="{50661C9A-6F8B-42C5-B144-5B84E2FAA4A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767633" y="2492877"/>
            <a:ext cx="329461" cy="329461"/>
          </a:xfrm>
          <a:prstGeom prst="rect">
            <a:avLst/>
          </a:prstGeom>
        </p:spPr>
      </p:pic>
      <p:sp>
        <p:nvSpPr>
          <p:cNvPr id="728" name="文本框 727">
            <a:extLst>
              <a:ext uri="{FF2B5EF4-FFF2-40B4-BE49-F238E27FC236}">
                <a16:creationId xmlns:a16="http://schemas.microsoft.com/office/drawing/2014/main" id="{5A1E721C-BF1D-4FCB-BB51-C11D1AB5532A}"/>
              </a:ext>
            </a:extLst>
          </p:cNvPr>
          <p:cNvSpPr txBox="1"/>
          <p:nvPr/>
        </p:nvSpPr>
        <p:spPr>
          <a:xfrm rot="18187159">
            <a:off x="5912879" y="2229483"/>
            <a:ext cx="5736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9" name="文本框 728">
            <a:extLst>
              <a:ext uri="{FF2B5EF4-FFF2-40B4-BE49-F238E27FC236}">
                <a16:creationId xmlns:a16="http://schemas.microsoft.com/office/drawing/2014/main" id="{E9500C45-DF02-4352-96CE-98E385F9DE0F}"/>
              </a:ext>
            </a:extLst>
          </p:cNvPr>
          <p:cNvSpPr txBox="1"/>
          <p:nvPr/>
        </p:nvSpPr>
        <p:spPr>
          <a:xfrm rot="1535018">
            <a:off x="6338213" y="2190372"/>
            <a:ext cx="74823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0" name="文本框 729">
            <a:extLst>
              <a:ext uri="{FF2B5EF4-FFF2-40B4-BE49-F238E27FC236}">
                <a16:creationId xmlns:a16="http://schemas.microsoft.com/office/drawing/2014/main" id="{A1723BB3-E13E-47A1-882A-7FFECA9A188D}"/>
              </a:ext>
            </a:extLst>
          </p:cNvPr>
          <p:cNvSpPr txBox="1"/>
          <p:nvPr/>
        </p:nvSpPr>
        <p:spPr>
          <a:xfrm rot="5400000">
            <a:off x="6689419" y="2318863"/>
            <a:ext cx="62789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2+4=6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2" name="文本框 731">
            <a:extLst>
              <a:ext uri="{FF2B5EF4-FFF2-40B4-BE49-F238E27FC236}">
                <a16:creationId xmlns:a16="http://schemas.microsoft.com/office/drawing/2014/main" id="{D05D4EA1-1AF1-40FC-83E9-4052556AE311}"/>
              </a:ext>
            </a:extLst>
          </p:cNvPr>
          <p:cNvSpPr txBox="1"/>
          <p:nvPr/>
        </p:nvSpPr>
        <p:spPr>
          <a:xfrm>
            <a:off x="7338769" y="2175466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4" name="矩形: 圆角 733">
            <a:extLst>
              <a:ext uri="{FF2B5EF4-FFF2-40B4-BE49-F238E27FC236}">
                <a16:creationId xmlns:a16="http://schemas.microsoft.com/office/drawing/2014/main" id="{EA278693-20AF-46E9-8588-C0E971DB1C9A}"/>
              </a:ext>
            </a:extLst>
          </p:cNvPr>
          <p:cNvSpPr/>
          <p:nvPr/>
        </p:nvSpPr>
        <p:spPr>
          <a:xfrm>
            <a:off x="6028302" y="2981544"/>
            <a:ext cx="2249071" cy="1085039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35" name="图形 734">
            <a:extLst>
              <a:ext uri="{FF2B5EF4-FFF2-40B4-BE49-F238E27FC236}">
                <a16:creationId xmlns:a16="http://schemas.microsoft.com/office/drawing/2014/main" id="{5FFEA025-80D1-4FFB-B31D-E52C43B062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9231" y="3626111"/>
            <a:ext cx="460789" cy="460789"/>
          </a:xfrm>
          <a:prstGeom prst="rect">
            <a:avLst/>
          </a:prstGeom>
        </p:spPr>
      </p:pic>
      <p:pic>
        <p:nvPicPr>
          <p:cNvPr id="736" name="图形 735">
            <a:extLst>
              <a:ext uri="{FF2B5EF4-FFF2-40B4-BE49-F238E27FC236}">
                <a16:creationId xmlns:a16="http://schemas.microsoft.com/office/drawing/2014/main" id="{40948C61-6877-4A07-80A2-98B60B958F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89554" y="3651243"/>
            <a:ext cx="430225" cy="430225"/>
          </a:xfrm>
          <a:prstGeom prst="rect">
            <a:avLst/>
          </a:prstGeom>
        </p:spPr>
      </p:pic>
      <p:cxnSp>
        <p:nvCxnSpPr>
          <p:cNvPr id="737" name="直接连接符 736">
            <a:extLst>
              <a:ext uri="{FF2B5EF4-FFF2-40B4-BE49-F238E27FC236}">
                <a16:creationId xmlns:a16="http://schemas.microsoft.com/office/drawing/2014/main" id="{613A8C63-5728-4460-A5B5-8EBA84DE49A7}"/>
              </a:ext>
            </a:extLst>
          </p:cNvPr>
          <p:cNvCxnSpPr>
            <a:cxnSpLocks/>
          </p:cNvCxnSpPr>
          <p:nvPr/>
        </p:nvCxnSpPr>
        <p:spPr>
          <a:xfrm flipH="1">
            <a:off x="6234081" y="3406522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8" name="直接连接符 737">
            <a:extLst>
              <a:ext uri="{FF2B5EF4-FFF2-40B4-BE49-F238E27FC236}">
                <a16:creationId xmlns:a16="http://schemas.microsoft.com/office/drawing/2014/main" id="{532B3A5A-4AFF-4C03-846D-2C583E3FDB64}"/>
              </a:ext>
            </a:extLst>
          </p:cNvPr>
          <p:cNvCxnSpPr>
            <a:cxnSpLocks/>
          </p:cNvCxnSpPr>
          <p:nvPr/>
        </p:nvCxnSpPr>
        <p:spPr>
          <a:xfrm>
            <a:off x="6376375" y="3390485"/>
            <a:ext cx="290401" cy="27561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9" name="直接连接符 738">
            <a:extLst>
              <a:ext uri="{FF2B5EF4-FFF2-40B4-BE49-F238E27FC236}">
                <a16:creationId xmlns:a16="http://schemas.microsoft.com/office/drawing/2014/main" id="{CC702980-1E8E-4A2B-89DC-C2A7232CA2E3}"/>
              </a:ext>
            </a:extLst>
          </p:cNvPr>
          <p:cNvCxnSpPr>
            <a:cxnSpLocks/>
          </p:cNvCxnSpPr>
          <p:nvPr/>
        </p:nvCxnSpPr>
        <p:spPr>
          <a:xfrm>
            <a:off x="7072818" y="3407922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0" name="直接连接符 739">
            <a:extLst>
              <a:ext uri="{FF2B5EF4-FFF2-40B4-BE49-F238E27FC236}">
                <a16:creationId xmlns:a16="http://schemas.microsoft.com/office/drawing/2014/main" id="{E3CE9461-A952-4EE2-852F-451229E7DBB7}"/>
              </a:ext>
            </a:extLst>
          </p:cNvPr>
          <p:cNvCxnSpPr>
            <a:cxnSpLocks/>
          </p:cNvCxnSpPr>
          <p:nvPr/>
        </p:nvCxnSpPr>
        <p:spPr>
          <a:xfrm>
            <a:off x="7081163" y="3409230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1" name="文本框 740">
                <a:extLst>
                  <a:ext uri="{FF2B5EF4-FFF2-40B4-BE49-F238E27FC236}">
                    <a16:creationId xmlns:a16="http://schemas.microsoft.com/office/drawing/2014/main" id="{1CF64EB3-454E-49BF-8370-BFC42DE2BC77}"/>
                  </a:ext>
                </a:extLst>
              </p:cNvPr>
              <p:cNvSpPr txBox="1"/>
              <p:nvPr/>
            </p:nvSpPr>
            <p:spPr>
              <a:xfrm>
                <a:off x="7835818" y="2954066"/>
                <a:ext cx="315383" cy="318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41" name="文本框 740">
                <a:extLst>
                  <a:ext uri="{FF2B5EF4-FFF2-40B4-BE49-F238E27FC236}">
                    <a16:creationId xmlns:a16="http://schemas.microsoft.com/office/drawing/2014/main" id="{1CF64EB3-454E-49BF-8370-BFC42DE2B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5818" y="2954066"/>
                <a:ext cx="315383" cy="318613"/>
              </a:xfrm>
              <a:prstGeom prst="rect">
                <a:avLst/>
              </a:prstGeom>
              <a:blipFill>
                <a:blip r:embed="rId40"/>
                <a:stretch>
                  <a:fillRect r="-48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42" name="图形 741">
            <a:extLst>
              <a:ext uri="{FF2B5EF4-FFF2-40B4-BE49-F238E27FC236}">
                <a16:creationId xmlns:a16="http://schemas.microsoft.com/office/drawing/2014/main" id="{F8CC40D6-ECE6-4282-A5EE-604F00D9BA5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200654" y="3016688"/>
            <a:ext cx="359938" cy="359938"/>
          </a:xfrm>
          <a:prstGeom prst="rect">
            <a:avLst/>
          </a:prstGeom>
        </p:spPr>
      </p:pic>
      <p:pic>
        <p:nvPicPr>
          <p:cNvPr id="743" name="图形 742">
            <a:extLst>
              <a:ext uri="{FF2B5EF4-FFF2-40B4-BE49-F238E27FC236}">
                <a16:creationId xmlns:a16="http://schemas.microsoft.com/office/drawing/2014/main" id="{29961053-E490-488C-8EE5-1042737DC99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896881" y="3020905"/>
            <a:ext cx="357763" cy="357763"/>
          </a:xfrm>
          <a:prstGeom prst="rect">
            <a:avLst/>
          </a:prstGeom>
        </p:spPr>
      </p:pic>
      <p:pic>
        <p:nvPicPr>
          <p:cNvPr id="744" name="图形 743">
            <a:extLst>
              <a:ext uri="{FF2B5EF4-FFF2-40B4-BE49-F238E27FC236}">
                <a16:creationId xmlns:a16="http://schemas.microsoft.com/office/drawing/2014/main" id="{970A9933-15AE-4326-9E88-919656C3C03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074901" y="3627149"/>
            <a:ext cx="369944" cy="369944"/>
          </a:xfrm>
          <a:prstGeom prst="rect">
            <a:avLst/>
          </a:prstGeom>
        </p:spPr>
      </p:pic>
      <p:pic>
        <p:nvPicPr>
          <p:cNvPr id="745" name="图形 744">
            <a:extLst>
              <a:ext uri="{FF2B5EF4-FFF2-40B4-BE49-F238E27FC236}">
                <a16:creationId xmlns:a16="http://schemas.microsoft.com/office/drawing/2014/main" id="{14636A1B-B99D-404A-B082-70B185E0401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497891" y="3654825"/>
            <a:ext cx="341725" cy="341725"/>
          </a:xfrm>
          <a:prstGeom prst="rect">
            <a:avLst/>
          </a:prstGeom>
        </p:spPr>
      </p:pic>
      <p:pic>
        <p:nvPicPr>
          <p:cNvPr id="746" name="图形 745">
            <a:extLst>
              <a:ext uri="{FF2B5EF4-FFF2-40B4-BE49-F238E27FC236}">
                <a16:creationId xmlns:a16="http://schemas.microsoft.com/office/drawing/2014/main" id="{FE767AF1-50AA-4635-8BC2-4362770291D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788271" y="3679572"/>
            <a:ext cx="329461" cy="329461"/>
          </a:xfrm>
          <a:prstGeom prst="rect">
            <a:avLst/>
          </a:prstGeom>
        </p:spPr>
      </p:pic>
      <p:pic>
        <p:nvPicPr>
          <p:cNvPr id="747" name="图形 746">
            <a:extLst>
              <a:ext uri="{FF2B5EF4-FFF2-40B4-BE49-F238E27FC236}">
                <a16:creationId xmlns:a16="http://schemas.microsoft.com/office/drawing/2014/main" id="{E4BEF44A-AF5A-4F11-ACF2-D21D0029175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500752" y="3020009"/>
            <a:ext cx="365379" cy="365379"/>
          </a:xfrm>
          <a:prstGeom prst="rect">
            <a:avLst/>
          </a:prstGeom>
        </p:spPr>
      </p:pic>
      <p:sp>
        <p:nvSpPr>
          <p:cNvPr id="748" name="文本框 747">
            <a:extLst>
              <a:ext uri="{FF2B5EF4-FFF2-40B4-BE49-F238E27FC236}">
                <a16:creationId xmlns:a16="http://schemas.microsoft.com/office/drawing/2014/main" id="{8280C211-28A8-4C7A-95B2-E689AD0F205A}"/>
              </a:ext>
            </a:extLst>
          </p:cNvPr>
          <p:cNvSpPr txBox="1"/>
          <p:nvPr/>
        </p:nvSpPr>
        <p:spPr>
          <a:xfrm rot="17941028">
            <a:off x="5915435" y="3423083"/>
            <a:ext cx="60714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1+6=7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9" name="文本框 748">
            <a:extLst>
              <a:ext uri="{FF2B5EF4-FFF2-40B4-BE49-F238E27FC236}">
                <a16:creationId xmlns:a16="http://schemas.microsoft.com/office/drawing/2014/main" id="{893D8E74-7BC7-49F4-AF83-E0B0CFD9FF26}"/>
              </a:ext>
            </a:extLst>
          </p:cNvPr>
          <p:cNvSpPr txBox="1"/>
          <p:nvPr/>
        </p:nvSpPr>
        <p:spPr>
          <a:xfrm rot="2377545">
            <a:off x="6458530" y="3411824"/>
            <a:ext cx="35165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0" name="文本框 749">
            <a:extLst>
              <a:ext uri="{FF2B5EF4-FFF2-40B4-BE49-F238E27FC236}">
                <a16:creationId xmlns:a16="http://schemas.microsoft.com/office/drawing/2014/main" id="{A586C8E2-24CB-43CC-B486-35910A44BE82}"/>
              </a:ext>
            </a:extLst>
          </p:cNvPr>
          <p:cNvSpPr txBox="1"/>
          <p:nvPr/>
        </p:nvSpPr>
        <p:spPr>
          <a:xfrm rot="2596385">
            <a:off x="6889629" y="3503464"/>
            <a:ext cx="63527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1+4=5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1" name="文本框 750">
            <a:extLst>
              <a:ext uri="{FF2B5EF4-FFF2-40B4-BE49-F238E27FC236}">
                <a16:creationId xmlns:a16="http://schemas.microsoft.com/office/drawing/2014/main" id="{DBAC1E92-44A7-4C2C-8F4F-2F4D8044C7BE}"/>
              </a:ext>
            </a:extLst>
          </p:cNvPr>
          <p:cNvSpPr txBox="1"/>
          <p:nvPr/>
        </p:nvSpPr>
        <p:spPr>
          <a:xfrm>
            <a:off x="7400722" y="3355343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2" name="文本框 751">
                <a:extLst>
                  <a:ext uri="{FF2B5EF4-FFF2-40B4-BE49-F238E27FC236}">
                    <a16:creationId xmlns:a16="http://schemas.microsoft.com/office/drawing/2014/main" id="{69C282AF-89EE-4109-ABD8-02A8557C0F21}"/>
                  </a:ext>
                </a:extLst>
              </p:cNvPr>
              <p:cNvSpPr txBox="1"/>
              <p:nvPr/>
            </p:nvSpPr>
            <p:spPr>
              <a:xfrm>
                <a:off x="2733801" y="4020391"/>
                <a:ext cx="2758186" cy="311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𝒊𝒏𝒕𝒓𝒂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𝒌</m:t>
                          </m:r>
                        </m:sup>
                      </m:sSub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altLang="zh-CN" sz="1200" b="1" i="1" dirty="0" smtClean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Co</m:t>
                          </m:r>
                          <m:r>
                            <m:rPr>
                              <m:nor/>
                            </m:rPr>
                            <a:rPr lang="en-US" altLang="zh-CN" sz="1200" b="1" i="1" dirty="0" smtClean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CN" sz="1200" b="1" i="1" dirty="0" smtClean="0">
                              <a:latin typeface="Times New Roman" panose="020206030504050203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Intereaction</m:t>
                          </m:r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52" name="文本框 751">
                <a:extLst>
                  <a:ext uri="{FF2B5EF4-FFF2-40B4-BE49-F238E27FC236}">
                    <a16:creationId xmlns:a16="http://schemas.microsoft.com/office/drawing/2014/main" id="{69C282AF-89EE-4109-ABD8-02A8557C0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801" y="4020391"/>
                <a:ext cx="2758186" cy="31156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6" name="矩形: 圆角 785">
            <a:extLst>
              <a:ext uri="{FF2B5EF4-FFF2-40B4-BE49-F238E27FC236}">
                <a16:creationId xmlns:a16="http://schemas.microsoft.com/office/drawing/2014/main" id="{359F0392-223E-4E1D-96DE-7EF5C6FCE575}"/>
              </a:ext>
            </a:extLst>
          </p:cNvPr>
          <p:cNvSpPr/>
          <p:nvPr/>
        </p:nvSpPr>
        <p:spPr>
          <a:xfrm>
            <a:off x="5944869" y="4449159"/>
            <a:ext cx="2412121" cy="1442983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87" name="矩形: 圆角 786">
            <a:extLst>
              <a:ext uri="{FF2B5EF4-FFF2-40B4-BE49-F238E27FC236}">
                <a16:creationId xmlns:a16="http://schemas.microsoft.com/office/drawing/2014/main" id="{7FF18FB7-9F2E-4EC2-9D2D-7B287BF2EBB2}"/>
              </a:ext>
            </a:extLst>
          </p:cNvPr>
          <p:cNvSpPr/>
          <p:nvPr/>
        </p:nvSpPr>
        <p:spPr>
          <a:xfrm>
            <a:off x="6044414" y="4523243"/>
            <a:ext cx="2240191" cy="602421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88" name="矩形: 圆角 787">
            <a:extLst>
              <a:ext uri="{FF2B5EF4-FFF2-40B4-BE49-F238E27FC236}">
                <a16:creationId xmlns:a16="http://schemas.microsoft.com/office/drawing/2014/main" id="{5BB617E3-EB8E-4960-AE3C-133075C40165}"/>
              </a:ext>
            </a:extLst>
          </p:cNvPr>
          <p:cNvSpPr/>
          <p:nvPr/>
        </p:nvSpPr>
        <p:spPr>
          <a:xfrm>
            <a:off x="6044414" y="5219557"/>
            <a:ext cx="2240191" cy="599218"/>
          </a:xfrm>
          <a:prstGeom prst="roundRect">
            <a:avLst>
              <a:gd name="adj" fmla="val 3512"/>
            </a:avLst>
          </a:prstGeom>
          <a:solidFill>
            <a:srgbClr val="FEF1E9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89" name="直接连接符 788">
            <a:extLst>
              <a:ext uri="{FF2B5EF4-FFF2-40B4-BE49-F238E27FC236}">
                <a16:creationId xmlns:a16="http://schemas.microsoft.com/office/drawing/2014/main" id="{F1B8EB60-49D0-405D-9CF7-39356F0D2A74}"/>
              </a:ext>
            </a:extLst>
          </p:cNvPr>
          <p:cNvCxnSpPr>
            <a:cxnSpLocks/>
          </p:cNvCxnSpPr>
          <p:nvPr/>
        </p:nvCxnSpPr>
        <p:spPr>
          <a:xfrm>
            <a:off x="6579090" y="4805027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90" name="图形 789">
            <a:extLst>
              <a:ext uri="{FF2B5EF4-FFF2-40B4-BE49-F238E27FC236}">
                <a16:creationId xmlns:a16="http://schemas.microsoft.com/office/drawing/2014/main" id="{4245AAEF-6AA4-4909-AB4E-0CA1D5E31A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0053" y="5280473"/>
            <a:ext cx="460789" cy="460789"/>
          </a:xfrm>
          <a:prstGeom prst="rect">
            <a:avLst/>
          </a:prstGeom>
        </p:spPr>
      </p:pic>
      <p:pic>
        <p:nvPicPr>
          <p:cNvPr id="791" name="图形 790">
            <a:extLst>
              <a:ext uri="{FF2B5EF4-FFF2-40B4-BE49-F238E27FC236}">
                <a16:creationId xmlns:a16="http://schemas.microsoft.com/office/drawing/2014/main" id="{805E87F8-E79A-46AC-9925-F2E91C3BB2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81761" y="5288420"/>
            <a:ext cx="430225" cy="430225"/>
          </a:xfrm>
          <a:prstGeom prst="rect">
            <a:avLst/>
          </a:prstGeom>
        </p:spPr>
      </p:pic>
      <p:cxnSp>
        <p:nvCxnSpPr>
          <p:cNvPr id="792" name="直接连接符 791">
            <a:extLst>
              <a:ext uri="{FF2B5EF4-FFF2-40B4-BE49-F238E27FC236}">
                <a16:creationId xmlns:a16="http://schemas.microsoft.com/office/drawing/2014/main" id="{4B00BF81-B891-4FD3-B2B1-797DBC9E710E}"/>
              </a:ext>
            </a:extLst>
          </p:cNvPr>
          <p:cNvCxnSpPr>
            <a:cxnSpLocks/>
          </p:cNvCxnSpPr>
          <p:nvPr/>
        </p:nvCxnSpPr>
        <p:spPr>
          <a:xfrm>
            <a:off x="6337832" y="5532153"/>
            <a:ext cx="158775" cy="1287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3" name="直接连接符 792">
            <a:extLst>
              <a:ext uri="{FF2B5EF4-FFF2-40B4-BE49-F238E27FC236}">
                <a16:creationId xmlns:a16="http://schemas.microsoft.com/office/drawing/2014/main" id="{4A94DC74-ED9A-4297-8C9B-82BDEC7A30DA}"/>
              </a:ext>
            </a:extLst>
          </p:cNvPr>
          <p:cNvCxnSpPr>
            <a:cxnSpLocks/>
          </p:cNvCxnSpPr>
          <p:nvPr/>
        </p:nvCxnSpPr>
        <p:spPr>
          <a:xfrm>
            <a:off x="6778555" y="5533440"/>
            <a:ext cx="189930" cy="0"/>
          </a:xfrm>
          <a:prstGeom prst="line">
            <a:avLst/>
          </a:prstGeom>
          <a:ln>
            <a:solidFill>
              <a:srgbClr val="674598"/>
            </a:solidFill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4" name="直接连接符 793">
            <a:extLst>
              <a:ext uri="{FF2B5EF4-FFF2-40B4-BE49-F238E27FC236}">
                <a16:creationId xmlns:a16="http://schemas.microsoft.com/office/drawing/2014/main" id="{E789FAD8-AC44-4971-BE8B-87245E103777}"/>
              </a:ext>
            </a:extLst>
          </p:cNvPr>
          <p:cNvCxnSpPr>
            <a:cxnSpLocks/>
          </p:cNvCxnSpPr>
          <p:nvPr/>
        </p:nvCxnSpPr>
        <p:spPr>
          <a:xfrm>
            <a:off x="7622585" y="5531148"/>
            <a:ext cx="211713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5" name="文本框 794">
                <a:extLst>
                  <a:ext uri="{FF2B5EF4-FFF2-40B4-BE49-F238E27FC236}">
                    <a16:creationId xmlns:a16="http://schemas.microsoft.com/office/drawing/2014/main" id="{68583DE0-54D8-4AB4-85F9-6512321E558D}"/>
                  </a:ext>
                </a:extLst>
              </p:cNvPr>
              <p:cNvSpPr txBox="1"/>
              <p:nvPr/>
            </p:nvSpPr>
            <p:spPr>
              <a:xfrm>
                <a:off x="7942749" y="4489239"/>
                <a:ext cx="315383" cy="3005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 xmlns="">
          <p:sp>
            <p:nvSpPr>
              <p:cNvPr id="795" name="文本框 794">
                <a:extLst>
                  <a:ext uri="{FF2B5EF4-FFF2-40B4-BE49-F238E27FC236}">
                    <a16:creationId xmlns:a16="http://schemas.microsoft.com/office/drawing/2014/main" id="{68583DE0-54D8-4AB4-85F9-6512321E5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2749" y="4489239"/>
                <a:ext cx="315383" cy="300595"/>
              </a:xfrm>
              <a:prstGeom prst="rect">
                <a:avLst/>
              </a:prstGeom>
              <a:blipFill>
                <a:blip r:embed="rId42"/>
                <a:stretch>
                  <a:fillRect r="-17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97" name="图形 796">
            <a:extLst>
              <a:ext uri="{FF2B5EF4-FFF2-40B4-BE49-F238E27FC236}">
                <a16:creationId xmlns:a16="http://schemas.microsoft.com/office/drawing/2014/main" id="{0093E3E8-7DCA-40D4-839C-0CB7637B796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216260" y="4623827"/>
            <a:ext cx="359938" cy="359938"/>
          </a:xfrm>
          <a:prstGeom prst="rect">
            <a:avLst/>
          </a:prstGeom>
        </p:spPr>
      </p:pic>
      <p:pic>
        <p:nvPicPr>
          <p:cNvPr id="798" name="图形 797">
            <a:extLst>
              <a:ext uri="{FF2B5EF4-FFF2-40B4-BE49-F238E27FC236}">
                <a16:creationId xmlns:a16="http://schemas.microsoft.com/office/drawing/2014/main" id="{3B84BD22-BD17-451D-B06E-588089AB34F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08608" y="4623242"/>
            <a:ext cx="357763" cy="357763"/>
          </a:xfrm>
          <a:prstGeom prst="rect">
            <a:avLst/>
          </a:prstGeom>
        </p:spPr>
      </p:pic>
      <p:pic>
        <p:nvPicPr>
          <p:cNvPr id="799" name="图形 798">
            <a:extLst>
              <a:ext uri="{FF2B5EF4-FFF2-40B4-BE49-F238E27FC236}">
                <a16:creationId xmlns:a16="http://schemas.microsoft.com/office/drawing/2014/main" id="{537B2943-DB79-4A6F-84BB-9C5AA0D283A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550351" y="4627630"/>
            <a:ext cx="365379" cy="365379"/>
          </a:xfrm>
          <a:prstGeom prst="rect">
            <a:avLst/>
          </a:prstGeom>
        </p:spPr>
      </p:pic>
      <p:pic>
        <p:nvPicPr>
          <p:cNvPr id="800" name="图形 799">
            <a:extLst>
              <a:ext uri="{FF2B5EF4-FFF2-40B4-BE49-F238E27FC236}">
                <a16:creationId xmlns:a16="http://schemas.microsoft.com/office/drawing/2014/main" id="{71A55DF3-653B-4148-81E0-AA20E9BFA3C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039558" y="5340759"/>
            <a:ext cx="369944" cy="369944"/>
          </a:xfrm>
          <a:prstGeom prst="rect">
            <a:avLst/>
          </a:prstGeom>
        </p:spPr>
      </p:pic>
      <p:pic>
        <p:nvPicPr>
          <p:cNvPr id="801" name="图形 800">
            <a:extLst>
              <a:ext uri="{FF2B5EF4-FFF2-40B4-BE49-F238E27FC236}">
                <a16:creationId xmlns:a16="http://schemas.microsoft.com/office/drawing/2014/main" id="{5C4C5D78-D98F-4F8C-B0C9-2A26A58C52C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466992" y="5348303"/>
            <a:ext cx="341725" cy="341725"/>
          </a:xfrm>
          <a:prstGeom prst="rect">
            <a:avLst/>
          </a:prstGeom>
        </p:spPr>
      </p:pic>
      <p:pic>
        <p:nvPicPr>
          <p:cNvPr id="802" name="图形 801">
            <a:extLst>
              <a:ext uri="{FF2B5EF4-FFF2-40B4-BE49-F238E27FC236}">
                <a16:creationId xmlns:a16="http://schemas.microsoft.com/office/drawing/2014/main" id="{EFE581C4-1A28-4239-A24A-449988D1D85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804124" y="5351184"/>
            <a:ext cx="329461" cy="329461"/>
          </a:xfrm>
          <a:prstGeom prst="rect">
            <a:avLst/>
          </a:prstGeom>
        </p:spPr>
      </p:pic>
      <p:cxnSp>
        <p:nvCxnSpPr>
          <p:cNvPr id="201" name="连接符: 肘形 200">
            <a:extLst>
              <a:ext uri="{FF2B5EF4-FFF2-40B4-BE49-F238E27FC236}">
                <a16:creationId xmlns:a16="http://schemas.microsoft.com/office/drawing/2014/main" id="{CE20C8E1-3ED2-49F1-884B-0190F5F8D4FF}"/>
              </a:ext>
            </a:extLst>
          </p:cNvPr>
          <p:cNvCxnSpPr>
            <a:cxnSpLocks/>
            <a:endCxn id="786" idx="2"/>
          </p:cNvCxnSpPr>
          <p:nvPr/>
        </p:nvCxnSpPr>
        <p:spPr>
          <a:xfrm>
            <a:off x="2285621" y="5686425"/>
            <a:ext cx="4865309" cy="205717"/>
          </a:xfrm>
          <a:prstGeom prst="bentConnector4">
            <a:avLst>
              <a:gd name="adj1" fmla="val 191"/>
              <a:gd name="adj2" fmla="val 21112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3" name="矩形: 圆角 832">
            <a:extLst>
              <a:ext uri="{FF2B5EF4-FFF2-40B4-BE49-F238E27FC236}">
                <a16:creationId xmlns:a16="http://schemas.microsoft.com/office/drawing/2014/main" id="{F845522C-EBE8-418B-A578-A3BE1DC8E363}"/>
              </a:ext>
            </a:extLst>
          </p:cNvPr>
          <p:cNvSpPr/>
          <p:nvPr/>
        </p:nvSpPr>
        <p:spPr>
          <a:xfrm>
            <a:off x="8656118" y="3283521"/>
            <a:ext cx="1603625" cy="611067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34" name="图形 833">
            <a:extLst>
              <a:ext uri="{FF2B5EF4-FFF2-40B4-BE49-F238E27FC236}">
                <a16:creationId xmlns:a16="http://schemas.microsoft.com/office/drawing/2014/main" id="{7C2A1CBF-ABDE-4CCF-BEE6-D6B0F172B5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89904" y="3639792"/>
            <a:ext cx="247535" cy="247535"/>
          </a:xfrm>
          <a:prstGeom prst="rect">
            <a:avLst/>
          </a:prstGeom>
        </p:spPr>
      </p:pic>
      <p:pic>
        <p:nvPicPr>
          <p:cNvPr id="835" name="图形 834">
            <a:extLst>
              <a:ext uri="{FF2B5EF4-FFF2-40B4-BE49-F238E27FC236}">
                <a16:creationId xmlns:a16="http://schemas.microsoft.com/office/drawing/2014/main" id="{214747F8-E2F5-451E-87D5-4EB2431DFE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24443" y="3635105"/>
            <a:ext cx="265180" cy="2651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40" name="文本框 839">
                <a:extLst>
                  <a:ext uri="{FF2B5EF4-FFF2-40B4-BE49-F238E27FC236}">
                    <a16:creationId xmlns:a16="http://schemas.microsoft.com/office/drawing/2014/main" id="{580CA822-0680-4B4B-9149-5C634F3A9461}"/>
                  </a:ext>
                </a:extLst>
              </p:cNvPr>
              <p:cNvSpPr txBox="1"/>
              <p:nvPr/>
            </p:nvSpPr>
            <p:spPr>
              <a:xfrm>
                <a:off x="9992969" y="3273297"/>
                <a:ext cx="252244" cy="251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40" name="文本框 839">
                <a:extLst>
                  <a:ext uri="{FF2B5EF4-FFF2-40B4-BE49-F238E27FC236}">
                    <a16:creationId xmlns:a16="http://schemas.microsoft.com/office/drawing/2014/main" id="{580CA822-0680-4B4B-9149-5C634F3A9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2969" y="3273297"/>
                <a:ext cx="252244" cy="251992"/>
              </a:xfrm>
              <a:prstGeom prst="rect">
                <a:avLst/>
              </a:prstGeom>
              <a:blipFill>
                <a:blip r:embed="rId43"/>
                <a:stretch>
                  <a:fillRect r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41" name="图形 840">
            <a:extLst>
              <a:ext uri="{FF2B5EF4-FFF2-40B4-BE49-F238E27FC236}">
                <a16:creationId xmlns:a16="http://schemas.microsoft.com/office/drawing/2014/main" id="{9571CC4E-5EF5-46E8-8AA0-359B6184E96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858842" y="3315644"/>
            <a:ext cx="221510" cy="221510"/>
          </a:xfrm>
          <a:prstGeom prst="rect">
            <a:avLst/>
          </a:prstGeom>
        </p:spPr>
      </p:pic>
      <p:pic>
        <p:nvPicPr>
          <p:cNvPr id="842" name="图形 841">
            <a:extLst>
              <a:ext uri="{FF2B5EF4-FFF2-40B4-BE49-F238E27FC236}">
                <a16:creationId xmlns:a16="http://schemas.microsoft.com/office/drawing/2014/main" id="{5DB1C574-3571-4923-A8CA-170C8069984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350969" y="3314009"/>
            <a:ext cx="221510" cy="221510"/>
          </a:xfrm>
          <a:prstGeom prst="rect">
            <a:avLst/>
          </a:prstGeom>
        </p:spPr>
      </p:pic>
      <p:pic>
        <p:nvPicPr>
          <p:cNvPr id="843" name="图形 842">
            <a:extLst>
              <a:ext uri="{FF2B5EF4-FFF2-40B4-BE49-F238E27FC236}">
                <a16:creationId xmlns:a16="http://schemas.microsoft.com/office/drawing/2014/main" id="{DB373F93-6FFA-45DF-9EF1-BD8361766A9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706794" y="3655517"/>
            <a:ext cx="210030" cy="210030"/>
          </a:xfrm>
          <a:prstGeom prst="rect">
            <a:avLst/>
          </a:prstGeom>
        </p:spPr>
      </p:pic>
      <p:pic>
        <p:nvPicPr>
          <p:cNvPr id="844" name="图形 843">
            <a:extLst>
              <a:ext uri="{FF2B5EF4-FFF2-40B4-BE49-F238E27FC236}">
                <a16:creationId xmlns:a16="http://schemas.microsoft.com/office/drawing/2014/main" id="{47C526D7-57A1-4C28-87F9-9828538ABE2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041048" y="3663759"/>
            <a:ext cx="184667" cy="184667"/>
          </a:xfrm>
          <a:prstGeom prst="rect">
            <a:avLst/>
          </a:prstGeom>
        </p:spPr>
      </p:pic>
      <p:pic>
        <p:nvPicPr>
          <p:cNvPr id="845" name="图形 844">
            <a:extLst>
              <a:ext uri="{FF2B5EF4-FFF2-40B4-BE49-F238E27FC236}">
                <a16:creationId xmlns:a16="http://schemas.microsoft.com/office/drawing/2014/main" id="{AA73299B-206B-410F-9648-4BD2FE75DDA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009137" y="3653411"/>
            <a:ext cx="215004" cy="215004"/>
          </a:xfrm>
          <a:prstGeom prst="rect">
            <a:avLst/>
          </a:prstGeom>
        </p:spPr>
      </p:pic>
      <p:pic>
        <p:nvPicPr>
          <p:cNvPr id="846" name="图形 845">
            <a:extLst>
              <a:ext uri="{FF2B5EF4-FFF2-40B4-BE49-F238E27FC236}">
                <a16:creationId xmlns:a16="http://schemas.microsoft.com/office/drawing/2014/main" id="{CC93B1D6-8285-449D-9719-AE4147D85B3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798269" y="3313675"/>
            <a:ext cx="221154" cy="221154"/>
          </a:xfrm>
          <a:prstGeom prst="rect">
            <a:avLst/>
          </a:prstGeom>
        </p:spPr>
      </p:pic>
      <p:cxnSp>
        <p:nvCxnSpPr>
          <p:cNvPr id="851" name="直接连接符 850">
            <a:extLst>
              <a:ext uri="{FF2B5EF4-FFF2-40B4-BE49-F238E27FC236}">
                <a16:creationId xmlns:a16="http://schemas.microsoft.com/office/drawing/2014/main" id="{B7E22474-F21C-4D87-94C1-D3C7EB60BAB1}"/>
              </a:ext>
            </a:extLst>
          </p:cNvPr>
          <p:cNvCxnSpPr>
            <a:cxnSpLocks/>
            <a:stCxn id="841" idx="2"/>
            <a:endCxn id="843" idx="0"/>
          </p:cNvCxnSpPr>
          <p:nvPr/>
        </p:nvCxnSpPr>
        <p:spPr>
          <a:xfrm flipH="1">
            <a:off x="8811809" y="3537154"/>
            <a:ext cx="157788" cy="11836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4" name="直接连接符 853">
            <a:extLst>
              <a:ext uri="{FF2B5EF4-FFF2-40B4-BE49-F238E27FC236}">
                <a16:creationId xmlns:a16="http://schemas.microsoft.com/office/drawing/2014/main" id="{DDC9976C-5B4E-4B50-88E3-8EDE769C9104}"/>
              </a:ext>
            </a:extLst>
          </p:cNvPr>
          <p:cNvCxnSpPr>
            <a:cxnSpLocks/>
            <a:endCxn id="844" idx="0"/>
          </p:cNvCxnSpPr>
          <p:nvPr/>
        </p:nvCxnSpPr>
        <p:spPr>
          <a:xfrm>
            <a:off x="8976859" y="3536974"/>
            <a:ext cx="156523" cy="12678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7" name="直接连接符 856">
            <a:extLst>
              <a:ext uri="{FF2B5EF4-FFF2-40B4-BE49-F238E27FC236}">
                <a16:creationId xmlns:a16="http://schemas.microsoft.com/office/drawing/2014/main" id="{CA3DBC58-3D12-4688-819F-B9CDE52E6EA4}"/>
              </a:ext>
            </a:extLst>
          </p:cNvPr>
          <p:cNvCxnSpPr>
            <a:cxnSpLocks/>
            <a:endCxn id="845" idx="0"/>
          </p:cNvCxnSpPr>
          <p:nvPr/>
        </p:nvCxnSpPr>
        <p:spPr>
          <a:xfrm>
            <a:off x="9482657" y="3551837"/>
            <a:ext cx="633982" cy="1015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1" name="直接连接符 860">
            <a:extLst>
              <a:ext uri="{FF2B5EF4-FFF2-40B4-BE49-F238E27FC236}">
                <a16:creationId xmlns:a16="http://schemas.microsoft.com/office/drawing/2014/main" id="{698BFD18-F5F3-4F09-A252-ED0ED94A76C0}"/>
              </a:ext>
            </a:extLst>
          </p:cNvPr>
          <p:cNvCxnSpPr>
            <a:cxnSpLocks/>
          </p:cNvCxnSpPr>
          <p:nvPr/>
        </p:nvCxnSpPr>
        <p:spPr>
          <a:xfrm>
            <a:off x="9476155" y="3542483"/>
            <a:ext cx="203070" cy="19050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67" name="矩形: 圆角 866">
            <a:extLst>
              <a:ext uri="{FF2B5EF4-FFF2-40B4-BE49-F238E27FC236}">
                <a16:creationId xmlns:a16="http://schemas.microsoft.com/office/drawing/2014/main" id="{C17719E2-E506-4B76-BDA7-5A535F36AAC5}"/>
              </a:ext>
            </a:extLst>
          </p:cNvPr>
          <p:cNvSpPr/>
          <p:nvPr/>
        </p:nvSpPr>
        <p:spPr>
          <a:xfrm>
            <a:off x="10349249" y="3281826"/>
            <a:ext cx="1603625" cy="611067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68" name="图形 867">
            <a:extLst>
              <a:ext uri="{FF2B5EF4-FFF2-40B4-BE49-F238E27FC236}">
                <a16:creationId xmlns:a16="http://schemas.microsoft.com/office/drawing/2014/main" id="{98641319-6434-4317-A9F8-3FBD328DE4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3035" y="3638097"/>
            <a:ext cx="247535" cy="247535"/>
          </a:xfrm>
          <a:prstGeom prst="rect">
            <a:avLst/>
          </a:prstGeom>
        </p:spPr>
      </p:pic>
      <p:pic>
        <p:nvPicPr>
          <p:cNvPr id="869" name="图形 868">
            <a:extLst>
              <a:ext uri="{FF2B5EF4-FFF2-40B4-BE49-F238E27FC236}">
                <a16:creationId xmlns:a16="http://schemas.microsoft.com/office/drawing/2014/main" id="{88C3D141-6F48-4E65-888C-00B586AFA2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17574" y="3633410"/>
            <a:ext cx="265180" cy="2651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70" name="文本框 869">
                <a:extLst>
                  <a:ext uri="{FF2B5EF4-FFF2-40B4-BE49-F238E27FC236}">
                    <a16:creationId xmlns:a16="http://schemas.microsoft.com/office/drawing/2014/main" id="{E63EB67B-65F3-4762-B758-0D70351CE1DC}"/>
                  </a:ext>
                </a:extLst>
              </p:cNvPr>
              <p:cNvSpPr txBox="1"/>
              <p:nvPr/>
            </p:nvSpPr>
            <p:spPr>
              <a:xfrm>
                <a:off x="11590793" y="3305713"/>
                <a:ext cx="252244" cy="257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870" name="文本框 869">
                <a:extLst>
                  <a:ext uri="{FF2B5EF4-FFF2-40B4-BE49-F238E27FC236}">
                    <a16:creationId xmlns:a16="http://schemas.microsoft.com/office/drawing/2014/main" id="{E63EB67B-65F3-4762-B758-0D70351CE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0793" y="3305713"/>
                <a:ext cx="252244" cy="257763"/>
              </a:xfrm>
              <a:prstGeom prst="rect">
                <a:avLst/>
              </a:prstGeom>
              <a:blipFill>
                <a:blip r:embed="rId44"/>
                <a:stretch>
                  <a:fillRect r="-5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71" name="图形 870">
            <a:extLst>
              <a:ext uri="{FF2B5EF4-FFF2-40B4-BE49-F238E27FC236}">
                <a16:creationId xmlns:a16="http://schemas.microsoft.com/office/drawing/2014/main" id="{01425641-0506-4220-B0EF-D3DC02BC15E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551973" y="3313949"/>
            <a:ext cx="221510" cy="221510"/>
          </a:xfrm>
          <a:prstGeom prst="rect">
            <a:avLst/>
          </a:prstGeom>
        </p:spPr>
      </p:pic>
      <p:pic>
        <p:nvPicPr>
          <p:cNvPr id="872" name="图形 871">
            <a:extLst>
              <a:ext uri="{FF2B5EF4-FFF2-40B4-BE49-F238E27FC236}">
                <a16:creationId xmlns:a16="http://schemas.microsoft.com/office/drawing/2014/main" id="{7EF91375-0139-4B50-8462-F53CD56E7E7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005710" y="3312887"/>
            <a:ext cx="221510" cy="221510"/>
          </a:xfrm>
          <a:prstGeom prst="rect">
            <a:avLst/>
          </a:prstGeom>
        </p:spPr>
      </p:pic>
      <p:pic>
        <p:nvPicPr>
          <p:cNvPr id="873" name="图形 872">
            <a:extLst>
              <a:ext uri="{FF2B5EF4-FFF2-40B4-BE49-F238E27FC236}">
                <a16:creationId xmlns:a16="http://schemas.microsoft.com/office/drawing/2014/main" id="{FF343E00-4569-4B1A-B5F2-A979DA4A9D8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399925" y="3653822"/>
            <a:ext cx="210030" cy="210030"/>
          </a:xfrm>
          <a:prstGeom prst="rect">
            <a:avLst/>
          </a:prstGeom>
        </p:spPr>
      </p:pic>
      <p:pic>
        <p:nvPicPr>
          <p:cNvPr id="874" name="图形 873">
            <a:extLst>
              <a:ext uri="{FF2B5EF4-FFF2-40B4-BE49-F238E27FC236}">
                <a16:creationId xmlns:a16="http://schemas.microsoft.com/office/drawing/2014/main" id="{02A32C45-7C0C-4F07-9A7B-A6A9EB4B636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734179" y="3662064"/>
            <a:ext cx="184667" cy="184667"/>
          </a:xfrm>
          <a:prstGeom prst="rect">
            <a:avLst/>
          </a:prstGeom>
        </p:spPr>
      </p:pic>
      <p:pic>
        <p:nvPicPr>
          <p:cNvPr id="875" name="图形 874">
            <a:extLst>
              <a:ext uri="{FF2B5EF4-FFF2-40B4-BE49-F238E27FC236}">
                <a16:creationId xmlns:a16="http://schemas.microsoft.com/office/drawing/2014/main" id="{67385EE9-D797-494E-ACC3-5076B49D192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702268" y="3651716"/>
            <a:ext cx="215004" cy="215004"/>
          </a:xfrm>
          <a:prstGeom prst="rect">
            <a:avLst/>
          </a:prstGeom>
        </p:spPr>
      </p:pic>
      <p:pic>
        <p:nvPicPr>
          <p:cNvPr id="876" name="图形 875">
            <a:extLst>
              <a:ext uri="{FF2B5EF4-FFF2-40B4-BE49-F238E27FC236}">
                <a16:creationId xmlns:a16="http://schemas.microsoft.com/office/drawing/2014/main" id="{3A2CF375-3649-4139-B439-12A54793823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404163" y="3318120"/>
            <a:ext cx="221154" cy="221154"/>
          </a:xfrm>
          <a:prstGeom prst="rect">
            <a:avLst/>
          </a:prstGeom>
        </p:spPr>
      </p:pic>
      <p:cxnSp>
        <p:nvCxnSpPr>
          <p:cNvPr id="877" name="直接连接符 876">
            <a:extLst>
              <a:ext uri="{FF2B5EF4-FFF2-40B4-BE49-F238E27FC236}">
                <a16:creationId xmlns:a16="http://schemas.microsoft.com/office/drawing/2014/main" id="{01685C92-79CA-4449-987E-913697EF5B46}"/>
              </a:ext>
            </a:extLst>
          </p:cNvPr>
          <p:cNvCxnSpPr>
            <a:cxnSpLocks/>
            <a:stCxn id="871" idx="2"/>
            <a:endCxn id="873" idx="0"/>
          </p:cNvCxnSpPr>
          <p:nvPr/>
        </p:nvCxnSpPr>
        <p:spPr>
          <a:xfrm flipH="1">
            <a:off x="10504940" y="3535459"/>
            <a:ext cx="157788" cy="11836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8" name="直接连接符 877">
            <a:extLst>
              <a:ext uri="{FF2B5EF4-FFF2-40B4-BE49-F238E27FC236}">
                <a16:creationId xmlns:a16="http://schemas.microsoft.com/office/drawing/2014/main" id="{F049C2FA-50B9-4BD0-9A83-68CBE6522577}"/>
              </a:ext>
            </a:extLst>
          </p:cNvPr>
          <p:cNvCxnSpPr>
            <a:cxnSpLocks/>
            <a:endCxn id="874" idx="0"/>
          </p:cNvCxnSpPr>
          <p:nvPr/>
        </p:nvCxnSpPr>
        <p:spPr>
          <a:xfrm>
            <a:off x="10669990" y="3535279"/>
            <a:ext cx="156523" cy="12678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9" name="直接连接符 878">
            <a:extLst>
              <a:ext uri="{FF2B5EF4-FFF2-40B4-BE49-F238E27FC236}">
                <a16:creationId xmlns:a16="http://schemas.microsoft.com/office/drawing/2014/main" id="{5DF3E6AA-B937-42F1-8173-266743469BB3}"/>
              </a:ext>
            </a:extLst>
          </p:cNvPr>
          <p:cNvCxnSpPr>
            <a:cxnSpLocks/>
          </p:cNvCxnSpPr>
          <p:nvPr/>
        </p:nvCxnSpPr>
        <p:spPr>
          <a:xfrm>
            <a:off x="11175788" y="3550142"/>
            <a:ext cx="289772" cy="13303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0" name="直接连接符 879">
            <a:extLst>
              <a:ext uri="{FF2B5EF4-FFF2-40B4-BE49-F238E27FC236}">
                <a16:creationId xmlns:a16="http://schemas.microsoft.com/office/drawing/2014/main" id="{36D2BCA0-6FC0-4078-BEDB-ED65302521A7}"/>
              </a:ext>
            </a:extLst>
          </p:cNvPr>
          <p:cNvCxnSpPr>
            <a:cxnSpLocks/>
          </p:cNvCxnSpPr>
          <p:nvPr/>
        </p:nvCxnSpPr>
        <p:spPr>
          <a:xfrm flipH="1">
            <a:off x="11139703" y="3536241"/>
            <a:ext cx="38571" cy="15047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83" name="图形 882">
            <a:extLst>
              <a:ext uri="{FF2B5EF4-FFF2-40B4-BE49-F238E27FC236}">
                <a16:creationId xmlns:a16="http://schemas.microsoft.com/office/drawing/2014/main" id="{418E6D29-F690-4CA9-A0B0-C96A298F9EC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826235" y="4474641"/>
            <a:ext cx="359938" cy="359938"/>
          </a:xfrm>
          <a:prstGeom prst="rect">
            <a:avLst/>
          </a:prstGeom>
        </p:spPr>
      </p:pic>
      <p:pic>
        <p:nvPicPr>
          <p:cNvPr id="884" name="图形 883">
            <a:extLst>
              <a:ext uri="{FF2B5EF4-FFF2-40B4-BE49-F238E27FC236}">
                <a16:creationId xmlns:a16="http://schemas.microsoft.com/office/drawing/2014/main" id="{B7A8D1ED-CB8A-407C-A178-7C1AD60C16F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824831" y="4982979"/>
            <a:ext cx="357763" cy="357763"/>
          </a:xfrm>
          <a:prstGeom prst="rect">
            <a:avLst/>
          </a:prstGeom>
        </p:spPr>
      </p:pic>
      <p:pic>
        <p:nvPicPr>
          <p:cNvPr id="885" name="图形 884">
            <a:extLst>
              <a:ext uri="{FF2B5EF4-FFF2-40B4-BE49-F238E27FC236}">
                <a16:creationId xmlns:a16="http://schemas.microsoft.com/office/drawing/2014/main" id="{9748BD37-2D23-476D-AB14-CA571BC3F9F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812418" y="5444699"/>
            <a:ext cx="365379" cy="365379"/>
          </a:xfrm>
          <a:prstGeom prst="rect">
            <a:avLst/>
          </a:prstGeom>
        </p:spPr>
      </p:pic>
      <p:sp>
        <p:nvSpPr>
          <p:cNvPr id="886" name="文本框 885">
            <a:extLst>
              <a:ext uri="{FF2B5EF4-FFF2-40B4-BE49-F238E27FC236}">
                <a16:creationId xmlns:a16="http://schemas.microsoft.com/office/drawing/2014/main" id="{9BFA7A89-C962-46F3-8300-B758F989C11C}"/>
              </a:ext>
            </a:extLst>
          </p:cNvPr>
          <p:cNvSpPr txBox="1"/>
          <p:nvPr/>
        </p:nvSpPr>
        <p:spPr>
          <a:xfrm>
            <a:off x="10840370" y="4758000"/>
            <a:ext cx="500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Pull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87" name="文本框 886">
            <a:extLst>
              <a:ext uri="{FF2B5EF4-FFF2-40B4-BE49-F238E27FC236}">
                <a16:creationId xmlns:a16="http://schemas.microsoft.com/office/drawing/2014/main" id="{FBF92B32-1804-40D9-B652-1EE4AE05A424}"/>
              </a:ext>
            </a:extLst>
          </p:cNvPr>
          <p:cNvSpPr txBox="1"/>
          <p:nvPr/>
        </p:nvSpPr>
        <p:spPr>
          <a:xfrm>
            <a:off x="10825457" y="5267967"/>
            <a:ext cx="585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Push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88" name="直接箭头连接符 887">
            <a:extLst>
              <a:ext uri="{FF2B5EF4-FFF2-40B4-BE49-F238E27FC236}">
                <a16:creationId xmlns:a16="http://schemas.microsoft.com/office/drawing/2014/main" id="{B400AAD6-8755-4AC8-BD09-44F2527069C1}"/>
              </a:ext>
            </a:extLst>
          </p:cNvPr>
          <p:cNvCxnSpPr>
            <a:cxnSpLocks/>
          </p:cNvCxnSpPr>
          <p:nvPr/>
        </p:nvCxnSpPr>
        <p:spPr>
          <a:xfrm>
            <a:off x="9602011" y="4735394"/>
            <a:ext cx="0" cy="140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9" name="直接箭头连接符 888">
            <a:extLst>
              <a:ext uri="{FF2B5EF4-FFF2-40B4-BE49-F238E27FC236}">
                <a16:creationId xmlns:a16="http://schemas.microsoft.com/office/drawing/2014/main" id="{6856AF84-A249-478D-BBB5-5B4C5081D7EC}"/>
              </a:ext>
            </a:extLst>
          </p:cNvPr>
          <p:cNvCxnSpPr>
            <a:cxnSpLocks/>
          </p:cNvCxnSpPr>
          <p:nvPr/>
        </p:nvCxnSpPr>
        <p:spPr>
          <a:xfrm flipV="1">
            <a:off x="9602011" y="4906671"/>
            <a:ext cx="1455" cy="146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0" name="直接箭头连接符 889">
            <a:extLst>
              <a:ext uri="{FF2B5EF4-FFF2-40B4-BE49-F238E27FC236}">
                <a16:creationId xmlns:a16="http://schemas.microsoft.com/office/drawing/2014/main" id="{E1ED10FD-C60A-4EA5-939F-E6C781E2AF30}"/>
              </a:ext>
            </a:extLst>
          </p:cNvPr>
          <p:cNvCxnSpPr>
            <a:cxnSpLocks/>
          </p:cNvCxnSpPr>
          <p:nvPr/>
        </p:nvCxnSpPr>
        <p:spPr>
          <a:xfrm>
            <a:off x="9609509" y="5428874"/>
            <a:ext cx="4643" cy="1585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1" name="直接箭头连接符 890">
            <a:extLst>
              <a:ext uri="{FF2B5EF4-FFF2-40B4-BE49-F238E27FC236}">
                <a16:creationId xmlns:a16="http://schemas.microsoft.com/office/drawing/2014/main" id="{24E8FA0F-839E-4D4B-B77B-090CED5A91F3}"/>
              </a:ext>
            </a:extLst>
          </p:cNvPr>
          <p:cNvCxnSpPr>
            <a:cxnSpLocks/>
          </p:cNvCxnSpPr>
          <p:nvPr/>
        </p:nvCxnSpPr>
        <p:spPr>
          <a:xfrm flipV="1">
            <a:off x="9607415" y="5216194"/>
            <a:ext cx="0" cy="1593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左大括号 253">
            <a:extLst>
              <a:ext uri="{FF2B5EF4-FFF2-40B4-BE49-F238E27FC236}">
                <a16:creationId xmlns:a16="http://schemas.microsoft.com/office/drawing/2014/main" id="{B46F2F87-6761-4B10-A5C7-C5AE00310B87}"/>
              </a:ext>
            </a:extLst>
          </p:cNvPr>
          <p:cNvSpPr/>
          <p:nvPr/>
        </p:nvSpPr>
        <p:spPr>
          <a:xfrm rot="16200000">
            <a:off x="4901900" y="3225140"/>
            <a:ext cx="407723" cy="5925424"/>
          </a:xfrm>
          <a:custGeom>
            <a:avLst/>
            <a:gdLst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69850 w 318100"/>
              <a:gd name="connsiteY3" fmla="*/ 278048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44450 w 248250"/>
              <a:gd name="connsiteY3" fmla="*/ 2791071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  <a:gd name="connsiteX7" fmla="*/ 248250 w 248250"/>
              <a:gd name="connsiteY7" fmla="*/ 5542084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0 w 248250"/>
              <a:gd name="connsiteY3" fmla="*/ 2780487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8250" h="5542084" stroke="0" extrusionOk="0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132291" y="2791071"/>
                  <a:pt x="44450" y="2791071"/>
                </a:cubicBezTo>
                <a:cubicBezTo>
                  <a:pt x="132291" y="2791071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  <a:lnTo>
                  <a:pt x="248250" y="5542084"/>
                </a:lnTo>
                <a:close/>
              </a:path>
              <a:path w="248250" h="5542084" fill="none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87841" y="2780487"/>
                  <a:pt x="0" y="2780487"/>
                </a:cubicBezTo>
                <a:cubicBezTo>
                  <a:pt x="87841" y="2780487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 algn="ctr"/>
            <a:endParaRPr lang="zh-CN" altLang="en-US"/>
          </a:p>
        </p:txBody>
      </p:sp>
      <p:sp>
        <p:nvSpPr>
          <p:cNvPr id="901" name="文本框 900">
            <a:extLst>
              <a:ext uri="{FF2B5EF4-FFF2-40B4-BE49-F238E27FC236}">
                <a16:creationId xmlns:a16="http://schemas.microsoft.com/office/drawing/2014/main" id="{94DBD248-C8C2-4616-99AD-D5A61AD9292E}"/>
              </a:ext>
            </a:extLst>
          </p:cNvPr>
          <p:cNvSpPr txBox="1"/>
          <p:nvPr/>
        </p:nvSpPr>
        <p:spPr>
          <a:xfrm>
            <a:off x="2808233" y="6402109"/>
            <a:ext cx="4848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Inter- and Intra-behavior Weighted Denoising Module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3" name="文本框 902">
            <a:extLst>
              <a:ext uri="{FF2B5EF4-FFF2-40B4-BE49-F238E27FC236}">
                <a16:creationId xmlns:a16="http://schemas.microsoft.com/office/drawing/2014/main" id="{2D0D18E9-F0A6-4F69-9000-67F2B0CB13CF}"/>
              </a:ext>
            </a:extLst>
          </p:cNvPr>
          <p:cNvSpPr txBox="1"/>
          <p:nvPr/>
        </p:nvSpPr>
        <p:spPr>
          <a:xfrm>
            <a:off x="7854234" y="6402109"/>
            <a:ext cx="43098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Denoising-informed Inter- and Intra-behavior Representation Enhancement Module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5" name="文本框 494">
                <a:extLst>
                  <a:ext uri="{FF2B5EF4-FFF2-40B4-BE49-F238E27FC236}">
                    <a16:creationId xmlns:a16="http://schemas.microsoft.com/office/drawing/2014/main" id="{F2A47769-9163-4EC4-B86A-358E0F722DE7}"/>
                  </a:ext>
                </a:extLst>
              </p:cNvPr>
              <p:cNvSpPr txBox="1"/>
              <p:nvPr/>
            </p:nvSpPr>
            <p:spPr>
              <a:xfrm>
                <a:off x="2178411" y="4988044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</m:sSub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 xmlns="">
          <p:sp>
            <p:nvSpPr>
              <p:cNvPr id="495" name="文本框 494">
                <a:extLst>
                  <a:ext uri="{FF2B5EF4-FFF2-40B4-BE49-F238E27FC236}">
                    <a16:creationId xmlns:a16="http://schemas.microsoft.com/office/drawing/2014/main" id="{F2A47769-9163-4EC4-B86A-358E0F722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411" y="4988044"/>
                <a:ext cx="315383" cy="276999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9" name="文本框 498">
                <a:extLst>
                  <a:ext uri="{FF2B5EF4-FFF2-40B4-BE49-F238E27FC236}">
                    <a16:creationId xmlns:a16="http://schemas.microsoft.com/office/drawing/2014/main" id="{A5220178-7642-438A-AECA-4E53E4BBFD98}"/>
                  </a:ext>
                </a:extLst>
              </p:cNvPr>
              <p:cNvSpPr txBox="1"/>
              <p:nvPr/>
            </p:nvSpPr>
            <p:spPr>
              <a:xfrm>
                <a:off x="7944755" y="5173970"/>
                <a:ext cx="315383" cy="291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 xmlns="">
          <p:sp>
            <p:nvSpPr>
              <p:cNvPr id="499" name="文本框 498">
                <a:extLst>
                  <a:ext uri="{FF2B5EF4-FFF2-40B4-BE49-F238E27FC236}">
                    <a16:creationId xmlns:a16="http://schemas.microsoft.com/office/drawing/2014/main" id="{A5220178-7642-438A-AECA-4E53E4BBF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4755" y="5173970"/>
                <a:ext cx="315383" cy="291811"/>
              </a:xfrm>
              <a:prstGeom prst="rect">
                <a:avLst/>
              </a:prstGeom>
              <a:blipFill>
                <a:blip r:embed="rId46"/>
                <a:stretch>
                  <a:fillRect r="-1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7" name="直接箭头连接符 486">
            <a:extLst>
              <a:ext uri="{FF2B5EF4-FFF2-40B4-BE49-F238E27FC236}">
                <a16:creationId xmlns:a16="http://schemas.microsoft.com/office/drawing/2014/main" id="{2C58EFC2-1D5F-4559-BC4E-8EFE37901AF4}"/>
              </a:ext>
            </a:extLst>
          </p:cNvPr>
          <p:cNvCxnSpPr>
            <a:cxnSpLocks/>
          </p:cNvCxnSpPr>
          <p:nvPr/>
        </p:nvCxnSpPr>
        <p:spPr>
          <a:xfrm>
            <a:off x="2424020" y="2431070"/>
            <a:ext cx="123874" cy="64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" name="矩形: 圆角 511">
            <a:extLst>
              <a:ext uri="{FF2B5EF4-FFF2-40B4-BE49-F238E27FC236}">
                <a16:creationId xmlns:a16="http://schemas.microsoft.com/office/drawing/2014/main" id="{86DF7579-EC9E-42CB-A9F6-ED71F243D07D}"/>
              </a:ext>
            </a:extLst>
          </p:cNvPr>
          <p:cNvSpPr/>
          <p:nvPr/>
        </p:nvSpPr>
        <p:spPr>
          <a:xfrm>
            <a:off x="2918469" y="4579986"/>
            <a:ext cx="2271450" cy="1215817"/>
          </a:xfrm>
          <a:prstGeom prst="roundRect">
            <a:avLst>
              <a:gd name="adj" fmla="val 9114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15" name="直接连接符 514">
            <a:extLst>
              <a:ext uri="{FF2B5EF4-FFF2-40B4-BE49-F238E27FC236}">
                <a16:creationId xmlns:a16="http://schemas.microsoft.com/office/drawing/2014/main" id="{2BFA40C5-C3B4-483E-AC1F-B3491EE9B0AC}"/>
              </a:ext>
            </a:extLst>
          </p:cNvPr>
          <p:cNvCxnSpPr>
            <a:cxnSpLocks/>
            <a:stCxn id="522" idx="2"/>
            <a:endCxn id="527" idx="0"/>
          </p:cNvCxnSpPr>
          <p:nvPr/>
        </p:nvCxnSpPr>
        <p:spPr>
          <a:xfrm flipH="1">
            <a:off x="3170777" y="4967529"/>
            <a:ext cx="195322" cy="4156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6" name="直接连接符 515">
            <a:extLst>
              <a:ext uri="{FF2B5EF4-FFF2-40B4-BE49-F238E27FC236}">
                <a16:creationId xmlns:a16="http://schemas.microsoft.com/office/drawing/2014/main" id="{7E85A41B-5FCF-4971-8067-42B82D3C323B}"/>
              </a:ext>
            </a:extLst>
          </p:cNvPr>
          <p:cNvCxnSpPr>
            <a:cxnSpLocks/>
            <a:endCxn id="528" idx="0"/>
          </p:cNvCxnSpPr>
          <p:nvPr/>
        </p:nvCxnSpPr>
        <p:spPr>
          <a:xfrm>
            <a:off x="3367524" y="4979699"/>
            <a:ext cx="232015" cy="41194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7" name="直接连接符 516">
            <a:extLst>
              <a:ext uri="{FF2B5EF4-FFF2-40B4-BE49-F238E27FC236}">
                <a16:creationId xmlns:a16="http://schemas.microsoft.com/office/drawing/2014/main" id="{744C7D61-83A3-4011-8A1F-ECAD9114312E}"/>
              </a:ext>
            </a:extLst>
          </p:cNvPr>
          <p:cNvCxnSpPr>
            <a:cxnSpLocks/>
            <a:stCxn id="523" idx="2"/>
            <a:endCxn id="528" idx="0"/>
          </p:cNvCxnSpPr>
          <p:nvPr/>
        </p:nvCxnSpPr>
        <p:spPr>
          <a:xfrm flipH="1">
            <a:off x="3599539" y="4965401"/>
            <a:ext cx="428331" cy="42624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8" name="直接连接符 517">
            <a:extLst>
              <a:ext uri="{FF2B5EF4-FFF2-40B4-BE49-F238E27FC236}">
                <a16:creationId xmlns:a16="http://schemas.microsoft.com/office/drawing/2014/main" id="{AC2B5D46-1EF5-409D-91E3-D0A81F545F51}"/>
              </a:ext>
            </a:extLst>
          </p:cNvPr>
          <p:cNvCxnSpPr>
            <a:cxnSpLocks/>
          </p:cNvCxnSpPr>
          <p:nvPr/>
        </p:nvCxnSpPr>
        <p:spPr>
          <a:xfrm>
            <a:off x="4033123" y="4977292"/>
            <a:ext cx="46555" cy="45570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9" name="直接连接符 518">
            <a:extLst>
              <a:ext uri="{FF2B5EF4-FFF2-40B4-BE49-F238E27FC236}">
                <a16:creationId xmlns:a16="http://schemas.microsoft.com/office/drawing/2014/main" id="{642B4A3E-26FB-4A13-8C82-C62B20EFFC13}"/>
              </a:ext>
            </a:extLst>
          </p:cNvPr>
          <p:cNvCxnSpPr>
            <a:cxnSpLocks/>
          </p:cNvCxnSpPr>
          <p:nvPr/>
        </p:nvCxnSpPr>
        <p:spPr>
          <a:xfrm>
            <a:off x="4036659" y="4975515"/>
            <a:ext cx="358973" cy="45726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0" name="直接连接符 519">
            <a:extLst>
              <a:ext uri="{FF2B5EF4-FFF2-40B4-BE49-F238E27FC236}">
                <a16:creationId xmlns:a16="http://schemas.microsoft.com/office/drawing/2014/main" id="{5B596697-A3B0-4832-B9E6-C829CE7CF6AF}"/>
              </a:ext>
            </a:extLst>
          </p:cNvPr>
          <p:cNvCxnSpPr>
            <a:cxnSpLocks/>
            <a:stCxn id="523" idx="2"/>
            <a:endCxn id="529" idx="0"/>
          </p:cNvCxnSpPr>
          <p:nvPr/>
        </p:nvCxnSpPr>
        <p:spPr>
          <a:xfrm>
            <a:off x="4027870" y="4965401"/>
            <a:ext cx="837173" cy="42722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21" name="文本框 520">
            <a:extLst>
              <a:ext uri="{FF2B5EF4-FFF2-40B4-BE49-F238E27FC236}">
                <a16:creationId xmlns:a16="http://schemas.microsoft.com/office/drawing/2014/main" id="{8B862C9B-2A14-41D2-A75C-8803E08731C9}"/>
              </a:ext>
            </a:extLst>
          </p:cNvPr>
          <p:cNvSpPr txBox="1"/>
          <p:nvPr/>
        </p:nvSpPr>
        <p:spPr>
          <a:xfrm>
            <a:off x="3016121" y="4332894"/>
            <a:ext cx="2108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Inter-Behavior Weighting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22" name="图形 521">
            <a:extLst>
              <a:ext uri="{FF2B5EF4-FFF2-40B4-BE49-F238E27FC236}">
                <a16:creationId xmlns:a16="http://schemas.microsoft.com/office/drawing/2014/main" id="{55217912-AE5B-4A43-8D73-18B70220996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186130" y="4607591"/>
            <a:ext cx="359938" cy="359938"/>
          </a:xfrm>
          <a:prstGeom prst="rect">
            <a:avLst/>
          </a:prstGeom>
        </p:spPr>
      </p:pic>
      <p:pic>
        <p:nvPicPr>
          <p:cNvPr id="523" name="图形 522">
            <a:extLst>
              <a:ext uri="{FF2B5EF4-FFF2-40B4-BE49-F238E27FC236}">
                <a16:creationId xmlns:a16="http://schemas.microsoft.com/office/drawing/2014/main" id="{882A7016-CAC3-47FC-9B38-402E766F4CB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848988" y="4607638"/>
            <a:ext cx="357763" cy="357763"/>
          </a:xfrm>
          <a:prstGeom prst="rect">
            <a:avLst/>
          </a:prstGeom>
        </p:spPr>
      </p:pic>
      <p:pic>
        <p:nvPicPr>
          <p:cNvPr id="524" name="图形 523">
            <a:extLst>
              <a:ext uri="{FF2B5EF4-FFF2-40B4-BE49-F238E27FC236}">
                <a16:creationId xmlns:a16="http://schemas.microsoft.com/office/drawing/2014/main" id="{87EED835-9D02-4F1E-9C9B-0D00D6DB200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469870" y="4608328"/>
            <a:ext cx="365379" cy="365379"/>
          </a:xfrm>
          <a:prstGeom prst="rect">
            <a:avLst/>
          </a:prstGeom>
        </p:spPr>
      </p:pic>
      <p:pic>
        <p:nvPicPr>
          <p:cNvPr id="525" name="图形 524">
            <a:extLst>
              <a:ext uri="{FF2B5EF4-FFF2-40B4-BE49-F238E27FC236}">
                <a16:creationId xmlns:a16="http://schemas.microsoft.com/office/drawing/2014/main" id="{EEB42CF6-D504-4CE4-93AC-FE869376A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02729" y="5341829"/>
            <a:ext cx="460789" cy="460789"/>
          </a:xfrm>
          <a:prstGeom prst="rect">
            <a:avLst/>
          </a:prstGeom>
        </p:spPr>
      </p:pic>
      <p:pic>
        <p:nvPicPr>
          <p:cNvPr id="526" name="图形 525">
            <a:extLst>
              <a:ext uri="{FF2B5EF4-FFF2-40B4-BE49-F238E27FC236}">
                <a16:creationId xmlns:a16="http://schemas.microsoft.com/office/drawing/2014/main" id="{474834A6-365F-4841-BBD6-7D4F2719AA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50693" y="5347164"/>
            <a:ext cx="430225" cy="430225"/>
          </a:xfrm>
          <a:prstGeom prst="rect">
            <a:avLst/>
          </a:prstGeom>
        </p:spPr>
      </p:pic>
      <p:pic>
        <p:nvPicPr>
          <p:cNvPr id="527" name="图形 526">
            <a:extLst>
              <a:ext uri="{FF2B5EF4-FFF2-40B4-BE49-F238E27FC236}">
                <a16:creationId xmlns:a16="http://schemas.microsoft.com/office/drawing/2014/main" id="{D2C378E1-D281-41DC-9462-DAC634FC1AA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985805" y="5383227"/>
            <a:ext cx="369944" cy="369944"/>
          </a:xfrm>
          <a:prstGeom prst="rect">
            <a:avLst/>
          </a:prstGeom>
        </p:spPr>
      </p:pic>
      <p:pic>
        <p:nvPicPr>
          <p:cNvPr id="528" name="图形 527">
            <a:extLst>
              <a:ext uri="{FF2B5EF4-FFF2-40B4-BE49-F238E27FC236}">
                <a16:creationId xmlns:a16="http://schemas.microsoft.com/office/drawing/2014/main" id="{0E6E1408-15F4-4ABF-867A-BE1C46C75E2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428676" y="5391645"/>
            <a:ext cx="341725" cy="341725"/>
          </a:xfrm>
          <a:prstGeom prst="rect">
            <a:avLst/>
          </a:prstGeom>
        </p:spPr>
      </p:pic>
      <p:pic>
        <p:nvPicPr>
          <p:cNvPr id="529" name="图形 528">
            <a:extLst>
              <a:ext uri="{FF2B5EF4-FFF2-40B4-BE49-F238E27FC236}">
                <a16:creationId xmlns:a16="http://schemas.microsoft.com/office/drawing/2014/main" id="{25B4CDAE-443C-4B7C-8863-14AECCA14A2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700312" y="5392621"/>
            <a:ext cx="329461" cy="329461"/>
          </a:xfrm>
          <a:prstGeom prst="rect">
            <a:avLst/>
          </a:prstGeom>
        </p:spPr>
      </p:pic>
      <p:cxnSp>
        <p:nvCxnSpPr>
          <p:cNvPr id="531" name="直接连接符 530">
            <a:extLst>
              <a:ext uri="{FF2B5EF4-FFF2-40B4-BE49-F238E27FC236}">
                <a16:creationId xmlns:a16="http://schemas.microsoft.com/office/drawing/2014/main" id="{E3BA132C-B1D6-4627-AD02-F3B1B9E29759}"/>
              </a:ext>
            </a:extLst>
          </p:cNvPr>
          <p:cNvCxnSpPr>
            <a:cxnSpLocks/>
            <a:stCxn id="524" idx="2"/>
            <a:endCxn id="529" idx="0"/>
          </p:cNvCxnSpPr>
          <p:nvPr/>
        </p:nvCxnSpPr>
        <p:spPr>
          <a:xfrm>
            <a:off x="4652560" y="4973707"/>
            <a:ext cx="212483" cy="418914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32" name="直接连接符 531">
            <a:extLst>
              <a:ext uri="{FF2B5EF4-FFF2-40B4-BE49-F238E27FC236}">
                <a16:creationId xmlns:a16="http://schemas.microsoft.com/office/drawing/2014/main" id="{E83E87F9-D4BE-48C9-A145-9A668381999A}"/>
              </a:ext>
            </a:extLst>
          </p:cNvPr>
          <p:cNvCxnSpPr>
            <a:cxnSpLocks/>
          </p:cNvCxnSpPr>
          <p:nvPr/>
        </p:nvCxnSpPr>
        <p:spPr>
          <a:xfrm>
            <a:off x="3360557" y="4970480"/>
            <a:ext cx="604692" cy="45097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5" name="文本框 534">
                <a:extLst>
                  <a:ext uri="{FF2B5EF4-FFF2-40B4-BE49-F238E27FC236}">
                    <a16:creationId xmlns:a16="http://schemas.microsoft.com/office/drawing/2014/main" id="{362D0F0E-98D7-4E9C-88AC-83EA7E25E6CA}"/>
                  </a:ext>
                </a:extLst>
              </p:cNvPr>
              <p:cNvSpPr txBox="1"/>
              <p:nvPr/>
            </p:nvSpPr>
            <p:spPr>
              <a:xfrm>
                <a:off x="2631899" y="5725821"/>
                <a:ext cx="2886056" cy="313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𝒊𝒏𝒕𝒆𝒓</m:t>
                          </m:r>
                        </m:sup>
                      </m:sSub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𝒑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</m:sup>
                      </m:sSub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𝒄</m:t>
                          </m:r>
                        </m:sup>
                      </m:sSubSup>
                      <m:r>
                        <a:rPr lang="en-US" altLang="zh-CN" sz="12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𝒃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35" name="文本框 534">
                <a:extLst>
                  <a:ext uri="{FF2B5EF4-FFF2-40B4-BE49-F238E27FC236}">
                    <a16:creationId xmlns:a16="http://schemas.microsoft.com/office/drawing/2014/main" id="{362D0F0E-98D7-4E9C-88AC-83EA7E25E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899" y="5725821"/>
                <a:ext cx="2886056" cy="313868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7" name="文本框 536">
                <a:extLst>
                  <a:ext uri="{FF2B5EF4-FFF2-40B4-BE49-F238E27FC236}">
                    <a16:creationId xmlns:a16="http://schemas.microsoft.com/office/drawing/2014/main" id="{1810620C-CC11-433F-A37F-70F24BB445A5}"/>
                  </a:ext>
                </a:extLst>
              </p:cNvPr>
              <p:cNvSpPr txBox="1"/>
              <p:nvPr/>
            </p:nvSpPr>
            <p:spPr>
              <a:xfrm rot="17876131">
                <a:off x="2690860" y="5074299"/>
                <a:ext cx="886206" cy="234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</a:rPr>
                            <m:t>𝒊𝒏𝒕𝒆𝒓</m:t>
                          </m:r>
                        </m:sup>
                      </m:sSup>
                      <m:r>
                        <a:rPr lang="en-US" altLang="zh-CN" sz="9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900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zh-CN" altLang="en-US" sz="900" b="1" dirty="0"/>
              </a:p>
            </p:txBody>
          </p:sp>
        </mc:Choice>
        <mc:Fallback xmlns="">
          <p:sp>
            <p:nvSpPr>
              <p:cNvPr id="537" name="文本框 536">
                <a:extLst>
                  <a:ext uri="{FF2B5EF4-FFF2-40B4-BE49-F238E27FC236}">
                    <a16:creationId xmlns:a16="http://schemas.microsoft.com/office/drawing/2014/main" id="{1810620C-CC11-433F-A37F-70F24BB44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876131">
                <a:off x="2690860" y="5074299"/>
                <a:ext cx="886206" cy="234360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8" name="文本框 537">
                <a:extLst>
                  <a:ext uri="{FF2B5EF4-FFF2-40B4-BE49-F238E27FC236}">
                    <a16:creationId xmlns:a16="http://schemas.microsoft.com/office/drawing/2014/main" id="{12B9654F-A3AB-4E52-937E-38A5A5BC79D3}"/>
                  </a:ext>
                </a:extLst>
              </p:cNvPr>
              <p:cNvSpPr txBox="1"/>
              <p:nvPr/>
            </p:nvSpPr>
            <p:spPr>
              <a:xfrm rot="2278121">
                <a:off x="3224041" y="4994638"/>
                <a:ext cx="854223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538" name="文本框 537">
                <a:extLst>
                  <a:ext uri="{FF2B5EF4-FFF2-40B4-BE49-F238E27FC236}">
                    <a16:creationId xmlns:a16="http://schemas.microsoft.com/office/drawing/2014/main" id="{12B9654F-A3AB-4E52-937E-38A5A5BC7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278121">
                <a:off x="3224041" y="4994638"/>
                <a:ext cx="854223" cy="230832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9" name="文本框 538">
            <a:extLst>
              <a:ext uri="{FF2B5EF4-FFF2-40B4-BE49-F238E27FC236}">
                <a16:creationId xmlns:a16="http://schemas.microsoft.com/office/drawing/2014/main" id="{73429C8F-CF46-453D-8B40-BCC94A375485}"/>
              </a:ext>
            </a:extLst>
          </p:cNvPr>
          <p:cNvSpPr txBox="1"/>
          <p:nvPr/>
        </p:nvSpPr>
        <p:spPr>
          <a:xfrm rot="18950264">
            <a:off x="3740738" y="4920854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0" name="文本框 539">
            <a:extLst>
              <a:ext uri="{FF2B5EF4-FFF2-40B4-BE49-F238E27FC236}">
                <a16:creationId xmlns:a16="http://schemas.microsoft.com/office/drawing/2014/main" id="{A6DB7243-B94A-4620-B50B-A36D07A3DC9F}"/>
              </a:ext>
            </a:extLst>
          </p:cNvPr>
          <p:cNvSpPr txBox="1"/>
          <p:nvPr/>
        </p:nvSpPr>
        <p:spPr>
          <a:xfrm rot="4779640">
            <a:off x="3989273" y="5128113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1" name="文本框 540">
            <a:extLst>
              <a:ext uri="{FF2B5EF4-FFF2-40B4-BE49-F238E27FC236}">
                <a16:creationId xmlns:a16="http://schemas.microsoft.com/office/drawing/2014/main" id="{0156D954-9D04-434D-9859-6653EDEA29DC}"/>
              </a:ext>
            </a:extLst>
          </p:cNvPr>
          <p:cNvSpPr txBox="1"/>
          <p:nvPr/>
        </p:nvSpPr>
        <p:spPr>
          <a:xfrm rot="3015268">
            <a:off x="4191096" y="5073179"/>
            <a:ext cx="2055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2" name="文本框 541">
                <a:extLst>
                  <a:ext uri="{FF2B5EF4-FFF2-40B4-BE49-F238E27FC236}">
                    <a16:creationId xmlns:a16="http://schemas.microsoft.com/office/drawing/2014/main" id="{900D3B68-DE26-4B7A-AFF1-76A451463F0E}"/>
                  </a:ext>
                </a:extLst>
              </p:cNvPr>
              <p:cNvSpPr txBox="1"/>
              <p:nvPr/>
            </p:nvSpPr>
            <p:spPr>
              <a:xfrm rot="3722880">
                <a:off x="3031293" y="5198341"/>
                <a:ext cx="886206" cy="234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900" b="1" dirty="0"/>
              </a:p>
            </p:txBody>
          </p:sp>
        </mc:Choice>
        <mc:Fallback xmlns="">
          <p:sp>
            <p:nvSpPr>
              <p:cNvPr id="542" name="文本框 541">
                <a:extLst>
                  <a:ext uri="{FF2B5EF4-FFF2-40B4-BE49-F238E27FC236}">
                    <a16:creationId xmlns:a16="http://schemas.microsoft.com/office/drawing/2014/main" id="{900D3B68-DE26-4B7A-AFF1-76A451463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722880">
                <a:off x="3031293" y="5198341"/>
                <a:ext cx="886206" cy="234360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3" name="文本框 542">
                <a:extLst>
                  <a:ext uri="{FF2B5EF4-FFF2-40B4-BE49-F238E27FC236}">
                    <a16:creationId xmlns:a16="http://schemas.microsoft.com/office/drawing/2014/main" id="{2702237E-2824-45CC-8C3D-2FC6FA2C2A28}"/>
                  </a:ext>
                </a:extLst>
              </p:cNvPr>
              <p:cNvSpPr txBox="1"/>
              <p:nvPr/>
            </p:nvSpPr>
            <p:spPr>
              <a:xfrm rot="1600804">
                <a:off x="3987161" y="4985944"/>
                <a:ext cx="886206" cy="234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 smtClean="0">
                              <a:solidFill>
                                <a:srgbClr val="217BB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900" b="1" i="1" smtClean="0">
                              <a:solidFill>
                                <a:srgbClr val="217BB7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 smtClean="0">
                              <a:solidFill>
                                <a:srgbClr val="217BB7"/>
                              </a:solidFill>
                              <a:latin typeface="Cambria Math" panose="02040503050406030204" pitchFamily="18" charset="0"/>
                            </a:rPr>
                            <m:t>𝒊𝒏𝒕𝒆𝒓</m:t>
                          </m:r>
                        </m:sup>
                      </m:sSup>
                      <m:r>
                        <a:rPr lang="en-US" altLang="zh-CN" sz="900" b="1" i="1" smtClean="0">
                          <a:solidFill>
                            <a:srgbClr val="217BB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900" b="1" i="1" smtClean="0">
                          <a:solidFill>
                            <a:srgbClr val="217BB7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900" b="1" dirty="0">
                  <a:solidFill>
                    <a:srgbClr val="217BB7"/>
                  </a:solidFill>
                </a:endParaRPr>
              </a:p>
            </p:txBody>
          </p:sp>
        </mc:Choice>
        <mc:Fallback xmlns="">
          <p:sp>
            <p:nvSpPr>
              <p:cNvPr id="543" name="文本框 542">
                <a:extLst>
                  <a:ext uri="{FF2B5EF4-FFF2-40B4-BE49-F238E27FC236}">
                    <a16:creationId xmlns:a16="http://schemas.microsoft.com/office/drawing/2014/main" id="{2702237E-2824-45CC-8C3D-2FC6FA2C2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00804">
                <a:off x="3987161" y="4985944"/>
                <a:ext cx="886206" cy="234360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4" name="文本框 543">
                <a:extLst>
                  <a:ext uri="{FF2B5EF4-FFF2-40B4-BE49-F238E27FC236}">
                    <a16:creationId xmlns:a16="http://schemas.microsoft.com/office/drawing/2014/main" id="{A282E244-2F27-4292-8EB8-7B713A35C062}"/>
                  </a:ext>
                </a:extLst>
              </p:cNvPr>
              <p:cNvSpPr txBox="1"/>
              <p:nvPr/>
            </p:nvSpPr>
            <p:spPr>
              <a:xfrm rot="3845669">
                <a:off x="4420504" y="5085933"/>
                <a:ext cx="886206" cy="234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 smtClean="0">
                              <a:solidFill>
                                <a:srgbClr val="F4B3B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900" b="1" i="1" smtClean="0">
                              <a:solidFill>
                                <a:srgbClr val="F4B3B3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 smtClean="0">
                              <a:solidFill>
                                <a:srgbClr val="F4B3B3"/>
                              </a:solidFill>
                              <a:latin typeface="Cambria Math" panose="02040503050406030204" pitchFamily="18" charset="0"/>
                            </a:rPr>
                            <m:t>𝒊𝒏𝒕𝒆𝒓</m:t>
                          </m:r>
                        </m:sup>
                      </m:sSup>
                      <m:r>
                        <a:rPr lang="en-US" altLang="zh-CN" sz="900" b="1" i="1" smtClean="0">
                          <a:solidFill>
                            <a:srgbClr val="F4B3B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900" b="1" i="1" smtClean="0">
                          <a:solidFill>
                            <a:srgbClr val="F4B3B3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900" b="1" dirty="0">
                  <a:solidFill>
                    <a:srgbClr val="F4B3B3"/>
                  </a:solidFill>
                </a:endParaRPr>
              </a:p>
            </p:txBody>
          </p:sp>
        </mc:Choice>
        <mc:Fallback xmlns="">
          <p:sp>
            <p:nvSpPr>
              <p:cNvPr id="544" name="文本框 543">
                <a:extLst>
                  <a:ext uri="{FF2B5EF4-FFF2-40B4-BE49-F238E27FC236}">
                    <a16:creationId xmlns:a16="http://schemas.microsoft.com/office/drawing/2014/main" id="{A282E244-2F27-4292-8EB8-7B713A35C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845669">
                <a:off x="4420504" y="5085933"/>
                <a:ext cx="886206" cy="234360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5" name="直接连接符 544">
            <a:extLst>
              <a:ext uri="{FF2B5EF4-FFF2-40B4-BE49-F238E27FC236}">
                <a16:creationId xmlns:a16="http://schemas.microsoft.com/office/drawing/2014/main" id="{6AEBED6E-43F5-4170-AF18-56E93835110D}"/>
              </a:ext>
            </a:extLst>
          </p:cNvPr>
          <p:cNvCxnSpPr>
            <a:cxnSpLocks/>
          </p:cNvCxnSpPr>
          <p:nvPr/>
        </p:nvCxnSpPr>
        <p:spPr>
          <a:xfrm flipV="1">
            <a:off x="2659888" y="4335918"/>
            <a:ext cx="2748593" cy="1915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6" name="文本框 545">
                <a:extLst>
                  <a:ext uri="{FF2B5EF4-FFF2-40B4-BE49-F238E27FC236}">
                    <a16:creationId xmlns:a16="http://schemas.microsoft.com/office/drawing/2014/main" id="{C6927204-26D7-4C3D-96FF-1126673289EA}"/>
                  </a:ext>
                </a:extLst>
              </p:cNvPr>
              <p:cNvSpPr txBox="1"/>
              <p:nvPr/>
            </p:nvSpPr>
            <p:spPr>
              <a:xfrm>
                <a:off x="5572597" y="2019457"/>
                <a:ext cx="45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6" name="文本框 545">
                <a:extLst>
                  <a:ext uri="{FF2B5EF4-FFF2-40B4-BE49-F238E27FC236}">
                    <a16:creationId xmlns:a16="http://schemas.microsoft.com/office/drawing/2014/main" id="{C6927204-26D7-4C3D-96FF-112667328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597" y="2019457"/>
                <a:ext cx="45719" cy="369332"/>
              </a:xfrm>
              <a:prstGeom prst="rect">
                <a:avLst/>
              </a:prstGeom>
              <a:blipFill>
                <a:blip r:embed="rId53"/>
                <a:stretch>
                  <a:fillRect l="-162500" r="-625000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C42F89FD-B38B-4AD3-838C-8511C6EBBA34}"/>
              </a:ext>
            </a:extLst>
          </p:cNvPr>
          <p:cNvCxnSpPr>
            <a:cxnSpLocks/>
          </p:cNvCxnSpPr>
          <p:nvPr/>
        </p:nvCxnSpPr>
        <p:spPr>
          <a:xfrm>
            <a:off x="5185224" y="2217375"/>
            <a:ext cx="4370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0" name="文本框 569">
                <a:extLst>
                  <a:ext uri="{FF2B5EF4-FFF2-40B4-BE49-F238E27FC236}">
                    <a16:creationId xmlns:a16="http://schemas.microsoft.com/office/drawing/2014/main" id="{919229BC-5189-4D68-B71C-8CB3F20F71FE}"/>
                  </a:ext>
                </a:extLst>
              </p:cNvPr>
              <p:cNvSpPr txBox="1"/>
              <p:nvPr/>
            </p:nvSpPr>
            <p:spPr>
              <a:xfrm>
                <a:off x="5448968" y="3302597"/>
                <a:ext cx="45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1" i="1" smtClean="0"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0" name="文本框 569">
                <a:extLst>
                  <a:ext uri="{FF2B5EF4-FFF2-40B4-BE49-F238E27FC236}">
                    <a16:creationId xmlns:a16="http://schemas.microsoft.com/office/drawing/2014/main" id="{919229BC-5189-4D68-B71C-8CB3F20F7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968" y="3302597"/>
                <a:ext cx="45719" cy="369332"/>
              </a:xfrm>
              <a:prstGeom prst="rect">
                <a:avLst/>
              </a:prstGeom>
              <a:blipFill>
                <a:blip r:embed="rId54"/>
                <a:stretch>
                  <a:fillRect l="-185714" r="-728571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5" name="直接箭头连接符 584">
            <a:extLst>
              <a:ext uri="{FF2B5EF4-FFF2-40B4-BE49-F238E27FC236}">
                <a16:creationId xmlns:a16="http://schemas.microsoft.com/office/drawing/2014/main" id="{24F0D5AA-F368-466E-B1EC-E1AAE9DE29BC}"/>
              </a:ext>
            </a:extLst>
          </p:cNvPr>
          <p:cNvCxnSpPr>
            <a:cxnSpLocks/>
          </p:cNvCxnSpPr>
          <p:nvPr/>
        </p:nvCxnSpPr>
        <p:spPr>
          <a:xfrm>
            <a:off x="5185224" y="3502807"/>
            <a:ext cx="31282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EF401931-7BAB-4012-B017-7B6D87949B4A}"/>
              </a:ext>
            </a:extLst>
          </p:cNvPr>
          <p:cNvCxnSpPr>
            <a:cxnSpLocks/>
          </p:cNvCxnSpPr>
          <p:nvPr/>
        </p:nvCxnSpPr>
        <p:spPr>
          <a:xfrm flipV="1">
            <a:off x="5255407" y="3589028"/>
            <a:ext cx="332538" cy="1597761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连接符: 肘形 593">
            <a:extLst>
              <a:ext uri="{FF2B5EF4-FFF2-40B4-BE49-F238E27FC236}">
                <a16:creationId xmlns:a16="http://schemas.microsoft.com/office/drawing/2014/main" id="{82E89F03-7FE0-4564-84BA-12765FB4708C}"/>
              </a:ext>
            </a:extLst>
          </p:cNvPr>
          <p:cNvCxnSpPr>
            <a:cxnSpLocks/>
          </p:cNvCxnSpPr>
          <p:nvPr/>
        </p:nvCxnSpPr>
        <p:spPr>
          <a:xfrm flipV="1">
            <a:off x="5284110" y="2309249"/>
            <a:ext cx="423416" cy="287864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连接符: 肘形 594">
            <a:extLst>
              <a:ext uri="{FF2B5EF4-FFF2-40B4-BE49-F238E27FC236}">
                <a16:creationId xmlns:a16="http://schemas.microsoft.com/office/drawing/2014/main" id="{2E7ECC1C-CC89-4FD8-8295-E12B615B883E}"/>
              </a:ext>
            </a:extLst>
          </p:cNvPr>
          <p:cNvCxnSpPr>
            <a:cxnSpLocks/>
            <a:stCxn id="512" idx="3"/>
          </p:cNvCxnSpPr>
          <p:nvPr/>
        </p:nvCxnSpPr>
        <p:spPr>
          <a:xfrm flipV="1">
            <a:off x="5189919" y="1255697"/>
            <a:ext cx="618448" cy="393219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直接箭头连接符 595">
            <a:extLst>
              <a:ext uri="{FF2B5EF4-FFF2-40B4-BE49-F238E27FC236}">
                <a16:creationId xmlns:a16="http://schemas.microsoft.com/office/drawing/2014/main" id="{CADBA91F-CD7E-49A1-BF04-98F6901900C4}"/>
              </a:ext>
            </a:extLst>
          </p:cNvPr>
          <p:cNvCxnSpPr>
            <a:cxnSpLocks/>
          </p:cNvCxnSpPr>
          <p:nvPr/>
        </p:nvCxnSpPr>
        <p:spPr>
          <a:xfrm>
            <a:off x="5672368" y="3502416"/>
            <a:ext cx="34584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7" name="直接箭头连接符 596">
            <a:extLst>
              <a:ext uri="{FF2B5EF4-FFF2-40B4-BE49-F238E27FC236}">
                <a16:creationId xmlns:a16="http://schemas.microsoft.com/office/drawing/2014/main" id="{7BA5A2C0-1314-4225-AB18-2C69F35AEFC2}"/>
              </a:ext>
            </a:extLst>
          </p:cNvPr>
          <p:cNvCxnSpPr>
            <a:cxnSpLocks/>
          </p:cNvCxnSpPr>
          <p:nvPr/>
        </p:nvCxnSpPr>
        <p:spPr>
          <a:xfrm>
            <a:off x="5801101" y="2223455"/>
            <a:ext cx="21150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8" name="直接箭头连接符 597">
            <a:extLst>
              <a:ext uri="{FF2B5EF4-FFF2-40B4-BE49-F238E27FC236}">
                <a16:creationId xmlns:a16="http://schemas.microsoft.com/office/drawing/2014/main" id="{6154A09B-5EEE-4FE0-B541-A9EC8B717BC9}"/>
              </a:ext>
            </a:extLst>
          </p:cNvPr>
          <p:cNvCxnSpPr>
            <a:cxnSpLocks/>
          </p:cNvCxnSpPr>
          <p:nvPr/>
        </p:nvCxnSpPr>
        <p:spPr>
          <a:xfrm flipV="1">
            <a:off x="5902130" y="1162829"/>
            <a:ext cx="13112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9" name="直接箭头连接符 598">
            <a:extLst>
              <a:ext uri="{FF2B5EF4-FFF2-40B4-BE49-F238E27FC236}">
                <a16:creationId xmlns:a16="http://schemas.microsoft.com/office/drawing/2014/main" id="{12A7A94B-7C40-47E9-A1B2-532D922F1CD7}"/>
              </a:ext>
            </a:extLst>
          </p:cNvPr>
          <p:cNvCxnSpPr>
            <a:cxnSpLocks/>
          </p:cNvCxnSpPr>
          <p:nvPr/>
        </p:nvCxnSpPr>
        <p:spPr>
          <a:xfrm>
            <a:off x="5191240" y="1148784"/>
            <a:ext cx="535145" cy="62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4" name="文本框 603">
                <a:extLst>
                  <a:ext uri="{FF2B5EF4-FFF2-40B4-BE49-F238E27FC236}">
                    <a16:creationId xmlns:a16="http://schemas.microsoft.com/office/drawing/2014/main" id="{871F4711-AB67-470C-A8BD-0CA116F40126}"/>
                  </a:ext>
                </a:extLst>
              </p:cNvPr>
              <p:cNvSpPr txBox="1"/>
              <p:nvPr/>
            </p:nvSpPr>
            <p:spPr>
              <a:xfrm>
                <a:off x="5793628" y="4023965"/>
                <a:ext cx="2821478" cy="3273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𝒄𝒐𝒎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𝒌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∈{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𝒑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}</m:t>
                          </m:r>
                        </m:sup>
                      </m:sSub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𝒊𝒏𝒕𝒓𝒂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𝒌</m:t>
                          </m:r>
                        </m:sup>
                      </m:sSub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𝒖𝒊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𝒊𝒏𝒕𝒆𝒓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04" name="文本框 603">
                <a:extLst>
                  <a:ext uri="{FF2B5EF4-FFF2-40B4-BE49-F238E27FC236}">
                    <a16:creationId xmlns:a16="http://schemas.microsoft.com/office/drawing/2014/main" id="{871F4711-AB67-470C-A8BD-0CA116F401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628" y="4023965"/>
                <a:ext cx="2821478" cy="327334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3" name="文本框 622">
            <a:extLst>
              <a:ext uri="{FF2B5EF4-FFF2-40B4-BE49-F238E27FC236}">
                <a16:creationId xmlns:a16="http://schemas.microsoft.com/office/drawing/2014/main" id="{39223A24-24F9-4D68-832E-8651C5E20AB4}"/>
              </a:ext>
            </a:extLst>
          </p:cNvPr>
          <p:cNvSpPr txBox="1"/>
          <p:nvPr/>
        </p:nvSpPr>
        <p:spPr>
          <a:xfrm rot="3119561">
            <a:off x="7696448" y="1161246"/>
            <a:ext cx="7074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1+3=4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4" name="文本框 623">
            <a:extLst>
              <a:ext uri="{FF2B5EF4-FFF2-40B4-BE49-F238E27FC236}">
                <a16:creationId xmlns:a16="http://schemas.microsoft.com/office/drawing/2014/main" id="{455EF407-C72B-4FFA-8A90-35FAE67A5B66}"/>
              </a:ext>
            </a:extLst>
          </p:cNvPr>
          <p:cNvSpPr txBox="1"/>
          <p:nvPr/>
        </p:nvSpPr>
        <p:spPr>
          <a:xfrm rot="3119561">
            <a:off x="7658418" y="2325038"/>
            <a:ext cx="7074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1+3=4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7" name="图形 96">
            <a:extLst>
              <a:ext uri="{FF2B5EF4-FFF2-40B4-BE49-F238E27FC236}">
                <a16:creationId xmlns:a16="http://schemas.microsoft.com/office/drawing/2014/main" id="{F43A3606-7287-47A6-9946-923ACBDDC50A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6591171" y="1044533"/>
            <a:ext cx="212382" cy="212382"/>
          </a:xfrm>
          <a:prstGeom prst="rect">
            <a:avLst/>
          </a:prstGeom>
        </p:spPr>
      </p:pic>
      <p:pic>
        <p:nvPicPr>
          <p:cNvPr id="633" name="图形 632">
            <a:extLst>
              <a:ext uri="{FF2B5EF4-FFF2-40B4-BE49-F238E27FC236}">
                <a16:creationId xmlns:a16="http://schemas.microsoft.com/office/drawing/2014/main" id="{4AFB9776-3E61-4556-8D8B-DB006BC3D629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6805576" y="1090313"/>
            <a:ext cx="212382" cy="212382"/>
          </a:xfrm>
          <a:prstGeom prst="rect">
            <a:avLst/>
          </a:prstGeom>
        </p:spPr>
      </p:pic>
      <p:pic>
        <p:nvPicPr>
          <p:cNvPr id="634" name="图形 633">
            <a:extLst>
              <a:ext uri="{FF2B5EF4-FFF2-40B4-BE49-F238E27FC236}">
                <a16:creationId xmlns:a16="http://schemas.microsoft.com/office/drawing/2014/main" id="{41E54E6F-DF6F-4789-A0C0-3607DD015C29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6436805" y="2209748"/>
            <a:ext cx="212382" cy="212382"/>
          </a:xfrm>
          <a:prstGeom prst="rect">
            <a:avLst/>
          </a:prstGeom>
        </p:spPr>
      </p:pic>
      <p:pic>
        <p:nvPicPr>
          <p:cNvPr id="635" name="图形 634">
            <a:extLst>
              <a:ext uri="{FF2B5EF4-FFF2-40B4-BE49-F238E27FC236}">
                <a16:creationId xmlns:a16="http://schemas.microsoft.com/office/drawing/2014/main" id="{1EFDDDA9-0AE2-416D-A3AB-A153073E6824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6767272" y="5326211"/>
            <a:ext cx="212382" cy="2123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4" name="文本框 773">
                <a:extLst>
                  <a:ext uri="{FF2B5EF4-FFF2-40B4-BE49-F238E27FC236}">
                    <a16:creationId xmlns:a16="http://schemas.microsoft.com/office/drawing/2014/main" id="{938E9215-3569-46A7-8720-ADD852A8E0FB}"/>
                  </a:ext>
                </a:extLst>
              </p:cNvPr>
              <p:cNvSpPr txBox="1"/>
              <p:nvPr/>
            </p:nvSpPr>
            <p:spPr>
              <a:xfrm>
                <a:off x="8831763" y="5775918"/>
                <a:ext cx="315383" cy="3005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 xmlns="">
          <p:sp>
            <p:nvSpPr>
              <p:cNvPr id="774" name="文本框 773">
                <a:extLst>
                  <a:ext uri="{FF2B5EF4-FFF2-40B4-BE49-F238E27FC236}">
                    <a16:creationId xmlns:a16="http://schemas.microsoft.com/office/drawing/2014/main" id="{938E9215-3569-46A7-8720-ADD852A8E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1763" y="5775918"/>
                <a:ext cx="315383" cy="300595"/>
              </a:xfrm>
              <a:prstGeom prst="rect">
                <a:avLst/>
              </a:prstGeom>
              <a:blipFill>
                <a:blip r:embed="rId58"/>
                <a:stretch>
                  <a:fillRect r="-17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6" name="直接箭头连接符 775">
            <a:extLst>
              <a:ext uri="{FF2B5EF4-FFF2-40B4-BE49-F238E27FC236}">
                <a16:creationId xmlns:a16="http://schemas.microsoft.com/office/drawing/2014/main" id="{C425648E-A811-482D-A1E8-278110AE9EE1}"/>
              </a:ext>
            </a:extLst>
          </p:cNvPr>
          <p:cNvCxnSpPr>
            <a:cxnSpLocks/>
          </p:cNvCxnSpPr>
          <p:nvPr/>
        </p:nvCxnSpPr>
        <p:spPr>
          <a:xfrm flipV="1">
            <a:off x="11353279" y="3140583"/>
            <a:ext cx="0" cy="1452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7" name="文本框 776">
                <a:extLst>
                  <a:ext uri="{FF2B5EF4-FFF2-40B4-BE49-F238E27FC236}">
                    <a16:creationId xmlns:a16="http://schemas.microsoft.com/office/drawing/2014/main" id="{2069665A-416D-4E64-BF3D-C3121A1C7C32}"/>
                  </a:ext>
                </a:extLst>
              </p:cNvPr>
              <p:cNvSpPr txBox="1"/>
              <p:nvPr/>
            </p:nvSpPr>
            <p:spPr>
              <a:xfrm>
                <a:off x="8229439" y="3850350"/>
                <a:ext cx="4158058" cy="3132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  <m:r>
                        <a:rPr lang="en-US" altLang="zh-CN" sz="12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𝑯𝒊𝒈𝒉𝑾𝒆𝒊𝒈𝒉𝒕𝑺𝒂𝒎𝒑𝒍𝒆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77" name="文本框 776">
                <a:extLst>
                  <a:ext uri="{FF2B5EF4-FFF2-40B4-BE49-F238E27FC236}">
                    <a16:creationId xmlns:a16="http://schemas.microsoft.com/office/drawing/2014/main" id="{2069665A-416D-4E64-BF3D-C3121A1C7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439" y="3850350"/>
                <a:ext cx="4158058" cy="313227"/>
              </a:xfrm>
              <a:prstGeom prst="rect">
                <a:avLst/>
              </a:prstGeom>
              <a:blipFill>
                <a:blip r:embed="rId59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8" name="直接连接符 777">
            <a:extLst>
              <a:ext uri="{FF2B5EF4-FFF2-40B4-BE49-F238E27FC236}">
                <a16:creationId xmlns:a16="http://schemas.microsoft.com/office/drawing/2014/main" id="{7D1F0539-D5CD-4A53-83C7-49A10CAF3351}"/>
              </a:ext>
            </a:extLst>
          </p:cNvPr>
          <p:cNvCxnSpPr>
            <a:cxnSpLocks/>
          </p:cNvCxnSpPr>
          <p:nvPr/>
        </p:nvCxnSpPr>
        <p:spPr>
          <a:xfrm>
            <a:off x="11178129" y="3543890"/>
            <a:ext cx="633982" cy="10157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79" name="直接连接符 778">
            <a:extLst>
              <a:ext uri="{FF2B5EF4-FFF2-40B4-BE49-F238E27FC236}">
                <a16:creationId xmlns:a16="http://schemas.microsoft.com/office/drawing/2014/main" id="{77B19248-3336-4B3B-8D74-BFB6558906E8}"/>
              </a:ext>
            </a:extLst>
          </p:cNvPr>
          <p:cNvCxnSpPr>
            <a:cxnSpLocks/>
            <a:endCxn id="875" idx="0"/>
          </p:cNvCxnSpPr>
          <p:nvPr/>
        </p:nvCxnSpPr>
        <p:spPr>
          <a:xfrm>
            <a:off x="11552564" y="3540797"/>
            <a:ext cx="257206" cy="110919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80" name="直接箭头连接符 779">
            <a:extLst>
              <a:ext uri="{FF2B5EF4-FFF2-40B4-BE49-F238E27FC236}">
                <a16:creationId xmlns:a16="http://schemas.microsoft.com/office/drawing/2014/main" id="{99EA365F-C712-4AD4-8DA7-B0F5474A7F5A}"/>
              </a:ext>
            </a:extLst>
          </p:cNvPr>
          <p:cNvCxnSpPr>
            <a:cxnSpLocks/>
          </p:cNvCxnSpPr>
          <p:nvPr/>
        </p:nvCxnSpPr>
        <p:spPr>
          <a:xfrm>
            <a:off x="8362675" y="1294118"/>
            <a:ext cx="17497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1" name="直接箭头连接符 780">
            <a:extLst>
              <a:ext uri="{FF2B5EF4-FFF2-40B4-BE49-F238E27FC236}">
                <a16:creationId xmlns:a16="http://schemas.microsoft.com/office/drawing/2014/main" id="{DF714753-6286-44EF-AA3F-7B000BE90E7D}"/>
              </a:ext>
            </a:extLst>
          </p:cNvPr>
          <p:cNvCxnSpPr>
            <a:cxnSpLocks/>
          </p:cNvCxnSpPr>
          <p:nvPr/>
        </p:nvCxnSpPr>
        <p:spPr>
          <a:xfrm>
            <a:off x="7149628" y="4324715"/>
            <a:ext cx="0" cy="1263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3" name="直接箭头连接符 782">
            <a:extLst>
              <a:ext uri="{FF2B5EF4-FFF2-40B4-BE49-F238E27FC236}">
                <a16:creationId xmlns:a16="http://schemas.microsoft.com/office/drawing/2014/main" id="{4DB91235-95B9-4AB4-B000-32BDBA590344}"/>
              </a:ext>
            </a:extLst>
          </p:cNvPr>
          <p:cNvCxnSpPr>
            <a:cxnSpLocks/>
          </p:cNvCxnSpPr>
          <p:nvPr/>
        </p:nvCxnSpPr>
        <p:spPr>
          <a:xfrm>
            <a:off x="11143324" y="1153703"/>
            <a:ext cx="272781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4" name="直接箭头连接符 783">
            <a:extLst>
              <a:ext uri="{FF2B5EF4-FFF2-40B4-BE49-F238E27FC236}">
                <a16:creationId xmlns:a16="http://schemas.microsoft.com/office/drawing/2014/main" id="{0AFE7BCB-39E4-490B-A52F-CC6AE4DBE62E}"/>
              </a:ext>
            </a:extLst>
          </p:cNvPr>
          <p:cNvCxnSpPr>
            <a:cxnSpLocks/>
          </p:cNvCxnSpPr>
          <p:nvPr/>
        </p:nvCxnSpPr>
        <p:spPr>
          <a:xfrm flipV="1">
            <a:off x="11798445" y="1293372"/>
            <a:ext cx="3888" cy="7826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5" name="文本框 784">
            <a:extLst>
              <a:ext uri="{FF2B5EF4-FFF2-40B4-BE49-F238E27FC236}">
                <a16:creationId xmlns:a16="http://schemas.microsoft.com/office/drawing/2014/main" id="{11079813-609B-44DF-B302-D532D02A8A2F}"/>
              </a:ext>
            </a:extLst>
          </p:cNvPr>
          <p:cNvSpPr txBox="1"/>
          <p:nvPr/>
        </p:nvSpPr>
        <p:spPr>
          <a:xfrm>
            <a:off x="-232186" y="-9978"/>
            <a:ext cx="2431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page view</a:t>
            </a:r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:cart</a:t>
            </a:r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:buy</a:t>
            </a:r>
            <a:r>
              <a:rPr lang="zh-CN" altLang="en-US" sz="1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6" name="文本框 795">
                <a:extLst>
                  <a:ext uri="{FF2B5EF4-FFF2-40B4-BE49-F238E27FC236}">
                    <a16:creationId xmlns:a16="http://schemas.microsoft.com/office/drawing/2014/main" id="{7D772A85-EA6C-416F-A511-D181516FF784}"/>
                  </a:ext>
                </a:extLst>
              </p:cNvPr>
              <p:cNvSpPr txBox="1"/>
              <p:nvPr/>
            </p:nvSpPr>
            <p:spPr>
              <a:xfrm>
                <a:off x="2729632" y="-40981"/>
                <a:ext cx="9329189" cy="322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𝒑</m:t>
                        </m:r>
                      </m:sup>
                    </m:sSubSup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𝑮𝒓𝒂𝒑𝒉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sup>
                    </m:sSubSup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𝑮𝒓𝒂𝒑𝒉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sup>
                    </m:sSubSup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𝑮𝒓𝒂𝒑𝒉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  </m:t>
                    </m:r>
                    <m:sSubSup>
                      <m:sSubSup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  <m:sup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𝒅𝒆</m:t>
                        </m:r>
                      </m:sup>
                    </m:sSubSup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𝒅𝒆𝒏𝒐𝒊𝒔𝒆𝒅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𝑮𝒓𝒂𝒑𝒉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altLang="zh-CN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𝒅𝒆</m:t>
                        </m:r>
                      </m:sup>
                    </m:sSubSup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𝒅𝒆𝒏𝒐𝒊𝒔𝒆𝒅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𝑮𝒓𝒂𝒑𝒉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𝒅𝒆</m:t>
                        </m:r>
                      </m:sup>
                    </m:sSubSup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𝒘𝒆𝒊𝒈𝒉𝒕𝒆𝒅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𝑮𝒓𝒂𝒑𝒉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200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zh-CN" altLang="en-US" sz="12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96" name="文本框 795">
                <a:extLst>
                  <a:ext uri="{FF2B5EF4-FFF2-40B4-BE49-F238E27FC236}">
                    <a16:creationId xmlns:a16="http://schemas.microsoft.com/office/drawing/2014/main" id="{7D772A85-EA6C-416F-A511-D181516FF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632" y="-40981"/>
                <a:ext cx="9329189" cy="322589"/>
              </a:xfrm>
              <a:prstGeom prst="rect">
                <a:avLst/>
              </a:prstGeom>
              <a:blipFill>
                <a:blip r:embed="rId60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4" name="文本框 803">
                <a:extLst>
                  <a:ext uri="{FF2B5EF4-FFF2-40B4-BE49-F238E27FC236}">
                    <a16:creationId xmlns:a16="http://schemas.microsoft.com/office/drawing/2014/main" id="{AC46449C-C370-43FB-A24E-BAE462D1E98E}"/>
                  </a:ext>
                </a:extLst>
              </p:cNvPr>
              <p:cNvSpPr txBox="1"/>
              <p:nvPr/>
            </p:nvSpPr>
            <p:spPr>
              <a:xfrm>
                <a:off x="1733944" y="-36281"/>
                <a:ext cx="172354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𝒑</m:t>
                      </m:r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&lt;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𝒃𝒆𝒉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𝒄</m:t>
                      </m:r>
                      <m:sSub>
                        <m:sSub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&lt;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𝒃𝒆𝒉</m:t>
                          </m:r>
                        </m:sub>
                      </m:sSub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𝒃</m:t>
                      </m:r>
                    </m:oMath>
                  </m:oMathPara>
                </a14:m>
                <a:endPara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04" name="文本框 803">
                <a:extLst>
                  <a:ext uri="{FF2B5EF4-FFF2-40B4-BE49-F238E27FC236}">
                    <a16:creationId xmlns:a16="http://schemas.microsoft.com/office/drawing/2014/main" id="{AC46449C-C370-43FB-A24E-BAE462D1E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3944" y="-36281"/>
                <a:ext cx="1723549" cy="276999"/>
              </a:xfrm>
              <a:prstGeom prst="rect">
                <a:avLst/>
              </a:prstGeom>
              <a:blipFill>
                <a:blip r:embed="rId61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5" name="文本框 804">
                <a:extLst>
                  <a:ext uri="{FF2B5EF4-FFF2-40B4-BE49-F238E27FC236}">
                    <a16:creationId xmlns:a16="http://schemas.microsoft.com/office/drawing/2014/main" id="{26CC4102-9D6D-4088-AC33-E44F1C6946D9}"/>
                  </a:ext>
                </a:extLst>
              </p:cNvPr>
              <p:cNvSpPr txBox="1"/>
              <p:nvPr/>
            </p:nvSpPr>
            <p:spPr>
              <a:xfrm>
                <a:off x="379147" y="248381"/>
                <a:ext cx="2213602" cy="28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𝒑</m:t>
                          </m:r>
                        </m:sup>
                      </m:s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&lt;</m:t>
                      </m:r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</m:t>
                          </m:r>
                        </m:sup>
                      </m:s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&lt;</m:t>
                      </m:r>
                      <m:sSup>
                        <m:sSupPr>
                          <m:ctrlPr>
                            <a:rPr lang="en-US" altLang="zh-CN" sz="12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sup>
                      </m:sSup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05" name="文本框 804">
                <a:extLst>
                  <a:ext uri="{FF2B5EF4-FFF2-40B4-BE49-F238E27FC236}">
                    <a16:creationId xmlns:a16="http://schemas.microsoft.com/office/drawing/2014/main" id="{26CC4102-9D6D-4088-AC33-E44F1C694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47" y="248381"/>
                <a:ext cx="2213602" cy="283989"/>
              </a:xfrm>
              <a:prstGeom prst="rect">
                <a:avLst/>
              </a:prstGeom>
              <a:blipFill>
                <a:blip r:embed="rId6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6" name="文本框 805">
                <a:extLst>
                  <a:ext uri="{FF2B5EF4-FFF2-40B4-BE49-F238E27FC236}">
                    <a16:creationId xmlns:a16="http://schemas.microsoft.com/office/drawing/2014/main" id="{3A01F819-1ED1-4C1C-9B1E-8742A6800512}"/>
                  </a:ext>
                </a:extLst>
              </p:cNvPr>
              <p:cNvSpPr txBox="1"/>
              <p:nvPr/>
            </p:nvSpPr>
            <p:spPr>
              <a:xfrm>
                <a:off x="-268826" y="5918689"/>
                <a:ext cx="3308556" cy="1046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</m:sub>
                    </m:sSub>
                    <m:r>
                      <a:rPr lang="en-US" altLang="zh-CN" sz="1200" b="1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User Similarity Graphs</a:t>
                </a:r>
                <a14:m>
                  <m:oMath xmlns:m="http://schemas.openxmlformats.org/officeDocument/2006/math">
                    <m:r>
                      <a:rPr lang="en-US" altLang="zh-CN" sz="1200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1200" b="1" i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sub>
                    </m:sSub>
                    <m:r>
                      <a:rPr lang="en-US" altLang="zh-CN" sz="1200" b="1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Item Similarity Graphs</a:t>
                </a:r>
                <a14:m>
                  <m:oMath xmlns:m="http://schemas.openxmlformats.org/officeDocument/2006/math">
                    <m:r>
                      <a:rPr lang="en-US" altLang="zh-CN" sz="1200" b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</m:sub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𝒅𝒆</m:t>
                        </m:r>
                      </m:sup>
                    </m:sSubSup>
                    <m:r>
                      <a:rPr lang="en-US" altLang="zh-CN" sz="1200" b="1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Denoised User Similarity Graphs</a:t>
                </a:r>
                <a14:m>
                  <m:oMath xmlns:m="http://schemas.openxmlformats.org/officeDocument/2006/math">
                    <m:r>
                      <a:rPr lang="en-US" altLang="zh-CN" sz="1200" b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200" b="1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𝒅𝒆</m:t>
                        </m:r>
                      </m:sup>
                    </m:sSubSup>
                    <m:r>
                      <a:rPr lang="en-US" altLang="zh-CN" sz="1200" b="1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200" b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Denoised Item </a:t>
                </a:r>
                <a:r>
                  <a:rPr lang="en-US" altLang="zh-CN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Similarity Graphs</a:t>
                </a:r>
                <a14:m>
                  <m:oMath xmlns:m="http://schemas.openxmlformats.org/officeDocument/2006/math">
                    <m:r>
                      <a:rPr lang="en-US" altLang="zh-CN" sz="1200" b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zh-CN" altLang="en-US" sz="12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zh-CN" altLang="en-US" sz="12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</a:t>
                </a:r>
              </a:p>
            </p:txBody>
          </p:sp>
        </mc:Choice>
        <mc:Fallback xmlns="">
          <p:sp>
            <p:nvSpPr>
              <p:cNvPr id="806" name="文本框 805">
                <a:extLst>
                  <a:ext uri="{FF2B5EF4-FFF2-40B4-BE49-F238E27FC236}">
                    <a16:creationId xmlns:a16="http://schemas.microsoft.com/office/drawing/2014/main" id="{3A01F819-1ED1-4C1C-9B1E-8742A6800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8826" y="5918689"/>
                <a:ext cx="3308556" cy="1046120"/>
              </a:xfrm>
              <a:prstGeom prst="rect">
                <a:avLst/>
              </a:prstGeom>
              <a:blipFill>
                <a:blip r:embed="rId63"/>
                <a:stretch>
                  <a:fillRect t="-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5" name="矩形 474">
            <a:extLst>
              <a:ext uri="{FF2B5EF4-FFF2-40B4-BE49-F238E27FC236}">
                <a16:creationId xmlns:a16="http://schemas.microsoft.com/office/drawing/2014/main" id="{FBF36C9D-865E-4135-9D8D-DFA5416A25C6}"/>
              </a:ext>
            </a:extLst>
          </p:cNvPr>
          <p:cNvSpPr/>
          <p:nvPr/>
        </p:nvSpPr>
        <p:spPr>
          <a:xfrm>
            <a:off x="8712279" y="251789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6" name="矩形 475">
            <a:extLst>
              <a:ext uri="{FF2B5EF4-FFF2-40B4-BE49-F238E27FC236}">
                <a16:creationId xmlns:a16="http://schemas.microsoft.com/office/drawing/2014/main" id="{712F515D-B737-4B4A-9466-23C326ED965C}"/>
              </a:ext>
            </a:extLst>
          </p:cNvPr>
          <p:cNvSpPr/>
          <p:nvPr/>
        </p:nvSpPr>
        <p:spPr>
          <a:xfrm>
            <a:off x="8842907" y="251789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7" name="矩形 476">
            <a:extLst>
              <a:ext uri="{FF2B5EF4-FFF2-40B4-BE49-F238E27FC236}">
                <a16:creationId xmlns:a16="http://schemas.microsoft.com/office/drawing/2014/main" id="{C71E439C-62A1-445F-B4D8-A5451BF73180}"/>
              </a:ext>
            </a:extLst>
          </p:cNvPr>
          <p:cNvSpPr/>
          <p:nvPr/>
        </p:nvSpPr>
        <p:spPr>
          <a:xfrm>
            <a:off x="8972800" y="251789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8" name="矩形 477">
            <a:extLst>
              <a:ext uri="{FF2B5EF4-FFF2-40B4-BE49-F238E27FC236}">
                <a16:creationId xmlns:a16="http://schemas.microsoft.com/office/drawing/2014/main" id="{6C826071-BA25-414B-8193-0B8574197664}"/>
              </a:ext>
            </a:extLst>
          </p:cNvPr>
          <p:cNvSpPr/>
          <p:nvPr/>
        </p:nvSpPr>
        <p:spPr>
          <a:xfrm>
            <a:off x="9104119" y="2517416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5" name="矩形 484">
            <a:extLst>
              <a:ext uri="{FF2B5EF4-FFF2-40B4-BE49-F238E27FC236}">
                <a16:creationId xmlns:a16="http://schemas.microsoft.com/office/drawing/2014/main" id="{ADFE7711-FF7F-4608-BE9B-6BAC342A48B4}"/>
              </a:ext>
            </a:extLst>
          </p:cNvPr>
          <p:cNvSpPr/>
          <p:nvPr/>
        </p:nvSpPr>
        <p:spPr>
          <a:xfrm>
            <a:off x="8711315" y="283501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8" name="矩形 487">
            <a:extLst>
              <a:ext uri="{FF2B5EF4-FFF2-40B4-BE49-F238E27FC236}">
                <a16:creationId xmlns:a16="http://schemas.microsoft.com/office/drawing/2014/main" id="{55C25C4A-87D4-4893-AD5A-836F218F0BBE}"/>
              </a:ext>
            </a:extLst>
          </p:cNvPr>
          <p:cNvSpPr/>
          <p:nvPr/>
        </p:nvSpPr>
        <p:spPr>
          <a:xfrm>
            <a:off x="8841943" y="283501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9" name="矩形 488">
            <a:extLst>
              <a:ext uri="{FF2B5EF4-FFF2-40B4-BE49-F238E27FC236}">
                <a16:creationId xmlns:a16="http://schemas.microsoft.com/office/drawing/2014/main" id="{CA3267F3-30D6-45C4-8733-BC225B0C4966}"/>
              </a:ext>
            </a:extLst>
          </p:cNvPr>
          <p:cNvSpPr/>
          <p:nvPr/>
        </p:nvSpPr>
        <p:spPr>
          <a:xfrm>
            <a:off x="8971836" y="283501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6" name="矩形 495">
            <a:extLst>
              <a:ext uri="{FF2B5EF4-FFF2-40B4-BE49-F238E27FC236}">
                <a16:creationId xmlns:a16="http://schemas.microsoft.com/office/drawing/2014/main" id="{8707EE38-D803-47EB-98E1-58FC3650E876}"/>
              </a:ext>
            </a:extLst>
          </p:cNvPr>
          <p:cNvSpPr/>
          <p:nvPr/>
        </p:nvSpPr>
        <p:spPr>
          <a:xfrm>
            <a:off x="9103155" y="2834539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9" name="矩形 508">
            <a:extLst>
              <a:ext uri="{FF2B5EF4-FFF2-40B4-BE49-F238E27FC236}">
                <a16:creationId xmlns:a16="http://schemas.microsoft.com/office/drawing/2014/main" id="{5628486B-9492-4698-8873-E2F9009B3B3D}"/>
              </a:ext>
            </a:extLst>
          </p:cNvPr>
          <p:cNvSpPr/>
          <p:nvPr/>
        </p:nvSpPr>
        <p:spPr>
          <a:xfrm>
            <a:off x="9326153" y="2473993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0" name="矩形 509">
            <a:extLst>
              <a:ext uri="{FF2B5EF4-FFF2-40B4-BE49-F238E27FC236}">
                <a16:creationId xmlns:a16="http://schemas.microsoft.com/office/drawing/2014/main" id="{0762B5C5-3C96-4973-90C2-468AA7032D29}"/>
              </a:ext>
            </a:extLst>
          </p:cNvPr>
          <p:cNvSpPr/>
          <p:nvPr/>
        </p:nvSpPr>
        <p:spPr>
          <a:xfrm>
            <a:off x="9456781" y="2473993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1" name="矩形 510">
            <a:extLst>
              <a:ext uri="{FF2B5EF4-FFF2-40B4-BE49-F238E27FC236}">
                <a16:creationId xmlns:a16="http://schemas.microsoft.com/office/drawing/2014/main" id="{FD6BFA1C-7C48-4FA1-87AD-AAF35E49773B}"/>
              </a:ext>
            </a:extLst>
          </p:cNvPr>
          <p:cNvSpPr/>
          <p:nvPr/>
        </p:nvSpPr>
        <p:spPr>
          <a:xfrm>
            <a:off x="9586674" y="2473993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" name="矩形 512">
            <a:extLst>
              <a:ext uri="{FF2B5EF4-FFF2-40B4-BE49-F238E27FC236}">
                <a16:creationId xmlns:a16="http://schemas.microsoft.com/office/drawing/2014/main" id="{B11D5838-63BC-46CE-8673-89284581159F}"/>
              </a:ext>
            </a:extLst>
          </p:cNvPr>
          <p:cNvSpPr/>
          <p:nvPr/>
        </p:nvSpPr>
        <p:spPr>
          <a:xfrm>
            <a:off x="9717993" y="2473514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14" name="矩形 513">
            <a:extLst>
              <a:ext uri="{FF2B5EF4-FFF2-40B4-BE49-F238E27FC236}">
                <a16:creationId xmlns:a16="http://schemas.microsoft.com/office/drawing/2014/main" id="{8BC9DD3B-0E9A-43D4-AB24-D184F9F1D491}"/>
              </a:ext>
            </a:extLst>
          </p:cNvPr>
          <p:cNvSpPr/>
          <p:nvPr/>
        </p:nvSpPr>
        <p:spPr>
          <a:xfrm>
            <a:off x="9327754" y="2724413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矩形 529">
            <a:extLst>
              <a:ext uri="{FF2B5EF4-FFF2-40B4-BE49-F238E27FC236}">
                <a16:creationId xmlns:a16="http://schemas.microsoft.com/office/drawing/2014/main" id="{0DAF7FB1-CC93-4AD1-98F4-1B182731CB61}"/>
              </a:ext>
            </a:extLst>
          </p:cNvPr>
          <p:cNvSpPr/>
          <p:nvPr/>
        </p:nvSpPr>
        <p:spPr>
          <a:xfrm>
            <a:off x="9458382" y="2724413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矩形 532">
            <a:extLst>
              <a:ext uri="{FF2B5EF4-FFF2-40B4-BE49-F238E27FC236}">
                <a16:creationId xmlns:a16="http://schemas.microsoft.com/office/drawing/2014/main" id="{8A7A03FF-DC1A-41F4-A00F-81D40F5F0121}"/>
              </a:ext>
            </a:extLst>
          </p:cNvPr>
          <p:cNvSpPr/>
          <p:nvPr/>
        </p:nvSpPr>
        <p:spPr>
          <a:xfrm>
            <a:off x="9588275" y="2724413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矩形 533">
            <a:extLst>
              <a:ext uri="{FF2B5EF4-FFF2-40B4-BE49-F238E27FC236}">
                <a16:creationId xmlns:a16="http://schemas.microsoft.com/office/drawing/2014/main" id="{4EB2E773-3155-45DD-810A-DA495333E40C}"/>
              </a:ext>
            </a:extLst>
          </p:cNvPr>
          <p:cNvSpPr/>
          <p:nvPr/>
        </p:nvSpPr>
        <p:spPr>
          <a:xfrm>
            <a:off x="9719594" y="2723934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36" name="矩形 535">
            <a:extLst>
              <a:ext uri="{FF2B5EF4-FFF2-40B4-BE49-F238E27FC236}">
                <a16:creationId xmlns:a16="http://schemas.microsoft.com/office/drawing/2014/main" id="{FD266763-3C53-48FA-BDE9-1EC513E07A80}"/>
              </a:ext>
            </a:extLst>
          </p:cNvPr>
          <p:cNvSpPr/>
          <p:nvPr/>
        </p:nvSpPr>
        <p:spPr>
          <a:xfrm>
            <a:off x="9325111" y="2941689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7" name="矩形 546">
            <a:extLst>
              <a:ext uri="{FF2B5EF4-FFF2-40B4-BE49-F238E27FC236}">
                <a16:creationId xmlns:a16="http://schemas.microsoft.com/office/drawing/2014/main" id="{6269162F-6B32-4F97-9DB3-2FE95E94A477}"/>
              </a:ext>
            </a:extLst>
          </p:cNvPr>
          <p:cNvSpPr/>
          <p:nvPr/>
        </p:nvSpPr>
        <p:spPr>
          <a:xfrm>
            <a:off x="9455739" y="2941689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8" name="矩形 547">
            <a:extLst>
              <a:ext uri="{FF2B5EF4-FFF2-40B4-BE49-F238E27FC236}">
                <a16:creationId xmlns:a16="http://schemas.microsoft.com/office/drawing/2014/main" id="{14280607-7C39-4DA4-B073-6E956FFC14A3}"/>
              </a:ext>
            </a:extLst>
          </p:cNvPr>
          <p:cNvSpPr/>
          <p:nvPr/>
        </p:nvSpPr>
        <p:spPr>
          <a:xfrm>
            <a:off x="9585632" y="2941689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9" name="矩形 548">
            <a:extLst>
              <a:ext uri="{FF2B5EF4-FFF2-40B4-BE49-F238E27FC236}">
                <a16:creationId xmlns:a16="http://schemas.microsoft.com/office/drawing/2014/main" id="{D55D47CD-5BF6-4180-8AF8-991F130FABC8}"/>
              </a:ext>
            </a:extLst>
          </p:cNvPr>
          <p:cNvSpPr/>
          <p:nvPr/>
        </p:nvSpPr>
        <p:spPr>
          <a:xfrm>
            <a:off x="9716951" y="2941210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2" name="矩形: 圆角 811">
            <a:extLst>
              <a:ext uri="{FF2B5EF4-FFF2-40B4-BE49-F238E27FC236}">
                <a16:creationId xmlns:a16="http://schemas.microsoft.com/office/drawing/2014/main" id="{23E00A47-23AB-4B57-BD27-CF38A8D8EFCB}"/>
              </a:ext>
            </a:extLst>
          </p:cNvPr>
          <p:cNvSpPr/>
          <p:nvPr/>
        </p:nvSpPr>
        <p:spPr>
          <a:xfrm>
            <a:off x="10665137" y="2427837"/>
            <a:ext cx="1246462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3" name="矩形 812">
            <a:extLst>
              <a:ext uri="{FF2B5EF4-FFF2-40B4-BE49-F238E27FC236}">
                <a16:creationId xmlns:a16="http://schemas.microsoft.com/office/drawing/2014/main" id="{7B1EEDD8-E7F4-4387-8CFE-1DC8EF740BB2}"/>
              </a:ext>
            </a:extLst>
          </p:cNvPr>
          <p:cNvSpPr/>
          <p:nvPr/>
        </p:nvSpPr>
        <p:spPr>
          <a:xfrm>
            <a:off x="10728639" y="252193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4" name="矩形 813">
            <a:extLst>
              <a:ext uri="{FF2B5EF4-FFF2-40B4-BE49-F238E27FC236}">
                <a16:creationId xmlns:a16="http://schemas.microsoft.com/office/drawing/2014/main" id="{0CE0CF13-59CF-464D-B3CE-3DA1066931F8}"/>
              </a:ext>
            </a:extLst>
          </p:cNvPr>
          <p:cNvSpPr/>
          <p:nvPr/>
        </p:nvSpPr>
        <p:spPr>
          <a:xfrm>
            <a:off x="10859267" y="252193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5" name="矩形 814">
            <a:extLst>
              <a:ext uri="{FF2B5EF4-FFF2-40B4-BE49-F238E27FC236}">
                <a16:creationId xmlns:a16="http://schemas.microsoft.com/office/drawing/2014/main" id="{E39AB37E-2EBB-4FFC-9A21-73398BD95C58}"/>
              </a:ext>
            </a:extLst>
          </p:cNvPr>
          <p:cNvSpPr/>
          <p:nvPr/>
        </p:nvSpPr>
        <p:spPr>
          <a:xfrm>
            <a:off x="10989160" y="2521935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6" name="矩形 815">
            <a:extLst>
              <a:ext uri="{FF2B5EF4-FFF2-40B4-BE49-F238E27FC236}">
                <a16:creationId xmlns:a16="http://schemas.microsoft.com/office/drawing/2014/main" id="{89D658F7-52EB-419A-929D-BF38CD519E15}"/>
              </a:ext>
            </a:extLst>
          </p:cNvPr>
          <p:cNvSpPr/>
          <p:nvPr/>
        </p:nvSpPr>
        <p:spPr>
          <a:xfrm>
            <a:off x="11120479" y="2521456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7" name="矩形 816">
            <a:extLst>
              <a:ext uri="{FF2B5EF4-FFF2-40B4-BE49-F238E27FC236}">
                <a16:creationId xmlns:a16="http://schemas.microsoft.com/office/drawing/2014/main" id="{62A2A554-AB85-4A13-892E-0F449E7CBB2A}"/>
              </a:ext>
            </a:extLst>
          </p:cNvPr>
          <p:cNvSpPr/>
          <p:nvPr/>
        </p:nvSpPr>
        <p:spPr>
          <a:xfrm>
            <a:off x="10727675" y="283905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8" name="矩形 817">
            <a:extLst>
              <a:ext uri="{FF2B5EF4-FFF2-40B4-BE49-F238E27FC236}">
                <a16:creationId xmlns:a16="http://schemas.microsoft.com/office/drawing/2014/main" id="{45848CD4-FC96-47E1-AA44-D4479F1B02D1}"/>
              </a:ext>
            </a:extLst>
          </p:cNvPr>
          <p:cNvSpPr/>
          <p:nvPr/>
        </p:nvSpPr>
        <p:spPr>
          <a:xfrm>
            <a:off x="10858303" y="283905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9" name="矩形 818">
            <a:extLst>
              <a:ext uri="{FF2B5EF4-FFF2-40B4-BE49-F238E27FC236}">
                <a16:creationId xmlns:a16="http://schemas.microsoft.com/office/drawing/2014/main" id="{B1E5B011-F9D9-4E6C-B7BB-60F66C84186F}"/>
              </a:ext>
            </a:extLst>
          </p:cNvPr>
          <p:cNvSpPr/>
          <p:nvPr/>
        </p:nvSpPr>
        <p:spPr>
          <a:xfrm>
            <a:off x="10988196" y="2839058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0" name="矩形 819">
            <a:extLst>
              <a:ext uri="{FF2B5EF4-FFF2-40B4-BE49-F238E27FC236}">
                <a16:creationId xmlns:a16="http://schemas.microsoft.com/office/drawing/2014/main" id="{FE9178D8-36D4-46D5-A3F4-B4A588B18D53}"/>
              </a:ext>
            </a:extLst>
          </p:cNvPr>
          <p:cNvSpPr/>
          <p:nvPr/>
        </p:nvSpPr>
        <p:spPr>
          <a:xfrm>
            <a:off x="11119515" y="2838579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21" name="矩形 820">
            <a:extLst>
              <a:ext uri="{FF2B5EF4-FFF2-40B4-BE49-F238E27FC236}">
                <a16:creationId xmlns:a16="http://schemas.microsoft.com/office/drawing/2014/main" id="{64D099DF-AACC-4494-B23F-C10FCA5CF05E}"/>
              </a:ext>
            </a:extLst>
          </p:cNvPr>
          <p:cNvSpPr/>
          <p:nvPr/>
        </p:nvSpPr>
        <p:spPr>
          <a:xfrm>
            <a:off x="11342513" y="2478033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2" name="矩形 821">
            <a:extLst>
              <a:ext uri="{FF2B5EF4-FFF2-40B4-BE49-F238E27FC236}">
                <a16:creationId xmlns:a16="http://schemas.microsoft.com/office/drawing/2014/main" id="{A9E93A1D-333A-42C7-B17D-8A37D165AE33}"/>
              </a:ext>
            </a:extLst>
          </p:cNvPr>
          <p:cNvSpPr/>
          <p:nvPr/>
        </p:nvSpPr>
        <p:spPr>
          <a:xfrm>
            <a:off x="11473141" y="2478033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3" name="矩形 822">
            <a:extLst>
              <a:ext uri="{FF2B5EF4-FFF2-40B4-BE49-F238E27FC236}">
                <a16:creationId xmlns:a16="http://schemas.microsoft.com/office/drawing/2014/main" id="{A0BFF0BF-7482-4FBA-A667-30E598FF736B}"/>
              </a:ext>
            </a:extLst>
          </p:cNvPr>
          <p:cNvSpPr/>
          <p:nvPr/>
        </p:nvSpPr>
        <p:spPr>
          <a:xfrm>
            <a:off x="11603034" y="2478033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4" name="矩形 823">
            <a:extLst>
              <a:ext uri="{FF2B5EF4-FFF2-40B4-BE49-F238E27FC236}">
                <a16:creationId xmlns:a16="http://schemas.microsoft.com/office/drawing/2014/main" id="{A9CD7019-6724-49FC-B2BF-8F55B3DC7A1A}"/>
              </a:ext>
            </a:extLst>
          </p:cNvPr>
          <p:cNvSpPr/>
          <p:nvPr/>
        </p:nvSpPr>
        <p:spPr>
          <a:xfrm>
            <a:off x="11734353" y="2477554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25" name="矩形 824">
            <a:extLst>
              <a:ext uri="{FF2B5EF4-FFF2-40B4-BE49-F238E27FC236}">
                <a16:creationId xmlns:a16="http://schemas.microsoft.com/office/drawing/2014/main" id="{13FC0259-C169-4D20-9054-C41FE15A774A}"/>
              </a:ext>
            </a:extLst>
          </p:cNvPr>
          <p:cNvSpPr/>
          <p:nvPr/>
        </p:nvSpPr>
        <p:spPr>
          <a:xfrm>
            <a:off x="11344114" y="2728453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6" name="矩形 825">
            <a:extLst>
              <a:ext uri="{FF2B5EF4-FFF2-40B4-BE49-F238E27FC236}">
                <a16:creationId xmlns:a16="http://schemas.microsoft.com/office/drawing/2014/main" id="{085BB6CB-FFF2-42BC-BC53-A0688196240A}"/>
              </a:ext>
            </a:extLst>
          </p:cNvPr>
          <p:cNvSpPr/>
          <p:nvPr/>
        </p:nvSpPr>
        <p:spPr>
          <a:xfrm>
            <a:off x="11474742" y="2728453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7" name="矩形 826">
            <a:extLst>
              <a:ext uri="{FF2B5EF4-FFF2-40B4-BE49-F238E27FC236}">
                <a16:creationId xmlns:a16="http://schemas.microsoft.com/office/drawing/2014/main" id="{3D69E591-3FB5-4EC5-B223-251FE1E85CEE}"/>
              </a:ext>
            </a:extLst>
          </p:cNvPr>
          <p:cNvSpPr/>
          <p:nvPr/>
        </p:nvSpPr>
        <p:spPr>
          <a:xfrm>
            <a:off x="11604635" y="2728453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8" name="矩形 827">
            <a:extLst>
              <a:ext uri="{FF2B5EF4-FFF2-40B4-BE49-F238E27FC236}">
                <a16:creationId xmlns:a16="http://schemas.microsoft.com/office/drawing/2014/main" id="{D3D7EBC2-CEC0-4281-B36A-2B35F669AA96}"/>
              </a:ext>
            </a:extLst>
          </p:cNvPr>
          <p:cNvSpPr/>
          <p:nvPr/>
        </p:nvSpPr>
        <p:spPr>
          <a:xfrm>
            <a:off x="11735954" y="2727974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29" name="矩形 828">
            <a:extLst>
              <a:ext uri="{FF2B5EF4-FFF2-40B4-BE49-F238E27FC236}">
                <a16:creationId xmlns:a16="http://schemas.microsoft.com/office/drawing/2014/main" id="{45206382-738C-4AE9-9BCD-097380CEF778}"/>
              </a:ext>
            </a:extLst>
          </p:cNvPr>
          <p:cNvSpPr/>
          <p:nvPr/>
        </p:nvSpPr>
        <p:spPr>
          <a:xfrm>
            <a:off x="11341471" y="2945729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0" name="矩形 829">
            <a:extLst>
              <a:ext uri="{FF2B5EF4-FFF2-40B4-BE49-F238E27FC236}">
                <a16:creationId xmlns:a16="http://schemas.microsoft.com/office/drawing/2014/main" id="{E24C52CB-8776-4A07-B394-3FABF322A00B}"/>
              </a:ext>
            </a:extLst>
          </p:cNvPr>
          <p:cNvSpPr/>
          <p:nvPr/>
        </p:nvSpPr>
        <p:spPr>
          <a:xfrm>
            <a:off x="11472099" y="2945729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1" name="矩形 830">
            <a:extLst>
              <a:ext uri="{FF2B5EF4-FFF2-40B4-BE49-F238E27FC236}">
                <a16:creationId xmlns:a16="http://schemas.microsoft.com/office/drawing/2014/main" id="{25335FEE-C859-4B2B-B53E-4AFA175A0021}"/>
              </a:ext>
            </a:extLst>
          </p:cNvPr>
          <p:cNvSpPr/>
          <p:nvPr/>
        </p:nvSpPr>
        <p:spPr>
          <a:xfrm>
            <a:off x="11601992" y="2945729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6" name="矩形 835">
            <a:extLst>
              <a:ext uri="{FF2B5EF4-FFF2-40B4-BE49-F238E27FC236}">
                <a16:creationId xmlns:a16="http://schemas.microsoft.com/office/drawing/2014/main" id="{CF4BE027-03AA-4EF9-B1CE-3B600C9352E6}"/>
              </a:ext>
            </a:extLst>
          </p:cNvPr>
          <p:cNvSpPr/>
          <p:nvPr/>
        </p:nvSpPr>
        <p:spPr>
          <a:xfrm>
            <a:off x="11733311" y="2945250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37" name="图形 836">
            <a:extLst>
              <a:ext uri="{FF2B5EF4-FFF2-40B4-BE49-F238E27FC236}">
                <a16:creationId xmlns:a16="http://schemas.microsoft.com/office/drawing/2014/main" id="{8FE34623-D49F-48A6-A62B-3CF469DA6A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08707" y="5406921"/>
            <a:ext cx="460789" cy="460789"/>
          </a:xfrm>
          <a:prstGeom prst="rect">
            <a:avLst/>
          </a:prstGeom>
        </p:spPr>
      </p:pic>
      <p:cxnSp>
        <p:nvCxnSpPr>
          <p:cNvPr id="838" name="直接连接符 837">
            <a:extLst>
              <a:ext uri="{FF2B5EF4-FFF2-40B4-BE49-F238E27FC236}">
                <a16:creationId xmlns:a16="http://schemas.microsoft.com/office/drawing/2014/main" id="{4EB27068-9A23-43E2-90E5-2FC1DE3BED12}"/>
              </a:ext>
            </a:extLst>
          </p:cNvPr>
          <p:cNvCxnSpPr>
            <a:cxnSpLocks/>
          </p:cNvCxnSpPr>
          <p:nvPr/>
        </p:nvCxnSpPr>
        <p:spPr>
          <a:xfrm>
            <a:off x="11427682" y="4835267"/>
            <a:ext cx="0" cy="151591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39" name="图形 838">
            <a:extLst>
              <a:ext uri="{FF2B5EF4-FFF2-40B4-BE49-F238E27FC236}">
                <a16:creationId xmlns:a16="http://schemas.microsoft.com/office/drawing/2014/main" id="{315371D8-56F7-48D7-9CE3-A0651B6EE1B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234889" y="4473135"/>
            <a:ext cx="369944" cy="369944"/>
          </a:xfrm>
          <a:prstGeom prst="rect">
            <a:avLst/>
          </a:prstGeom>
        </p:spPr>
      </p:pic>
      <p:pic>
        <p:nvPicPr>
          <p:cNvPr id="847" name="图形 846">
            <a:extLst>
              <a:ext uri="{FF2B5EF4-FFF2-40B4-BE49-F238E27FC236}">
                <a16:creationId xmlns:a16="http://schemas.microsoft.com/office/drawing/2014/main" id="{F42E4F42-C307-4F6B-8C88-4A77B1C6B72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260545" y="4997549"/>
            <a:ext cx="341725" cy="3417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48" name="文本框 847">
                <a:extLst>
                  <a:ext uri="{FF2B5EF4-FFF2-40B4-BE49-F238E27FC236}">
                    <a16:creationId xmlns:a16="http://schemas.microsoft.com/office/drawing/2014/main" id="{C29E963D-9585-4838-87E4-FA033320C8C4}"/>
                  </a:ext>
                </a:extLst>
              </p:cNvPr>
              <p:cNvSpPr txBox="1"/>
              <p:nvPr/>
            </p:nvSpPr>
            <p:spPr>
              <a:xfrm>
                <a:off x="11259899" y="5765048"/>
                <a:ext cx="315383" cy="291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b="1" i="1" dirty="0"/>
              </a:p>
            </p:txBody>
          </p:sp>
        </mc:Choice>
        <mc:Fallback xmlns="">
          <p:sp>
            <p:nvSpPr>
              <p:cNvPr id="848" name="文本框 847">
                <a:extLst>
                  <a:ext uri="{FF2B5EF4-FFF2-40B4-BE49-F238E27FC236}">
                    <a16:creationId xmlns:a16="http://schemas.microsoft.com/office/drawing/2014/main" id="{C29E963D-9585-4838-87E4-FA033320C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9899" y="5765048"/>
                <a:ext cx="315383" cy="291811"/>
              </a:xfrm>
              <a:prstGeom prst="rect">
                <a:avLst/>
              </a:prstGeom>
              <a:blipFill>
                <a:blip r:embed="rId64"/>
                <a:stretch>
                  <a:fillRect r="-1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DEFC0ADE-028D-43B4-9FCA-D1CC1C50D158}"/>
              </a:ext>
            </a:extLst>
          </p:cNvPr>
          <p:cNvCxnSpPr>
            <a:cxnSpLocks/>
          </p:cNvCxnSpPr>
          <p:nvPr/>
        </p:nvCxnSpPr>
        <p:spPr>
          <a:xfrm>
            <a:off x="9631788" y="5750364"/>
            <a:ext cx="358554" cy="127743"/>
          </a:xfrm>
          <a:prstGeom prst="bentConnector3">
            <a:avLst>
              <a:gd name="adj1" fmla="val 483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933E55E2-6AEF-4A98-968E-1CDDF0A39375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539895" y="5727897"/>
            <a:ext cx="328404" cy="161332"/>
          </a:xfrm>
          <a:prstGeom prst="bentConnector3">
            <a:avLst>
              <a:gd name="adj1" fmla="val 69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9" name="文本框 848">
                <a:extLst>
                  <a:ext uri="{FF2B5EF4-FFF2-40B4-BE49-F238E27FC236}">
                    <a16:creationId xmlns:a16="http://schemas.microsoft.com/office/drawing/2014/main" id="{CB286B86-80BC-4FC2-A499-B381D713F5C6}"/>
                  </a:ext>
                </a:extLst>
              </p:cNvPr>
              <p:cNvSpPr txBox="1"/>
              <p:nvPr/>
            </p:nvSpPr>
            <p:spPr>
              <a:xfrm>
                <a:off x="9888259" y="5795457"/>
                <a:ext cx="297287" cy="28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𝓛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𝒊𝒏𝒓𝒂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𝒔𝒔𝒍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849" name="文本框 848">
                <a:extLst>
                  <a:ext uri="{FF2B5EF4-FFF2-40B4-BE49-F238E27FC236}">
                    <a16:creationId xmlns:a16="http://schemas.microsoft.com/office/drawing/2014/main" id="{CB286B86-80BC-4FC2-A499-B381D713F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8259" y="5795457"/>
                <a:ext cx="297287" cy="283219"/>
              </a:xfrm>
              <a:prstGeom prst="rect">
                <a:avLst/>
              </a:prstGeom>
              <a:blipFill>
                <a:blip r:embed="rId65"/>
                <a:stretch>
                  <a:fillRect r="-1265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1" name="左大括号 253">
            <a:extLst>
              <a:ext uri="{FF2B5EF4-FFF2-40B4-BE49-F238E27FC236}">
                <a16:creationId xmlns:a16="http://schemas.microsoft.com/office/drawing/2014/main" id="{4D03171F-F4E0-45AE-BBD6-7210E1812F15}"/>
              </a:ext>
            </a:extLst>
          </p:cNvPr>
          <p:cNvSpPr/>
          <p:nvPr/>
        </p:nvSpPr>
        <p:spPr>
          <a:xfrm rot="16200000">
            <a:off x="10123256" y="4370296"/>
            <a:ext cx="370424" cy="3672408"/>
          </a:xfrm>
          <a:custGeom>
            <a:avLst/>
            <a:gdLst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0 w 318100"/>
              <a:gd name="connsiteY3" fmla="*/ 278683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7" fmla="*/ 318100 w 318100"/>
              <a:gd name="connsiteY7" fmla="*/ 5542084 h 5542084"/>
              <a:gd name="connsiteX0" fmla="*/ 318100 w 318100"/>
              <a:gd name="connsiteY0" fmla="*/ 5542084 h 5542084"/>
              <a:gd name="connsiteX1" fmla="*/ 159050 w 318100"/>
              <a:gd name="connsiteY1" fmla="*/ 5023632 h 5542084"/>
              <a:gd name="connsiteX2" fmla="*/ 159050 w 318100"/>
              <a:gd name="connsiteY2" fmla="*/ 3305289 h 5542084"/>
              <a:gd name="connsiteX3" fmla="*/ 69850 w 318100"/>
              <a:gd name="connsiteY3" fmla="*/ 2780487 h 5542084"/>
              <a:gd name="connsiteX4" fmla="*/ 159050 w 318100"/>
              <a:gd name="connsiteY4" fmla="*/ 2268385 h 5542084"/>
              <a:gd name="connsiteX5" fmla="*/ 159050 w 318100"/>
              <a:gd name="connsiteY5" fmla="*/ 518452 h 5542084"/>
              <a:gd name="connsiteX6" fmla="*/ 318100 w 318100"/>
              <a:gd name="connsiteY6" fmla="*/ 0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44450 w 248250"/>
              <a:gd name="connsiteY3" fmla="*/ 2791071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  <a:gd name="connsiteX7" fmla="*/ 248250 w 248250"/>
              <a:gd name="connsiteY7" fmla="*/ 5542084 h 5542084"/>
              <a:gd name="connsiteX0" fmla="*/ 248250 w 248250"/>
              <a:gd name="connsiteY0" fmla="*/ 5542084 h 5542084"/>
              <a:gd name="connsiteX1" fmla="*/ 89200 w 248250"/>
              <a:gd name="connsiteY1" fmla="*/ 5023632 h 5542084"/>
              <a:gd name="connsiteX2" fmla="*/ 89200 w 248250"/>
              <a:gd name="connsiteY2" fmla="*/ 3305289 h 5542084"/>
              <a:gd name="connsiteX3" fmla="*/ 0 w 248250"/>
              <a:gd name="connsiteY3" fmla="*/ 2780487 h 5542084"/>
              <a:gd name="connsiteX4" fmla="*/ 89200 w 248250"/>
              <a:gd name="connsiteY4" fmla="*/ 2268385 h 5542084"/>
              <a:gd name="connsiteX5" fmla="*/ 89200 w 248250"/>
              <a:gd name="connsiteY5" fmla="*/ 518452 h 5542084"/>
              <a:gd name="connsiteX6" fmla="*/ 248250 w 248250"/>
              <a:gd name="connsiteY6" fmla="*/ 0 h 554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8250" h="5542084" stroke="0" extrusionOk="0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132291" y="2791071"/>
                  <a:pt x="44450" y="2791071"/>
                </a:cubicBezTo>
                <a:cubicBezTo>
                  <a:pt x="132291" y="2791071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  <a:lnTo>
                  <a:pt x="248250" y="5542084"/>
                </a:lnTo>
                <a:close/>
              </a:path>
              <a:path w="248250" h="5542084" fill="none">
                <a:moveTo>
                  <a:pt x="248250" y="5542084"/>
                </a:moveTo>
                <a:cubicBezTo>
                  <a:pt x="160409" y="5542084"/>
                  <a:pt x="89200" y="5309965"/>
                  <a:pt x="89200" y="5023632"/>
                </a:cubicBezTo>
                <a:lnTo>
                  <a:pt x="89200" y="3305289"/>
                </a:lnTo>
                <a:cubicBezTo>
                  <a:pt x="89200" y="3018956"/>
                  <a:pt x="87841" y="2780487"/>
                  <a:pt x="0" y="2780487"/>
                </a:cubicBezTo>
                <a:cubicBezTo>
                  <a:pt x="87841" y="2780487"/>
                  <a:pt x="89200" y="2554718"/>
                  <a:pt x="89200" y="2268385"/>
                </a:cubicBezTo>
                <a:lnTo>
                  <a:pt x="89200" y="518452"/>
                </a:lnTo>
                <a:cubicBezTo>
                  <a:pt x="89200" y="232119"/>
                  <a:pt x="160409" y="0"/>
                  <a:pt x="248250" y="0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 algn="ctr"/>
            <a:endParaRPr lang="zh-CN" altLang="en-US"/>
          </a:p>
        </p:txBody>
      </p:sp>
      <p:sp>
        <p:nvSpPr>
          <p:cNvPr id="479" name="矩形: 圆角 478">
            <a:extLst>
              <a:ext uri="{FF2B5EF4-FFF2-40B4-BE49-F238E27FC236}">
                <a16:creationId xmlns:a16="http://schemas.microsoft.com/office/drawing/2014/main" id="{79E139CD-8336-4CA4-931A-102B4BF255C2}"/>
              </a:ext>
            </a:extLst>
          </p:cNvPr>
          <p:cNvSpPr/>
          <p:nvPr/>
        </p:nvSpPr>
        <p:spPr>
          <a:xfrm rot="5400000">
            <a:off x="8014286" y="999577"/>
            <a:ext cx="1474050" cy="367256"/>
          </a:xfrm>
          <a:prstGeom prst="roundRect">
            <a:avLst>
              <a:gd name="adj" fmla="val 3512"/>
            </a:avLst>
          </a:prstGeom>
          <a:solidFill>
            <a:srgbClr val="EEEEEE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Weighted Denoising GNN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F78F3AD-D34E-4688-83C9-324C6EB373A4}"/>
              </a:ext>
            </a:extLst>
          </p:cNvPr>
          <p:cNvSpPr txBox="1"/>
          <p:nvPr/>
        </p:nvSpPr>
        <p:spPr>
          <a:xfrm>
            <a:off x="5922014" y="345568"/>
            <a:ext cx="2446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Fusion and Denoising</a:t>
            </a:r>
            <a:endParaRPr lang="zh-CN" altLang="en-US" sz="12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0" name="文本框 549">
                <a:extLst>
                  <a:ext uri="{FF2B5EF4-FFF2-40B4-BE49-F238E27FC236}">
                    <a16:creationId xmlns:a16="http://schemas.microsoft.com/office/drawing/2014/main" id="{DAE181E7-14DE-4C46-8CB8-E8C2D9702AFD}"/>
                  </a:ext>
                </a:extLst>
              </p:cNvPr>
              <p:cNvSpPr txBox="1"/>
              <p:nvPr/>
            </p:nvSpPr>
            <p:spPr>
              <a:xfrm>
                <a:off x="9353943" y="1858308"/>
                <a:ext cx="185008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r>
                      <a:rPr lang="en-US" altLang="zh-CN" sz="1000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 Behavior Embedding</a:t>
                </a:r>
                <a:endPara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50" name="文本框 549">
                <a:extLst>
                  <a:ext uri="{FF2B5EF4-FFF2-40B4-BE49-F238E27FC236}">
                    <a16:creationId xmlns:a16="http://schemas.microsoft.com/office/drawing/2014/main" id="{DAE181E7-14DE-4C46-8CB8-E8C2D9702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3943" y="1858308"/>
                <a:ext cx="1850086" cy="246221"/>
              </a:xfrm>
              <a:prstGeom prst="rect">
                <a:avLst/>
              </a:prstGeom>
              <a:blipFill>
                <a:blip r:embed="rId66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BB52441E-573D-4EF3-A12D-E89F2EAAA61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762350" y="774814"/>
            <a:ext cx="660002" cy="151930"/>
          </a:xfrm>
          <a:prstGeom prst="bentConnector3">
            <a:avLst>
              <a:gd name="adj1" fmla="val 9954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" name="直接箭头连接符 552">
            <a:extLst>
              <a:ext uri="{FF2B5EF4-FFF2-40B4-BE49-F238E27FC236}">
                <a16:creationId xmlns:a16="http://schemas.microsoft.com/office/drawing/2014/main" id="{8A153274-628E-4C95-8582-242717F16097}"/>
              </a:ext>
            </a:extLst>
          </p:cNvPr>
          <p:cNvCxnSpPr>
            <a:cxnSpLocks/>
          </p:cNvCxnSpPr>
          <p:nvPr/>
        </p:nvCxnSpPr>
        <p:spPr>
          <a:xfrm>
            <a:off x="8943778" y="1182153"/>
            <a:ext cx="20336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连接符: 肘形 553">
            <a:extLst>
              <a:ext uri="{FF2B5EF4-FFF2-40B4-BE49-F238E27FC236}">
                <a16:creationId xmlns:a16="http://schemas.microsoft.com/office/drawing/2014/main" id="{CC36A872-38A6-45B3-84C0-5AA309011F9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921253" y="954115"/>
            <a:ext cx="328231" cy="131187"/>
          </a:xfrm>
          <a:prstGeom prst="bentConnector3">
            <a:avLst>
              <a:gd name="adj1" fmla="val 9884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" name="连接符: 肘形 592">
            <a:extLst>
              <a:ext uri="{FF2B5EF4-FFF2-40B4-BE49-F238E27FC236}">
                <a16:creationId xmlns:a16="http://schemas.microsoft.com/office/drawing/2014/main" id="{693990D1-688D-470E-B231-B3E799C2061F}"/>
              </a:ext>
            </a:extLst>
          </p:cNvPr>
          <p:cNvCxnSpPr>
            <a:cxnSpLocks/>
            <a:endCxn id="436" idx="1"/>
          </p:cNvCxnSpPr>
          <p:nvPr/>
        </p:nvCxnSpPr>
        <p:spPr>
          <a:xfrm rot="16200000" flipH="1">
            <a:off x="8906895" y="1289064"/>
            <a:ext cx="352108" cy="12839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0" name="连接符: 肘形 599">
            <a:extLst>
              <a:ext uri="{FF2B5EF4-FFF2-40B4-BE49-F238E27FC236}">
                <a16:creationId xmlns:a16="http://schemas.microsoft.com/office/drawing/2014/main" id="{E64CEB77-3E4A-4606-B0A4-9022D167D563}"/>
              </a:ext>
            </a:extLst>
          </p:cNvPr>
          <p:cNvCxnSpPr>
            <a:cxnSpLocks/>
          </p:cNvCxnSpPr>
          <p:nvPr/>
        </p:nvCxnSpPr>
        <p:spPr>
          <a:xfrm rot="16200000" flipH="1">
            <a:off x="8907126" y="1597465"/>
            <a:ext cx="352108" cy="12839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414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3629</TotalTime>
  <Words>257</Words>
  <Application>Microsoft Office PowerPoint</Application>
  <PresentationFormat>宽屏</PresentationFormat>
  <Paragraphs>100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Cambria Math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樊 红雨</dc:creator>
  <cp:lastModifiedBy>樊 红雨</cp:lastModifiedBy>
  <cp:revision>87</cp:revision>
  <dcterms:created xsi:type="dcterms:W3CDTF">2024-09-11T13:15:35Z</dcterms:created>
  <dcterms:modified xsi:type="dcterms:W3CDTF">2024-10-06T12:11:38Z</dcterms:modified>
</cp:coreProperties>
</file>