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34.svg" ContentType="image/svg+xml"/>
  <Override PartName="/ppt/media/image4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2" r:id="rId3"/>
    <p:sldId id="263" r:id="rId4"/>
  </p:sldIdLst>
  <p:sldSz cx="13271500" cy="901827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46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58211" y="1143000"/>
            <a:ext cx="4541578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5363" y="1475959"/>
            <a:ext cx="11280775" cy="3139805"/>
          </a:xfrm>
        </p:spPr>
        <p:txBody>
          <a:bodyPr anchor="b"/>
          <a:lstStyle>
            <a:lvl1pPr algn="ctr">
              <a:defRPr sz="7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8938" y="4736847"/>
            <a:ext cx="9953625" cy="2177404"/>
          </a:xfrm>
        </p:spPr>
        <p:txBody>
          <a:bodyPr/>
          <a:lstStyle>
            <a:lvl1pPr marL="0" indent="0" algn="ctr">
              <a:buNone/>
              <a:defRPr sz="3155"/>
            </a:lvl1pPr>
            <a:lvl2pPr marL="601345" indent="0" algn="ctr">
              <a:buNone/>
              <a:defRPr sz="2630"/>
            </a:lvl2pPr>
            <a:lvl3pPr marL="1202690" indent="0" algn="ctr">
              <a:buNone/>
              <a:defRPr sz="2365"/>
            </a:lvl3pPr>
            <a:lvl4pPr marL="1803400" indent="0" algn="ctr">
              <a:buNone/>
              <a:defRPr sz="2105"/>
            </a:lvl4pPr>
            <a:lvl5pPr marL="2404745" indent="0" algn="ctr">
              <a:buNone/>
              <a:defRPr sz="2105"/>
            </a:lvl5pPr>
            <a:lvl6pPr marL="3006090" indent="0" algn="ctr">
              <a:buNone/>
              <a:defRPr sz="2105"/>
            </a:lvl6pPr>
            <a:lvl7pPr marL="3607435" indent="0" algn="ctr">
              <a:buNone/>
              <a:defRPr sz="2105"/>
            </a:lvl7pPr>
            <a:lvl8pPr marL="4208780" indent="0" algn="ctr">
              <a:buNone/>
              <a:defRPr sz="2105"/>
            </a:lvl8pPr>
            <a:lvl9pPr marL="4809490" indent="0" algn="ctr">
              <a:buNone/>
              <a:defRPr sz="210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504" y="2248387"/>
            <a:ext cx="11446669" cy="3751481"/>
          </a:xfrm>
        </p:spPr>
        <p:txBody>
          <a:bodyPr anchor="b"/>
          <a:lstStyle>
            <a:lvl1pPr>
              <a:defRPr sz="7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504" y="6035359"/>
            <a:ext cx="11446669" cy="1972815"/>
          </a:xfrm>
        </p:spPr>
        <p:txBody>
          <a:bodyPr/>
          <a:lstStyle>
            <a:lvl1pPr marL="0" indent="0">
              <a:buNone/>
              <a:defRPr sz="3155">
                <a:solidFill>
                  <a:schemeClr val="tx1"/>
                </a:solidFill>
              </a:defRPr>
            </a:lvl1pPr>
            <a:lvl2pPr marL="601345" indent="0">
              <a:buNone/>
              <a:defRPr sz="2630">
                <a:solidFill>
                  <a:schemeClr val="tx1">
                    <a:tint val="75000"/>
                  </a:schemeClr>
                </a:solidFill>
              </a:defRPr>
            </a:lvl2pPr>
            <a:lvl3pPr marL="1202690" indent="0">
              <a:buNone/>
              <a:defRPr sz="2365">
                <a:solidFill>
                  <a:schemeClr val="tx1">
                    <a:tint val="75000"/>
                  </a:schemeClr>
                </a:solidFill>
              </a:defRPr>
            </a:lvl3pPr>
            <a:lvl4pPr marL="180340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4pPr>
            <a:lvl5pPr marL="2404745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5pPr>
            <a:lvl6pPr marL="300609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6pPr>
            <a:lvl7pPr marL="3607435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7pPr>
            <a:lvl8pPr marL="420878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8pPr>
            <a:lvl9pPr marL="480949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2415" y="2400782"/>
            <a:ext cx="5640388" cy="57222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697" y="2400782"/>
            <a:ext cx="5640388" cy="57222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44" y="480158"/>
            <a:ext cx="11446669" cy="1743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46" y="2210808"/>
            <a:ext cx="5614466" cy="1083482"/>
          </a:xfrm>
        </p:spPr>
        <p:txBody>
          <a:bodyPr anchor="b"/>
          <a:lstStyle>
            <a:lvl1pPr marL="0" indent="0">
              <a:buNone/>
              <a:defRPr sz="3155" b="1"/>
            </a:lvl1pPr>
            <a:lvl2pPr marL="601345" indent="0">
              <a:buNone/>
              <a:defRPr sz="2630" b="1"/>
            </a:lvl2pPr>
            <a:lvl3pPr marL="1202690" indent="0">
              <a:buNone/>
              <a:defRPr sz="2365" b="1"/>
            </a:lvl3pPr>
            <a:lvl4pPr marL="1803400" indent="0">
              <a:buNone/>
              <a:defRPr sz="2105" b="1"/>
            </a:lvl4pPr>
            <a:lvl5pPr marL="2404745" indent="0">
              <a:buNone/>
              <a:defRPr sz="2105" b="1"/>
            </a:lvl5pPr>
            <a:lvl6pPr marL="3006090" indent="0">
              <a:buNone/>
              <a:defRPr sz="2105" b="1"/>
            </a:lvl6pPr>
            <a:lvl7pPr marL="3607435" indent="0">
              <a:buNone/>
              <a:defRPr sz="2105" b="1"/>
            </a:lvl7pPr>
            <a:lvl8pPr marL="4208780" indent="0">
              <a:buNone/>
              <a:defRPr sz="2105" b="1"/>
            </a:lvl8pPr>
            <a:lvl9pPr marL="4809490" indent="0">
              <a:buNone/>
              <a:defRPr sz="210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146" y="3294290"/>
            <a:ext cx="5614466" cy="48454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18698" y="2210808"/>
            <a:ext cx="5642116" cy="1083482"/>
          </a:xfrm>
        </p:spPr>
        <p:txBody>
          <a:bodyPr anchor="b"/>
          <a:lstStyle>
            <a:lvl1pPr marL="0" indent="0">
              <a:buNone/>
              <a:defRPr sz="3155" b="1"/>
            </a:lvl1pPr>
            <a:lvl2pPr marL="601345" indent="0">
              <a:buNone/>
              <a:defRPr sz="2630" b="1"/>
            </a:lvl2pPr>
            <a:lvl3pPr marL="1202690" indent="0">
              <a:buNone/>
              <a:defRPr sz="2365" b="1"/>
            </a:lvl3pPr>
            <a:lvl4pPr marL="1803400" indent="0">
              <a:buNone/>
              <a:defRPr sz="2105" b="1"/>
            </a:lvl4pPr>
            <a:lvl5pPr marL="2404745" indent="0">
              <a:buNone/>
              <a:defRPr sz="2105" b="1"/>
            </a:lvl5pPr>
            <a:lvl6pPr marL="3006090" indent="0">
              <a:buNone/>
              <a:defRPr sz="2105" b="1"/>
            </a:lvl6pPr>
            <a:lvl7pPr marL="3607435" indent="0">
              <a:buNone/>
              <a:defRPr sz="2105" b="1"/>
            </a:lvl7pPr>
            <a:lvl8pPr marL="4208780" indent="0">
              <a:buNone/>
              <a:defRPr sz="2105" b="1"/>
            </a:lvl8pPr>
            <a:lvl9pPr marL="4809490" indent="0">
              <a:buNone/>
              <a:defRPr sz="210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18698" y="3294290"/>
            <a:ext cx="5642116" cy="48454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44" y="601239"/>
            <a:ext cx="4280404" cy="2104337"/>
          </a:xfrm>
        </p:spPr>
        <p:txBody>
          <a:bodyPr anchor="b"/>
          <a:lstStyle>
            <a:lvl1pPr>
              <a:defRPr sz="42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2116" y="1298512"/>
            <a:ext cx="6718697" cy="6409043"/>
          </a:xfrm>
        </p:spPr>
        <p:txBody>
          <a:bodyPr/>
          <a:lstStyle>
            <a:lvl1pPr>
              <a:defRPr sz="4210"/>
            </a:lvl1pPr>
            <a:lvl2pPr>
              <a:defRPr sz="3680"/>
            </a:lvl2pPr>
            <a:lvl3pPr>
              <a:defRPr sz="3155"/>
            </a:lvl3pPr>
            <a:lvl4pPr>
              <a:defRPr sz="2630"/>
            </a:lvl4pPr>
            <a:lvl5pPr>
              <a:defRPr sz="2630"/>
            </a:lvl5pPr>
            <a:lvl6pPr>
              <a:defRPr sz="2630"/>
            </a:lvl6pPr>
            <a:lvl7pPr>
              <a:defRPr sz="2630"/>
            </a:lvl7pPr>
            <a:lvl8pPr>
              <a:defRPr sz="2630"/>
            </a:lvl8pPr>
            <a:lvl9pPr>
              <a:defRPr sz="263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144" y="2705576"/>
            <a:ext cx="4280404" cy="5012415"/>
          </a:xfrm>
        </p:spPr>
        <p:txBody>
          <a:bodyPr/>
          <a:lstStyle>
            <a:lvl1pPr marL="0" indent="0">
              <a:buNone/>
              <a:defRPr sz="2105"/>
            </a:lvl1pPr>
            <a:lvl2pPr marL="601345" indent="0">
              <a:buNone/>
              <a:defRPr sz="1840"/>
            </a:lvl2pPr>
            <a:lvl3pPr marL="1202690" indent="0">
              <a:buNone/>
              <a:defRPr sz="1580"/>
            </a:lvl3pPr>
            <a:lvl4pPr marL="1803400" indent="0">
              <a:buNone/>
              <a:defRPr sz="1315"/>
            </a:lvl4pPr>
            <a:lvl5pPr marL="2404745" indent="0">
              <a:buNone/>
              <a:defRPr sz="1315"/>
            </a:lvl5pPr>
            <a:lvl6pPr marL="3006090" indent="0">
              <a:buNone/>
              <a:defRPr sz="1315"/>
            </a:lvl6pPr>
            <a:lvl7pPr marL="3607435" indent="0">
              <a:buNone/>
              <a:defRPr sz="1315"/>
            </a:lvl7pPr>
            <a:lvl8pPr marL="4208780" indent="0">
              <a:buNone/>
              <a:defRPr sz="1315"/>
            </a:lvl8pPr>
            <a:lvl9pPr marL="4809490" indent="0">
              <a:buNone/>
              <a:defRPr sz="131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44" y="601239"/>
            <a:ext cx="4280404" cy="2104337"/>
          </a:xfrm>
        </p:spPr>
        <p:txBody>
          <a:bodyPr anchor="b"/>
          <a:lstStyle>
            <a:lvl1pPr>
              <a:defRPr sz="42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2116" y="1298512"/>
            <a:ext cx="6718697" cy="6409043"/>
          </a:xfrm>
        </p:spPr>
        <p:txBody>
          <a:bodyPr anchor="t"/>
          <a:lstStyle>
            <a:lvl1pPr marL="0" indent="0">
              <a:buNone/>
              <a:defRPr sz="4210"/>
            </a:lvl1pPr>
            <a:lvl2pPr marL="601345" indent="0">
              <a:buNone/>
              <a:defRPr sz="3680"/>
            </a:lvl2pPr>
            <a:lvl3pPr marL="1202690" indent="0">
              <a:buNone/>
              <a:defRPr sz="3155"/>
            </a:lvl3pPr>
            <a:lvl4pPr marL="1803400" indent="0">
              <a:buNone/>
              <a:defRPr sz="2630"/>
            </a:lvl4pPr>
            <a:lvl5pPr marL="2404745" indent="0">
              <a:buNone/>
              <a:defRPr sz="2630"/>
            </a:lvl5pPr>
            <a:lvl6pPr marL="3006090" indent="0">
              <a:buNone/>
              <a:defRPr sz="2630"/>
            </a:lvl6pPr>
            <a:lvl7pPr marL="3607435" indent="0">
              <a:buNone/>
              <a:defRPr sz="2630"/>
            </a:lvl7pPr>
            <a:lvl8pPr marL="4208780" indent="0">
              <a:buNone/>
              <a:defRPr sz="2630"/>
            </a:lvl8pPr>
            <a:lvl9pPr marL="4809490" indent="0">
              <a:buNone/>
              <a:defRPr sz="263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144" y="2705576"/>
            <a:ext cx="4280404" cy="5012415"/>
          </a:xfrm>
        </p:spPr>
        <p:txBody>
          <a:bodyPr/>
          <a:lstStyle>
            <a:lvl1pPr marL="0" indent="0">
              <a:buNone/>
              <a:defRPr sz="2105"/>
            </a:lvl1pPr>
            <a:lvl2pPr marL="601345" indent="0">
              <a:buNone/>
              <a:defRPr sz="1840"/>
            </a:lvl2pPr>
            <a:lvl3pPr marL="1202690" indent="0">
              <a:buNone/>
              <a:defRPr sz="1580"/>
            </a:lvl3pPr>
            <a:lvl4pPr marL="1803400" indent="0">
              <a:buNone/>
              <a:defRPr sz="1315"/>
            </a:lvl4pPr>
            <a:lvl5pPr marL="2404745" indent="0">
              <a:buNone/>
              <a:defRPr sz="1315"/>
            </a:lvl5pPr>
            <a:lvl6pPr marL="3006090" indent="0">
              <a:buNone/>
              <a:defRPr sz="1315"/>
            </a:lvl6pPr>
            <a:lvl7pPr marL="3607435" indent="0">
              <a:buNone/>
              <a:defRPr sz="1315"/>
            </a:lvl7pPr>
            <a:lvl8pPr marL="4208780" indent="0">
              <a:buNone/>
              <a:defRPr sz="1315"/>
            </a:lvl8pPr>
            <a:lvl9pPr marL="4809490" indent="0">
              <a:buNone/>
              <a:defRPr sz="131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97418" y="480157"/>
            <a:ext cx="2861667" cy="764283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2416" y="480157"/>
            <a:ext cx="8419108" cy="764283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2416" y="480158"/>
            <a:ext cx="11446669" cy="1743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2416" y="2400782"/>
            <a:ext cx="11446669" cy="5722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2415" y="8358897"/>
            <a:ext cx="2986088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96185" y="8358897"/>
            <a:ext cx="4479131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72997" y="8358897"/>
            <a:ext cx="2986088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02690" rtl="0" eaLnBrk="1" latinLnBrk="0" hangingPunct="1">
        <a:lnSpc>
          <a:spcPct val="90000"/>
        </a:lnSpc>
        <a:spcBef>
          <a:spcPct val="0"/>
        </a:spcBef>
        <a:buNone/>
        <a:defRPr sz="57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355" indent="-300355" algn="l" defTabSz="120269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3680" kern="1200">
          <a:solidFill>
            <a:schemeClr val="tx1"/>
          </a:solidFill>
          <a:latin typeface="+mn-lt"/>
          <a:ea typeface="+mn-ea"/>
          <a:cs typeface="+mn-cs"/>
        </a:defRPr>
      </a:lvl1pPr>
      <a:lvl2pPr marL="901700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3155" kern="1200">
          <a:solidFill>
            <a:schemeClr val="tx1"/>
          </a:solidFill>
          <a:latin typeface="+mn-lt"/>
          <a:ea typeface="+mn-ea"/>
          <a:cs typeface="+mn-cs"/>
        </a:defRPr>
      </a:lvl2pPr>
      <a:lvl3pPr marL="1503045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630" kern="1200">
          <a:solidFill>
            <a:schemeClr val="tx1"/>
          </a:solidFill>
          <a:latin typeface="+mn-lt"/>
          <a:ea typeface="+mn-ea"/>
          <a:cs typeface="+mn-cs"/>
        </a:defRPr>
      </a:lvl3pPr>
      <a:lvl4pPr marL="2104390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4pPr>
      <a:lvl5pPr marL="2705735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5pPr>
      <a:lvl6pPr marL="3306445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6pPr>
      <a:lvl7pPr marL="3907790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7pPr>
      <a:lvl8pPr marL="4509135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8pPr>
      <a:lvl9pPr marL="5110480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1pPr>
      <a:lvl2pPr marL="601345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2pPr>
      <a:lvl3pPr marL="1202690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3pPr>
      <a:lvl4pPr marL="1803400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4pPr>
      <a:lvl5pPr marL="2404745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5pPr>
      <a:lvl6pPr marL="3006090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6pPr>
      <a:lvl7pPr marL="3607435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7pPr>
      <a:lvl8pPr marL="4208780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8pPr>
      <a:lvl9pPr marL="4809490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4" Type="http://schemas.openxmlformats.org/officeDocument/2006/relationships/slideLayout" Target="../slideLayouts/slideLayout2.xml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sv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sv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image" Target="../media/image51.svg"/><Relationship Id="rId7" Type="http://schemas.openxmlformats.org/officeDocument/2006/relationships/image" Target="../media/image50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5" Type="http://schemas.openxmlformats.org/officeDocument/2006/relationships/notesSlide" Target="../notesSlides/notesSlide1.xml"/><Relationship Id="rId44" Type="http://schemas.openxmlformats.org/officeDocument/2006/relationships/slideLayout" Target="../slideLayouts/slideLayout2.xml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7.sv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61.svg"/><Relationship Id="rId33" Type="http://schemas.openxmlformats.org/officeDocument/2006/relationships/image" Target="../media/image60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46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45.sv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59.svg"/><Relationship Id="rId15" Type="http://schemas.openxmlformats.org/officeDocument/2006/relationships/image" Target="../media/image58.png"/><Relationship Id="rId14" Type="http://schemas.openxmlformats.org/officeDocument/2006/relationships/image" Target="../media/image57.svg"/><Relationship Id="rId13" Type="http://schemas.openxmlformats.org/officeDocument/2006/relationships/image" Target="../media/image56.png"/><Relationship Id="rId12" Type="http://schemas.openxmlformats.org/officeDocument/2006/relationships/image" Target="../media/image55.svg"/><Relationship Id="rId11" Type="http://schemas.openxmlformats.org/officeDocument/2006/relationships/image" Target="../media/image54.png"/><Relationship Id="rId10" Type="http://schemas.openxmlformats.org/officeDocument/2006/relationships/image" Target="../media/image53.svg"/><Relationship Id="rId1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546309" y="977906"/>
            <a:ext cx="3271052" cy="235449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249" name="矩形: 圆角 248"/>
          <p:cNvSpPr/>
          <p:nvPr/>
        </p:nvSpPr>
        <p:spPr>
          <a:xfrm>
            <a:off x="8379314" y="922339"/>
            <a:ext cx="3271052" cy="235449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108" name="矩形: 圆角 107"/>
          <p:cNvSpPr/>
          <p:nvPr/>
        </p:nvSpPr>
        <p:spPr>
          <a:xfrm>
            <a:off x="4321453" y="879324"/>
            <a:ext cx="3271052" cy="438785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29" name="图形 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4834" y="2318226"/>
            <a:ext cx="426791" cy="426791"/>
          </a:xfrm>
          <a:prstGeom prst="rect">
            <a:avLst/>
          </a:prstGeom>
        </p:spPr>
      </p:pic>
      <p:pic>
        <p:nvPicPr>
          <p:cNvPr id="30" name="图形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2779" y="2319104"/>
            <a:ext cx="424211" cy="424211"/>
          </a:xfrm>
          <a:prstGeom prst="rect">
            <a:avLst/>
          </a:prstGeom>
        </p:spPr>
      </p:pic>
      <p:pic>
        <p:nvPicPr>
          <p:cNvPr id="31" name="图形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4084" y="2317853"/>
            <a:ext cx="433243" cy="433243"/>
          </a:xfrm>
          <a:prstGeom prst="rect">
            <a:avLst/>
          </a:prstGeom>
        </p:spPr>
      </p:pic>
      <p:cxnSp>
        <p:nvCxnSpPr>
          <p:cNvPr id="49" name="直接连接符 48"/>
          <p:cNvCxnSpPr/>
          <p:nvPr/>
        </p:nvCxnSpPr>
        <p:spPr>
          <a:xfrm>
            <a:off x="5457705" y="2810060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1" name="矩形: 圆角 110"/>
          <p:cNvSpPr/>
          <p:nvPr/>
        </p:nvSpPr>
        <p:spPr>
          <a:xfrm>
            <a:off x="4813328" y="1303703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112" name="直接连接符 111"/>
          <p:cNvCxnSpPr/>
          <p:nvPr/>
        </p:nvCxnSpPr>
        <p:spPr>
          <a:xfrm flipH="1">
            <a:off x="5103369" y="1780680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3" name="图形 1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63988" y="2053564"/>
            <a:ext cx="546374" cy="546374"/>
          </a:xfrm>
          <a:prstGeom prst="rect">
            <a:avLst/>
          </a:prstGeom>
        </p:spPr>
      </p:pic>
      <p:pic>
        <p:nvPicPr>
          <p:cNvPr id="114" name="图形 1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3502" y="2032609"/>
            <a:ext cx="510133" cy="510133"/>
          </a:xfrm>
          <a:prstGeom prst="rect">
            <a:avLst/>
          </a:prstGeom>
        </p:spPr>
      </p:pic>
      <p:cxnSp>
        <p:nvCxnSpPr>
          <p:cNvPr id="115" name="直接连接符 114"/>
          <p:cNvCxnSpPr/>
          <p:nvPr/>
        </p:nvCxnSpPr>
        <p:spPr>
          <a:xfrm>
            <a:off x="5329238" y="1780689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5329254" y="1780688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flipH="1">
            <a:off x="5589241" y="1794860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>
            <a:off x="6093522" y="1794846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>
            <a:off x="6080094" y="1797971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>
            <a:off x="6093519" y="1794854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>
            <a:stCxn id="127" idx="2"/>
          </p:cNvCxnSpPr>
          <p:nvPr/>
        </p:nvCxnSpPr>
        <p:spPr>
          <a:xfrm>
            <a:off x="6850488" y="1770353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22" name="图形 1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11687" y="1336248"/>
            <a:ext cx="426791" cy="426791"/>
          </a:xfrm>
          <a:prstGeom prst="rect">
            <a:avLst/>
          </a:prstGeom>
        </p:spPr>
      </p:pic>
      <p:pic>
        <p:nvPicPr>
          <p:cNvPr id="123" name="图形 1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7655" y="1336300"/>
            <a:ext cx="424211" cy="424211"/>
          </a:xfrm>
          <a:prstGeom prst="rect">
            <a:avLst/>
          </a:prstGeom>
        </p:spPr>
      </p:pic>
      <p:pic>
        <p:nvPicPr>
          <p:cNvPr id="124" name="图形 1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0253" y="2108234"/>
            <a:ext cx="438656" cy="438656"/>
          </a:xfrm>
          <a:prstGeom prst="rect">
            <a:avLst/>
          </a:prstGeom>
        </p:spPr>
      </p:pic>
      <p:pic>
        <p:nvPicPr>
          <p:cNvPr id="125" name="图形 1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84567" y="2096431"/>
            <a:ext cx="405195" cy="405195"/>
          </a:xfrm>
          <a:prstGeom prst="rect">
            <a:avLst/>
          </a:prstGeom>
        </p:spPr>
      </p:pic>
      <p:pic>
        <p:nvPicPr>
          <p:cNvPr id="126" name="图形 12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25447" y="2122302"/>
            <a:ext cx="390653" cy="390653"/>
          </a:xfrm>
          <a:prstGeom prst="rect">
            <a:avLst/>
          </a:prstGeom>
        </p:spPr>
      </p:pic>
      <p:pic>
        <p:nvPicPr>
          <p:cNvPr id="127" name="图形 1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3862" y="1337125"/>
            <a:ext cx="433243" cy="433243"/>
          </a:xfrm>
          <a:prstGeom prst="rect">
            <a:avLst/>
          </a:prstGeom>
        </p:spPr>
      </p:pic>
      <p:cxnSp>
        <p:nvCxnSpPr>
          <p:cNvPr id="128" name="直接连接符 127"/>
          <p:cNvCxnSpPr/>
          <p:nvPr/>
        </p:nvCxnSpPr>
        <p:spPr>
          <a:xfrm>
            <a:off x="5529411" y="1535831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文本框 128"/>
              <p:cNvSpPr txBox="1"/>
              <p:nvPr/>
            </p:nvSpPr>
            <p:spPr>
              <a:xfrm>
                <a:off x="7073494" y="1307024"/>
                <a:ext cx="373962" cy="328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129" name="文本框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494" y="1307024"/>
                <a:ext cx="373962" cy="328936"/>
              </a:xfrm>
              <a:prstGeom prst="rect">
                <a:avLst/>
              </a:prstGeom>
              <a:blipFill rotWithShape="1">
                <a:blip r:embed="rId17"/>
                <a:stretch>
                  <a:fillRect l="-61" t="-59" r="47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文本框 129"/>
          <p:cNvSpPr txBox="1"/>
          <p:nvPr/>
        </p:nvSpPr>
        <p:spPr>
          <a:xfrm rot="19578038">
            <a:off x="5735409" y="1705798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 rot="18139359">
            <a:off x="5004635" y="1799144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文本框 131"/>
          <p:cNvSpPr txBox="1"/>
          <p:nvPr/>
        </p:nvSpPr>
        <p:spPr>
          <a:xfrm rot="3187128">
            <a:off x="5215049" y="1920141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 rot="1783072">
            <a:off x="5419931" y="1749534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 rot="215747">
            <a:off x="5955257" y="1872880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 rot="1736926">
            <a:off x="6212554" y="189522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本框 135"/>
          <p:cNvSpPr txBox="1"/>
          <p:nvPr/>
        </p:nvSpPr>
        <p:spPr>
          <a:xfrm rot="832048">
            <a:off x="6487787" y="1759690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/>
          <p:cNvSpPr txBox="1"/>
          <p:nvPr/>
        </p:nvSpPr>
        <p:spPr>
          <a:xfrm rot="3243918">
            <a:off x="6961297" y="1796825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矩形: 圆角 137"/>
          <p:cNvSpPr/>
          <p:nvPr/>
        </p:nvSpPr>
        <p:spPr>
          <a:xfrm>
            <a:off x="4632486" y="1633345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139" name="直接连接符 138"/>
          <p:cNvCxnSpPr/>
          <p:nvPr/>
        </p:nvCxnSpPr>
        <p:spPr>
          <a:xfrm flipH="1">
            <a:off x="4922522" y="2110322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0" name="图形 13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3146" y="2383207"/>
            <a:ext cx="546374" cy="546374"/>
          </a:xfrm>
          <a:prstGeom prst="rect">
            <a:avLst/>
          </a:prstGeom>
        </p:spPr>
      </p:pic>
      <p:pic>
        <p:nvPicPr>
          <p:cNvPr id="141" name="图形 14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2662" y="2362250"/>
            <a:ext cx="510133" cy="510133"/>
          </a:xfrm>
          <a:prstGeom prst="rect">
            <a:avLst/>
          </a:prstGeom>
        </p:spPr>
      </p:pic>
      <p:cxnSp>
        <p:nvCxnSpPr>
          <p:cNvPr id="142" name="直接连接符 141"/>
          <p:cNvCxnSpPr/>
          <p:nvPr/>
        </p:nvCxnSpPr>
        <p:spPr>
          <a:xfrm>
            <a:off x="5148396" y="2110332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5148412" y="2110328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flipH="1">
            <a:off x="5408399" y="2124500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/>
        </p:nvCxnSpPr>
        <p:spPr>
          <a:xfrm>
            <a:off x="5912680" y="2124485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/>
        </p:nvCxnSpPr>
        <p:spPr>
          <a:xfrm>
            <a:off x="5899251" y="2127611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>
            <a:off x="5912678" y="2124498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>
            <a:stCxn id="154" idx="2"/>
          </p:cNvCxnSpPr>
          <p:nvPr/>
        </p:nvCxnSpPr>
        <p:spPr>
          <a:xfrm>
            <a:off x="6669647" y="2099996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49" name="图形 14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0844" y="1665890"/>
            <a:ext cx="426791" cy="426791"/>
          </a:xfrm>
          <a:prstGeom prst="rect">
            <a:avLst/>
          </a:prstGeom>
        </p:spPr>
      </p:pic>
      <p:pic>
        <p:nvPicPr>
          <p:cNvPr id="150" name="图形 14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6811" y="1665942"/>
            <a:ext cx="424211" cy="424211"/>
          </a:xfrm>
          <a:prstGeom prst="rect">
            <a:avLst/>
          </a:prstGeom>
        </p:spPr>
      </p:pic>
      <p:pic>
        <p:nvPicPr>
          <p:cNvPr id="151" name="图形 15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29409" y="2437877"/>
            <a:ext cx="438656" cy="438656"/>
          </a:xfrm>
          <a:prstGeom prst="rect">
            <a:avLst/>
          </a:prstGeom>
        </p:spPr>
      </p:pic>
      <p:pic>
        <p:nvPicPr>
          <p:cNvPr id="152" name="图形 15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03725" y="2426073"/>
            <a:ext cx="405195" cy="405195"/>
          </a:xfrm>
          <a:prstGeom prst="rect">
            <a:avLst/>
          </a:prstGeom>
        </p:spPr>
      </p:pic>
      <p:pic>
        <p:nvPicPr>
          <p:cNvPr id="153" name="图形 15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44605" y="2451941"/>
            <a:ext cx="390653" cy="390653"/>
          </a:xfrm>
          <a:prstGeom prst="rect">
            <a:avLst/>
          </a:prstGeom>
        </p:spPr>
      </p:pic>
      <p:pic>
        <p:nvPicPr>
          <p:cNvPr id="154" name="图形 15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3022" y="1666769"/>
            <a:ext cx="433243" cy="433243"/>
          </a:xfrm>
          <a:prstGeom prst="rect">
            <a:avLst/>
          </a:prstGeom>
        </p:spPr>
      </p:pic>
      <p:cxnSp>
        <p:nvCxnSpPr>
          <p:cNvPr id="155" name="直接连接符 154"/>
          <p:cNvCxnSpPr/>
          <p:nvPr/>
        </p:nvCxnSpPr>
        <p:spPr>
          <a:xfrm>
            <a:off x="5348569" y="1865472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本框 155"/>
              <p:cNvSpPr txBox="1"/>
              <p:nvPr/>
            </p:nvSpPr>
            <p:spPr>
              <a:xfrm>
                <a:off x="6892652" y="1636656"/>
                <a:ext cx="373962" cy="31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156" name="文本框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652" y="1636656"/>
                <a:ext cx="373962" cy="311496"/>
              </a:xfrm>
              <a:prstGeom prst="rect">
                <a:avLst/>
              </a:prstGeom>
              <a:blipFill rotWithShape="1">
                <a:blip r:embed="rId18"/>
                <a:stretch>
                  <a:fillRect l="-97" t="-84" r="83" b="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文本框 156"/>
          <p:cNvSpPr txBox="1"/>
          <p:nvPr/>
        </p:nvSpPr>
        <p:spPr>
          <a:xfrm rot="19578038">
            <a:off x="5554570" y="2035441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 rot="18139359">
            <a:off x="4823792" y="2128787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 rot="3187128">
            <a:off x="5034208" y="2249781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 rot="1783072">
            <a:off x="5239090" y="2079175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 rot="215747">
            <a:off x="5774414" y="2202521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 rot="1736926">
            <a:off x="6031713" y="2224865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 rot="832048">
            <a:off x="6306948" y="2089332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 rot="3243918">
            <a:off x="6780454" y="2126468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矩形: 圆角 164"/>
          <p:cNvSpPr/>
          <p:nvPr/>
        </p:nvSpPr>
        <p:spPr>
          <a:xfrm>
            <a:off x="4400532" y="1925528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166" name="直接连接符 165"/>
          <p:cNvCxnSpPr/>
          <p:nvPr/>
        </p:nvCxnSpPr>
        <p:spPr>
          <a:xfrm flipH="1">
            <a:off x="4690573" y="2402503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7" name="图形 16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51192" y="2675389"/>
            <a:ext cx="546374" cy="546374"/>
          </a:xfrm>
          <a:prstGeom prst="rect">
            <a:avLst/>
          </a:prstGeom>
        </p:spPr>
      </p:pic>
      <p:pic>
        <p:nvPicPr>
          <p:cNvPr id="168" name="图形 16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40708" y="2654431"/>
            <a:ext cx="510133" cy="510133"/>
          </a:xfrm>
          <a:prstGeom prst="rect">
            <a:avLst/>
          </a:prstGeom>
        </p:spPr>
      </p:pic>
      <p:cxnSp>
        <p:nvCxnSpPr>
          <p:cNvPr id="169" name="直接连接符 168"/>
          <p:cNvCxnSpPr/>
          <p:nvPr/>
        </p:nvCxnSpPr>
        <p:spPr>
          <a:xfrm>
            <a:off x="4916444" y="2402513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>
            <a:off x="4916458" y="2402511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 flipH="1">
            <a:off x="5176446" y="2416684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>
            <a:off x="5680726" y="2416668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>
            <a:off x="5667301" y="2419795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>
            <a:off x="5680726" y="2416680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>
            <a:stCxn id="181" idx="2"/>
          </p:cNvCxnSpPr>
          <p:nvPr/>
        </p:nvCxnSpPr>
        <p:spPr>
          <a:xfrm>
            <a:off x="6437694" y="2392176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76" name="图形 17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8890" y="1958072"/>
            <a:ext cx="426791" cy="426791"/>
          </a:xfrm>
          <a:prstGeom prst="rect">
            <a:avLst/>
          </a:prstGeom>
        </p:spPr>
      </p:pic>
      <p:pic>
        <p:nvPicPr>
          <p:cNvPr id="177" name="图形 17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4859" y="1958123"/>
            <a:ext cx="424211" cy="424211"/>
          </a:xfrm>
          <a:prstGeom prst="rect">
            <a:avLst/>
          </a:prstGeom>
        </p:spPr>
      </p:pic>
      <p:pic>
        <p:nvPicPr>
          <p:cNvPr id="178" name="图形 17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97454" y="2730061"/>
            <a:ext cx="438656" cy="438656"/>
          </a:xfrm>
          <a:prstGeom prst="rect">
            <a:avLst/>
          </a:prstGeom>
        </p:spPr>
      </p:pic>
      <p:pic>
        <p:nvPicPr>
          <p:cNvPr id="179" name="图形 17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71772" y="2718256"/>
            <a:ext cx="405195" cy="405195"/>
          </a:xfrm>
          <a:prstGeom prst="rect">
            <a:avLst/>
          </a:prstGeom>
        </p:spPr>
      </p:pic>
      <p:pic>
        <p:nvPicPr>
          <p:cNvPr id="180" name="图形 17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12650" y="2744124"/>
            <a:ext cx="390653" cy="390653"/>
          </a:xfrm>
          <a:prstGeom prst="rect">
            <a:avLst/>
          </a:prstGeom>
        </p:spPr>
      </p:pic>
      <p:pic>
        <p:nvPicPr>
          <p:cNvPr id="181" name="图形 18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1069" y="1958951"/>
            <a:ext cx="433243" cy="433243"/>
          </a:xfrm>
          <a:prstGeom prst="rect">
            <a:avLst/>
          </a:prstGeom>
        </p:spPr>
      </p:pic>
      <p:cxnSp>
        <p:nvCxnSpPr>
          <p:cNvPr id="182" name="直接连接符 181"/>
          <p:cNvCxnSpPr/>
          <p:nvPr/>
        </p:nvCxnSpPr>
        <p:spPr>
          <a:xfrm>
            <a:off x="5116619" y="2157655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文本框 182"/>
              <p:cNvSpPr txBox="1"/>
              <p:nvPr/>
            </p:nvSpPr>
            <p:spPr>
              <a:xfrm>
                <a:off x="6660700" y="1928843"/>
                <a:ext cx="373962" cy="33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183" name="文本框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700" y="1928843"/>
                <a:ext cx="373962" cy="337978"/>
              </a:xfrm>
              <a:prstGeom prst="rect">
                <a:avLst/>
              </a:prstGeom>
              <a:blipFill rotWithShape="1">
                <a:blip r:embed="rId19"/>
                <a:stretch>
                  <a:fillRect l="-49" t="-103" r="35" b="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文本框 183"/>
          <p:cNvSpPr txBox="1"/>
          <p:nvPr/>
        </p:nvSpPr>
        <p:spPr>
          <a:xfrm rot="19578038">
            <a:off x="5322616" y="232762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文本框 184"/>
          <p:cNvSpPr txBox="1"/>
          <p:nvPr/>
        </p:nvSpPr>
        <p:spPr>
          <a:xfrm rot="18139359">
            <a:off x="4591838" y="2420969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文本框 185"/>
          <p:cNvSpPr txBox="1"/>
          <p:nvPr/>
        </p:nvSpPr>
        <p:spPr>
          <a:xfrm rot="3187128">
            <a:off x="4802253" y="2541965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文本框 186"/>
          <p:cNvSpPr txBox="1"/>
          <p:nvPr/>
        </p:nvSpPr>
        <p:spPr>
          <a:xfrm rot="1783072">
            <a:off x="5007138" y="2371360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文本框 187"/>
          <p:cNvSpPr txBox="1"/>
          <p:nvPr/>
        </p:nvSpPr>
        <p:spPr>
          <a:xfrm rot="215747">
            <a:off x="5542461" y="2494705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 rot="1736926">
            <a:off x="5799763" y="2517048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文本框 189"/>
          <p:cNvSpPr txBox="1"/>
          <p:nvPr/>
        </p:nvSpPr>
        <p:spPr>
          <a:xfrm rot="832048">
            <a:off x="6074996" y="238151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文本框 190"/>
          <p:cNvSpPr txBox="1"/>
          <p:nvPr/>
        </p:nvSpPr>
        <p:spPr>
          <a:xfrm rot="3243918">
            <a:off x="6548499" y="2418649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4376701" y="958668"/>
            <a:ext cx="3231361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Intra-Behavior Weighting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0" name="矩形: 圆角 219"/>
          <p:cNvSpPr/>
          <p:nvPr/>
        </p:nvSpPr>
        <p:spPr>
          <a:xfrm>
            <a:off x="4610185" y="3728492"/>
            <a:ext cx="2693337" cy="1441635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221" name="直接连接符 220"/>
          <p:cNvCxnSpPr>
            <a:stCxn id="228" idx="2"/>
            <a:endCxn id="233" idx="0"/>
          </p:cNvCxnSpPr>
          <p:nvPr/>
        </p:nvCxnSpPr>
        <p:spPr>
          <a:xfrm flipH="1">
            <a:off x="4909363" y="4188008"/>
            <a:ext cx="231600" cy="4929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2" name="直接连接符 221"/>
          <p:cNvCxnSpPr>
            <a:endCxn id="234" idx="0"/>
          </p:cNvCxnSpPr>
          <p:nvPr/>
        </p:nvCxnSpPr>
        <p:spPr>
          <a:xfrm>
            <a:off x="5142651" y="4202436"/>
            <a:ext cx="275107" cy="4884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3" name="直接连接符 222"/>
          <p:cNvCxnSpPr>
            <a:stCxn id="229" idx="2"/>
            <a:endCxn id="234" idx="0"/>
          </p:cNvCxnSpPr>
          <p:nvPr/>
        </p:nvCxnSpPr>
        <p:spPr>
          <a:xfrm flipH="1">
            <a:off x="5417764" y="4185492"/>
            <a:ext cx="507886" cy="50541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/>
          <p:cNvCxnSpPr/>
          <p:nvPr/>
        </p:nvCxnSpPr>
        <p:spPr>
          <a:xfrm>
            <a:off x="5931880" y="4199597"/>
            <a:ext cx="55202" cy="54034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/>
          <p:nvPr/>
        </p:nvCxnSpPr>
        <p:spPr>
          <a:xfrm>
            <a:off x="5936071" y="4197484"/>
            <a:ext cx="425646" cy="542188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>
            <a:stCxn id="229" idx="2"/>
            <a:endCxn id="235" idx="0"/>
          </p:cNvCxnSpPr>
          <p:nvPr/>
        </p:nvCxnSpPr>
        <p:spPr>
          <a:xfrm>
            <a:off x="5925652" y="4185485"/>
            <a:ext cx="992664" cy="5065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7" name="文本框 226"/>
          <p:cNvSpPr txBox="1"/>
          <p:nvPr/>
        </p:nvSpPr>
        <p:spPr>
          <a:xfrm>
            <a:off x="4695919" y="3389386"/>
            <a:ext cx="2500195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Inter-Behavior Weighting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28" name="图形 2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27569" y="3761229"/>
            <a:ext cx="426791" cy="426791"/>
          </a:xfrm>
          <a:prstGeom prst="rect">
            <a:avLst/>
          </a:prstGeom>
        </p:spPr>
      </p:pic>
      <p:pic>
        <p:nvPicPr>
          <p:cNvPr id="229" name="图形 2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3538" y="3761281"/>
            <a:ext cx="424211" cy="424211"/>
          </a:xfrm>
          <a:prstGeom prst="rect">
            <a:avLst/>
          </a:prstGeom>
        </p:spPr>
      </p:pic>
      <p:pic>
        <p:nvPicPr>
          <p:cNvPr id="230" name="图形 2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9747" y="3762107"/>
            <a:ext cx="433243" cy="433243"/>
          </a:xfrm>
          <a:prstGeom prst="rect">
            <a:avLst/>
          </a:prstGeom>
        </p:spPr>
      </p:pic>
      <p:pic>
        <p:nvPicPr>
          <p:cNvPr id="231" name="图形 2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8693" y="4631843"/>
            <a:ext cx="546374" cy="546374"/>
          </a:xfrm>
          <a:prstGeom prst="rect">
            <a:avLst/>
          </a:prstGeom>
        </p:spPr>
      </p:pic>
      <p:pic>
        <p:nvPicPr>
          <p:cNvPr id="232" name="图形 2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9861" y="4638169"/>
            <a:ext cx="510133" cy="510133"/>
          </a:xfrm>
          <a:prstGeom prst="rect">
            <a:avLst/>
          </a:prstGeom>
        </p:spPr>
      </p:pic>
      <p:pic>
        <p:nvPicPr>
          <p:cNvPr id="233" name="图形 23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0033" y="4680922"/>
            <a:ext cx="438656" cy="438656"/>
          </a:xfrm>
          <a:prstGeom prst="rect">
            <a:avLst/>
          </a:prstGeom>
        </p:spPr>
      </p:pic>
      <p:pic>
        <p:nvPicPr>
          <p:cNvPr id="234" name="图形 23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15160" y="4690902"/>
            <a:ext cx="405195" cy="405195"/>
          </a:xfrm>
          <a:prstGeom prst="rect">
            <a:avLst/>
          </a:prstGeom>
        </p:spPr>
      </p:pic>
      <p:pic>
        <p:nvPicPr>
          <p:cNvPr id="235" name="图形 23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22995" y="4692076"/>
            <a:ext cx="390653" cy="390653"/>
          </a:xfrm>
          <a:prstGeom prst="rect">
            <a:avLst/>
          </a:prstGeom>
        </p:spPr>
      </p:pic>
      <p:cxnSp>
        <p:nvCxnSpPr>
          <p:cNvPr id="236" name="直接连接符 235"/>
          <p:cNvCxnSpPr>
            <a:stCxn id="230" idx="2"/>
            <a:endCxn id="235" idx="0"/>
          </p:cNvCxnSpPr>
          <p:nvPr/>
        </p:nvCxnSpPr>
        <p:spPr>
          <a:xfrm>
            <a:off x="6666371" y="4195338"/>
            <a:ext cx="251947" cy="496720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>
            <a:off x="5134375" y="4191525"/>
            <a:ext cx="717004" cy="5347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文本框 238"/>
              <p:cNvSpPr txBox="1"/>
              <p:nvPr/>
            </p:nvSpPr>
            <p:spPr>
              <a:xfrm rot="17876131">
                <a:off x="4340293" y="4323016"/>
                <a:ext cx="1050804" cy="261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7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7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70" b="1" i="1"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107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70" b="1" i="1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1070" b="1" dirty="0"/>
              </a:p>
            </p:txBody>
          </p:sp>
        </mc:Choice>
        <mc:Fallback>
          <p:sp>
            <p:nvSpPr>
              <p:cNvPr id="239" name="文本框 2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4340293" y="4323016"/>
                <a:ext cx="1050804" cy="261097"/>
              </a:xfrm>
              <a:prstGeom prst="rect">
                <a:avLst/>
              </a:prstGeom>
              <a:blipFill rotWithShape="1">
                <a:blip r:embed="rId20"/>
                <a:stretch>
                  <a:fillRect l="15584" t="-151249" r="15646" b="-1510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文本框 239"/>
              <p:cNvSpPr txBox="1"/>
              <p:nvPr/>
            </p:nvSpPr>
            <p:spPr>
              <a:xfrm rot="2278121">
                <a:off x="4972521" y="4228583"/>
                <a:ext cx="1012881" cy="256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7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070" dirty="0"/>
              </a:p>
            </p:txBody>
          </p:sp>
        </mc:Choice>
        <mc:Fallback>
          <p:sp>
            <p:nvSpPr>
              <p:cNvPr id="240" name="文本框 2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4972521" y="4228583"/>
                <a:ext cx="1012881" cy="256865"/>
              </a:xfrm>
              <a:prstGeom prst="rect">
                <a:avLst/>
              </a:prstGeom>
              <a:blipFill rotWithShape="1">
                <a:blip r:embed="rId21"/>
                <a:stretch>
                  <a:fillRect l="2775" t="-110797" r="2810" b="-1105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1" name="文本框 240"/>
          <p:cNvSpPr txBox="1"/>
          <p:nvPr/>
        </p:nvSpPr>
        <p:spPr>
          <a:xfrm rot="18950264">
            <a:off x="5585179" y="4141096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文本框 241"/>
          <p:cNvSpPr txBox="1"/>
          <p:nvPr/>
        </p:nvSpPr>
        <p:spPr>
          <a:xfrm rot="4779640">
            <a:off x="5879874" y="4386850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文本框 242"/>
          <p:cNvSpPr txBox="1"/>
          <p:nvPr/>
        </p:nvSpPr>
        <p:spPr>
          <a:xfrm rot="3015268">
            <a:off x="6119195" y="4321710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4" name="文本框 243"/>
              <p:cNvSpPr txBox="1"/>
              <p:nvPr/>
            </p:nvSpPr>
            <p:spPr>
              <a:xfrm rot="3722880">
                <a:off x="4743955" y="4472211"/>
                <a:ext cx="1050804" cy="256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70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070" b="1" dirty="0"/>
              </a:p>
            </p:txBody>
          </p:sp>
        </mc:Choice>
        <mc:Fallback>
          <p:sp>
            <p:nvSpPr>
              <p:cNvPr id="244" name="文本框 2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22880">
                <a:off x="4743955" y="4472211"/>
                <a:ext cx="1050804" cy="256865"/>
              </a:xfrm>
              <a:prstGeom prst="rect">
                <a:avLst/>
              </a:prstGeom>
              <a:blipFill rotWithShape="1">
                <a:blip r:embed="rId22"/>
                <a:stretch>
                  <a:fillRect l="15724" t="-154223" r="15809" b="-153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文本框 244"/>
              <p:cNvSpPr txBox="1"/>
              <p:nvPr/>
            </p:nvSpPr>
            <p:spPr>
              <a:xfrm rot="1600804">
                <a:off x="5877360" y="4218250"/>
                <a:ext cx="1050804" cy="261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7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7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7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1070" b="1" i="1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70" b="1" i="1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070" b="1" dirty="0">
                  <a:solidFill>
                    <a:srgbClr val="217BB7"/>
                  </a:solidFill>
                </a:endParaRPr>
              </a:p>
            </p:txBody>
          </p:sp>
        </mc:Choice>
        <mc:Fallback>
          <p:sp>
            <p:nvSpPr>
              <p:cNvPr id="245" name="文本框 2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00804">
                <a:off x="5877360" y="4218250"/>
                <a:ext cx="1050804" cy="261097"/>
              </a:xfrm>
              <a:prstGeom prst="rect">
                <a:avLst/>
              </a:prstGeom>
              <a:blipFill rotWithShape="1">
                <a:blip r:embed="rId23"/>
                <a:stretch>
                  <a:fillRect l="-283" t="-85101" r="-212" b="-84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6" name="文本框 245"/>
              <p:cNvSpPr txBox="1"/>
              <p:nvPr/>
            </p:nvSpPr>
            <p:spPr>
              <a:xfrm rot="3845669">
                <a:off x="6410002" y="4339218"/>
                <a:ext cx="1050804" cy="261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7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7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7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1070" b="1" i="1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70" b="1" i="1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CN" altLang="en-US" sz="1070" b="1" dirty="0">
                  <a:solidFill>
                    <a:srgbClr val="F4B3B3"/>
                  </a:solidFill>
                </a:endParaRPr>
              </a:p>
            </p:txBody>
          </p:sp>
        </mc:Choice>
        <mc:Fallback>
          <p:sp>
            <p:nvSpPr>
              <p:cNvPr id="246" name="文本框 2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845669">
                <a:off x="6410002" y="4339218"/>
                <a:ext cx="1050804" cy="261097"/>
              </a:xfrm>
              <a:prstGeom prst="rect">
                <a:avLst/>
              </a:prstGeom>
              <a:blipFill rotWithShape="1">
                <a:blip r:embed="rId24"/>
                <a:stretch>
                  <a:fillRect l="16951" t="-153076" r="16999" b="-152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7" name="直接连接符 246"/>
          <p:cNvCxnSpPr/>
          <p:nvPr/>
        </p:nvCxnSpPr>
        <p:spPr>
          <a:xfrm flipV="1">
            <a:off x="4326777" y="3393251"/>
            <a:ext cx="3259100" cy="2271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50" name="图形 24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3954" y="2280189"/>
            <a:ext cx="426791" cy="426791"/>
          </a:xfrm>
          <a:prstGeom prst="rect">
            <a:avLst/>
          </a:prstGeom>
        </p:spPr>
      </p:pic>
      <p:pic>
        <p:nvPicPr>
          <p:cNvPr id="251" name="图形 2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1900" y="2281066"/>
            <a:ext cx="424211" cy="424211"/>
          </a:xfrm>
          <a:prstGeom prst="rect">
            <a:avLst/>
          </a:prstGeom>
        </p:spPr>
      </p:pic>
      <p:pic>
        <p:nvPicPr>
          <p:cNvPr id="252" name="图形 25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3205" y="2279817"/>
            <a:ext cx="433243" cy="433243"/>
          </a:xfrm>
          <a:prstGeom prst="rect">
            <a:avLst/>
          </a:prstGeom>
        </p:spPr>
      </p:pic>
      <p:sp>
        <p:nvSpPr>
          <p:cNvPr id="254" name="矩形: 圆角 253"/>
          <p:cNvSpPr/>
          <p:nvPr/>
        </p:nvSpPr>
        <p:spPr>
          <a:xfrm>
            <a:off x="8892447" y="1265667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255" name="直接连接符 254"/>
          <p:cNvCxnSpPr/>
          <p:nvPr/>
        </p:nvCxnSpPr>
        <p:spPr>
          <a:xfrm flipH="1">
            <a:off x="9182490" y="1742643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56" name="图形 25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43111" y="2015528"/>
            <a:ext cx="546374" cy="546374"/>
          </a:xfrm>
          <a:prstGeom prst="rect">
            <a:avLst/>
          </a:prstGeom>
        </p:spPr>
      </p:pic>
      <p:pic>
        <p:nvPicPr>
          <p:cNvPr id="257" name="图形 25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32624" y="1994571"/>
            <a:ext cx="510133" cy="510133"/>
          </a:xfrm>
          <a:prstGeom prst="rect">
            <a:avLst/>
          </a:prstGeom>
        </p:spPr>
      </p:pic>
      <p:cxnSp>
        <p:nvCxnSpPr>
          <p:cNvPr id="258" name="直接连接符 257"/>
          <p:cNvCxnSpPr/>
          <p:nvPr/>
        </p:nvCxnSpPr>
        <p:spPr>
          <a:xfrm>
            <a:off x="9408359" y="1742654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接连接符 258"/>
          <p:cNvCxnSpPr/>
          <p:nvPr/>
        </p:nvCxnSpPr>
        <p:spPr>
          <a:xfrm>
            <a:off x="9408375" y="1742650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0" name="直接连接符 259"/>
          <p:cNvCxnSpPr/>
          <p:nvPr/>
        </p:nvCxnSpPr>
        <p:spPr>
          <a:xfrm flipH="1">
            <a:off x="9668361" y="1756822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>
            <a:off x="10172645" y="1756807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>
            <a:off x="10159216" y="1759934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/>
          <p:cNvCxnSpPr/>
          <p:nvPr/>
        </p:nvCxnSpPr>
        <p:spPr>
          <a:xfrm>
            <a:off x="10172644" y="1756819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/>
          <p:cNvCxnSpPr>
            <a:stCxn id="270" idx="2"/>
          </p:cNvCxnSpPr>
          <p:nvPr/>
        </p:nvCxnSpPr>
        <p:spPr>
          <a:xfrm>
            <a:off x="10929610" y="1732316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65" name="图形 26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0806" y="1298213"/>
            <a:ext cx="426791" cy="426791"/>
          </a:xfrm>
          <a:prstGeom prst="rect">
            <a:avLst/>
          </a:prstGeom>
        </p:spPr>
      </p:pic>
      <p:pic>
        <p:nvPicPr>
          <p:cNvPr id="266" name="图形 26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6774" y="1298262"/>
            <a:ext cx="424211" cy="424211"/>
          </a:xfrm>
          <a:prstGeom prst="rect">
            <a:avLst/>
          </a:prstGeom>
        </p:spPr>
      </p:pic>
      <p:pic>
        <p:nvPicPr>
          <p:cNvPr id="267" name="图形 26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89372" y="2070199"/>
            <a:ext cx="438656" cy="438656"/>
          </a:xfrm>
          <a:prstGeom prst="rect">
            <a:avLst/>
          </a:prstGeom>
        </p:spPr>
      </p:pic>
      <p:pic>
        <p:nvPicPr>
          <p:cNvPr id="268" name="图形 26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3689" y="2058394"/>
            <a:ext cx="405195" cy="405195"/>
          </a:xfrm>
          <a:prstGeom prst="rect">
            <a:avLst/>
          </a:prstGeom>
        </p:spPr>
      </p:pic>
      <p:pic>
        <p:nvPicPr>
          <p:cNvPr id="269" name="图形 26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04568" y="2084262"/>
            <a:ext cx="390653" cy="390653"/>
          </a:xfrm>
          <a:prstGeom prst="rect">
            <a:avLst/>
          </a:prstGeom>
        </p:spPr>
      </p:pic>
      <p:pic>
        <p:nvPicPr>
          <p:cNvPr id="270" name="图形 26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2986" y="1299090"/>
            <a:ext cx="433243" cy="433243"/>
          </a:xfrm>
          <a:prstGeom prst="rect">
            <a:avLst/>
          </a:prstGeom>
        </p:spPr>
      </p:pic>
      <p:cxnSp>
        <p:nvCxnSpPr>
          <p:cNvPr id="271" name="直接连接符 270"/>
          <p:cNvCxnSpPr/>
          <p:nvPr/>
        </p:nvCxnSpPr>
        <p:spPr>
          <a:xfrm>
            <a:off x="9608531" y="1497795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2" name="文本框 271"/>
              <p:cNvSpPr txBox="1"/>
              <p:nvPr/>
            </p:nvSpPr>
            <p:spPr>
              <a:xfrm>
                <a:off x="11045530" y="1227311"/>
                <a:ext cx="373962" cy="569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  <a:p>
                <a:endParaRPr lang="zh-CN" altLang="en-US" sz="1425" b="1" dirty="0"/>
              </a:p>
            </p:txBody>
          </p:sp>
        </mc:Choice>
        <mc:Fallback>
          <p:sp>
            <p:nvSpPr>
              <p:cNvPr id="272" name="文本框 2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5530" y="1227311"/>
                <a:ext cx="373962" cy="569708"/>
              </a:xfrm>
              <a:prstGeom prst="rect">
                <a:avLst/>
              </a:prstGeom>
              <a:blipFill rotWithShape="1">
                <a:blip r:embed="rId25"/>
                <a:stretch>
                  <a:fillRect l="-91" t="-86" r="-26922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3" name="文本框 272"/>
          <p:cNvSpPr txBox="1"/>
          <p:nvPr/>
        </p:nvSpPr>
        <p:spPr>
          <a:xfrm rot="19578038">
            <a:off x="9814531" y="1667762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文本框 273"/>
          <p:cNvSpPr txBox="1"/>
          <p:nvPr/>
        </p:nvSpPr>
        <p:spPr>
          <a:xfrm rot="18139359">
            <a:off x="9083755" y="1761109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文本框 274"/>
          <p:cNvSpPr txBox="1"/>
          <p:nvPr/>
        </p:nvSpPr>
        <p:spPr>
          <a:xfrm rot="3187128">
            <a:off x="9294171" y="1882105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文本框 275"/>
          <p:cNvSpPr txBox="1"/>
          <p:nvPr/>
        </p:nvSpPr>
        <p:spPr>
          <a:xfrm rot="1783072">
            <a:off x="9499054" y="1711500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文本框 276"/>
          <p:cNvSpPr txBox="1"/>
          <p:nvPr/>
        </p:nvSpPr>
        <p:spPr>
          <a:xfrm rot="215747">
            <a:off x="10034379" y="183484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文本框 277"/>
          <p:cNvSpPr txBox="1"/>
          <p:nvPr/>
        </p:nvSpPr>
        <p:spPr>
          <a:xfrm rot="1736926">
            <a:off x="10291677" y="1857185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文本框 278"/>
          <p:cNvSpPr txBox="1"/>
          <p:nvPr/>
        </p:nvSpPr>
        <p:spPr>
          <a:xfrm rot="832048">
            <a:off x="10566911" y="172165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文本框 279"/>
          <p:cNvSpPr txBox="1"/>
          <p:nvPr/>
        </p:nvSpPr>
        <p:spPr>
          <a:xfrm rot="3243918">
            <a:off x="11040418" y="1758789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矩形: 圆角 280"/>
          <p:cNvSpPr/>
          <p:nvPr/>
        </p:nvSpPr>
        <p:spPr>
          <a:xfrm>
            <a:off x="8711607" y="1595311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282" name="直接连接符 281"/>
          <p:cNvCxnSpPr/>
          <p:nvPr/>
        </p:nvCxnSpPr>
        <p:spPr>
          <a:xfrm flipH="1">
            <a:off x="9001648" y="2072284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83" name="图形 28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62268" y="2345169"/>
            <a:ext cx="546374" cy="546374"/>
          </a:xfrm>
          <a:prstGeom prst="rect">
            <a:avLst/>
          </a:prstGeom>
        </p:spPr>
      </p:pic>
      <p:pic>
        <p:nvPicPr>
          <p:cNvPr id="284" name="图形 28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51781" y="2324212"/>
            <a:ext cx="510133" cy="510133"/>
          </a:xfrm>
          <a:prstGeom prst="rect">
            <a:avLst/>
          </a:prstGeom>
        </p:spPr>
      </p:pic>
      <p:cxnSp>
        <p:nvCxnSpPr>
          <p:cNvPr id="285" name="直接连接符 284"/>
          <p:cNvCxnSpPr/>
          <p:nvPr/>
        </p:nvCxnSpPr>
        <p:spPr>
          <a:xfrm>
            <a:off x="9227517" y="2072295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6" name="直接连接符 285"/>
          <p:cNvCxnSpPr/>
          <p:nvPr/>
        </p:nvCxnSpPr>
        <p:spPr>
          <a:xfrm>
            <a:off x="9227533" y="2072290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直接连接符 286"/>
          <p:cNvCxnSpPr/>
          <p:nvPr/>
        </p:nvCxnSpPr>
        <p:spPr>
          <a:xfrm flipH="1">
            <a:off x="9487518" y="2086462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/>
          <p:cNvCxnSpPr/>
          <p:nvPr/>
        </p:nvCxnSpPr>
        <p:spPr>
          <a:xfrm>
            <a:off x="9991800" y="2086448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/>
          <p:cNvCxnSpPr/>
          <p:nvPr/>
        </p:nvCxnSpPr>
        <p:spPr>
          <a:xfrm>
            <a:off x="9978374" y="2089574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/>
          <p:cNvCxnSpPr/>
          <p:nvPr/>
        </p:nvCxnSpPr>
        <p:spPr>
          <a:xfrm>
            <a:off x="9991797" y="2086458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1" name="直接连接符 290"/>
          <p:cNvCxnSpPr>
            <a:stCxn id="297" idx="2"/>
          </p:cNvCxnSpPr>
          <p:nvPr/>
        </p:nvCxnSpPr>
        <p:spPr>
          <a:xfrm>
            <a:off x="10748766" y="2061957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92" name="图形 29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9966" y="1627852"/>
            <a:ext cx="426791" cy="426791"/>
          </a:xfrm>
          <a:prstGeom prst="rect">
            <a:avLst/>
          </a:prstGeom>
        </p:spPr>
      </p:pic>
      <p:pic>
        <p:nvPicPr>
          <p:cNvPr id="293" name="图形 29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5935" y="1627906"/>
            <a:ext cx="424211" cy="424211"/>
          </a:xfrm>
          <a:prstGeom prst="rect">
            <a:avLst/>
          </a:prstGeom>
        </p:spPr>
      </p:pic>
      <p:pic>
        <p:nvPicPr>
          <p:cNvPr id="295" name="图形 29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82847" y="2388036"/>
            <a:ext cx="405195" cy="405195"/>
          </a:xfrm>
          <a:prstGeom prst="rect">
            <a:avLst/>
          </a:prstGeom>
        </p:spPr>
      </p:pic>
      <p:pic>
        <p:nvPicPr>
          <p:cNvPr id="297" name="图形 29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32144" y="1628730"/>
            <a:ext cx="433243" cy="433243"/>
          </a:xfrm>
          <a:prstGeom prst="rect">
            <a:avLst/>
          </a:prstGeom>
        </p:spPr>
      </p:pic>
      <p:cxnSp>
        <p:nvCxnSpPr>
          <p:cNvPr id="298" name="直接连接符 297"/>
          <p:cNvCxnSpPr/>
          <p:nvPr/>
        </p:nvCxnSpPr>
        <p:spPr>
          <a:xfrm>
            <a:off x="9427688" y="1827436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9" name="文本框 298"/>
              <p:cNvSpPr txBox="1"/>
              <p:nvPr/>
            </p:nvSpPr>
            <p:spPr>
              <a:xfrm>
                <a:off x="10873523" y="1551596"/>
                <a:ext cx="373962" cy="569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  <a:p>
                <a:endParaRPr lang="zh-CN" altLang="en-US" sz="1425" b="1" dirty="0"/>
              </a:p>
            </p:txBody>
          </p:sp>
        </mc:Choice>
        <mc:Fallback>
          <p:sp>
            <p:nvSpPr>
              <p:cNvPr id="299" name="文本框 2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523" y="1551596"/>
                <a:ext cx="373962" cy="569708"/>
              </a:xfrm>
              <a:prstGeom prst="rect">
                <a:avLst/>
              </a:prstGeom>
              <a:blipFill rotWithShape="1">
                <a:blip r:embed="rId26"/>
                <a:stretch>
                  <a:fillRect l="-112" t="-51" r="-23505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文本框 299"/>
          <p:cNvSpPr txBox="1"/>
          <p:nvPr/>
        </p:nvSpPr>
        <p:spPr>
          <a:xfrm rot="19578038">
            <a:off x="9633692" y="1997406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文本框 300"/>
          <p:cNvSpPr txBox="1"/>
          <p:nvPr/>
        </p:nvSpPr>
        <p:spPr>
          <a:xfrm rot="18139359">
            <a:off x="8902913" y="2090750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文本框 301"/>
          <p:cNvSpPr txBox="1"/>
          <p:nvPr/>
        </p:nvSpPr>
        <p:spPr>
          <a:xfrm rot="3187128">
            <a:off x="9113331" y="2211745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文本框 302"/>
          <p:cNvSpPr txBox="1"/>
          <p:nvPr/>
        </p:nvSpPr>
        <p:spPr>
          <a:xfrm rot="1783072">
            <a:off x="9318211" y="2041140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文本框 303"/>
          <p:cNvSpPr txBox="1"/>
          <p:nvPr/>
        </p:nvSpPr>
        <p:spPr>
          <a:xfrm rot="215747">
            <a:off x="9853537" y="216448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文本框 304"/>
          <p:cNvSpPr txBox="1"/>
          <p:nvPr/>
        </p:nvSpPr>
        <p:spPr>
          <a:xfrm rot="1736926">
            <a:off x="10110836" y="2186826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文本框 305"/>
          <p:cNvSpPr txBox="1"/>
          <p:nvPr/>
        </p:nvSpPr>
        <p:spPr>
          <a:xfrm rot="832048">
            <a:off x="10386067" y="205129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文本框 306"/>
          <p:cNvSpPr txBox="1"/>
          <p:nvPr/>
        </p:nvSpPr>
        <p:spPr>
          <a:xfrm rot="3243918">
            <a:off x="10859575" y="2088429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矩形: 圆角 307"/>
          <p:cNvSpPr/>
          <p:nvPr/>
        </p:nvSpPr>
        <p:spPr>
          <a:xfrm>
            <a:off x="8479655" y="1887489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319" name="图形 31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8011" y="1920035"/>
            <a:ext cx="426791" cy="426791"/>
          </a:xfrm>
          <a:prstGeom prst="rect">
            <a:avLst/>
          </a:prstGeom>
        </p:spPr>
      </p:pic>
      <p:pic>
        <p:nvPicPr>
          <p:cNvPr id="320" name="图形 3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3980" y="1920088"/>
            <a:ext cx="424211" cy="424211"/>
          </a:xfrm>
          <a:prstGeom prst="rect">
            <a:avLst/>
          </a:prstGeom>
        </p:spPr>
      </p:pic>
      <p:pic>
        <p:nvPicPr>
          <p:cNvPr id="324" name="图形 3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0188" y="1920912"/>
            <a:ext cx="433243" cy="433243"/>
          </a:xfrm>
          <a:prstGeom prst="rect">
            <a:avLst/>
          </a:prstGeom>
        </p:spPr>
      </p:pic>
      <p:cxnSp>
        <p:nvCxnSpPr>
          <p:cNvPr id="325" name="直接连接符 324"/>
          <p:cNvCxnSpPr/>
          <p:nvPr/>
        </p:nvCxnSpPr>
        <p:spPr>
          <a:xfrm>
            <a:off x="9195737" y="2119618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6" name="文本框 325"/>
              <p:cNvSpPr txBox="1"/>
              <p:nvPr/>
            </p:nvSpPr>
            <p:spPr>
              <a:xfrm>
                <a:off x="10643418" y="1909144"/>
                <a:ext cx="37396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  <a:p>
                <a:endParaRPr lang="zh-CN" altLang="en-US" sz="1425" b="1" dirty="0"/>
              </a:p>
            </p:txBody>
          </p:sp>
        </mc:Choice>
        <mc:Fallback>
          <p:sp>
            <p:nvSpPr>
              <p:cNvPr id="326" name="文本框 3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3418" y="1909144"/>
                <a:ext cx="373962" cy="584775"/>
              </a:xfrm>
              <a:prstGeom prst="rect">
                <a:avLst/>
              </a:prstGeom>
              <a:blipFill rotWithShape="1">
                <a:blip r:embed="rId27"/>
                <a:stretch>
                  <a:fillRect l="-49" t="-57" r="-27473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3" name="文本框 362"/>
          <p:cNvSpPr txBox="1"/>
          <p:nvPr/>
        </p:nvSpPr>
        <p:spPr>
          <a:xfrm>
            <a:off x="8523914" y="904065"/>
            <a:ext cx="2901246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Fusion and Denoising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64" name="图形 36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9918" y="2294166"/>
            <a:ext cx="426791" cy="426791"/>
          </a:xfrm>
          <a:prstGeom prst="rect">
            <a:avLst/>
          </a:prstGeom>
        </p:spPr>
      </p:pic>
      <p:pic>
        <p:nvPicPr>
          <p:cNvPr id="365" name="图形 3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7865" y="2295045"/>
            <a:ext cx="424211" cy="424211"/>
          </a:xfrm>
          <a:prstGeom prst="rect">
            <a:avLst/>
          </a:prstGeom>
        </p:spPr>
      </p:pic>
      <p:pic>
        <p:nvPicPr>
          <p:cNvPr id="366" name="图形 36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9171" y="2293798"/>
            <a:ext cx="433243" cy="433243"/>
          </a:xfrm>
          <a:prstGeom prst="rect">
            <a:avLst/>
          </a:prstGeom>
        </p:spPr>
      </p:pic>
      <p:cxnSp>
        <p:nvCxnSpPr>
          <p:cNvPr id="367" name="直接连接符 366"/>
          <p:cNvCxnSpPr/>
          <p:nvPr/>
        </p:nvCxnSpPr>
        <p:spPr>
          <a:xfrm>
            <a:off x="1722791" y="2786001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8" name="矩形: 圆角 367"/>
          <p:cNvSpPr/>
          <p:nvPr/>
        </p:nvSpPr>
        <p:spPr>
          <a:xfrm>
            <a:off x="1035570" y="1274907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369" name="直接连接符 368"/>
          <p:cNvCxnSpPr/>
          <p:nvPr/>
        </p:nvCxnSpPr>
        <p:spPr>
          <a:xfrm flipH="1">
            <a:off x="1325611" y="1751883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70" name="图形 36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29078" y="2029509"/>
            <a:ext cx="546374" cy="546374"/>
          </a:xfrm>
          <a:prstGeom prst="rect">
            <a:avLst/>
          </a:prstGeom>
        </p:spPr>
      </p:pic>
      <p:pic>
        <p:nvPicPr>
          <p:cNvPr id="371" name="图形 37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18590" y="2008550"/>
            <a:ext cx="510133" cy="510133"/>
          </a:xfrm>
          <a:prstGeom prst="rect">
            <a:avLst/>
          </a:prstGeom>
        </p:spPr>
      </p:pic>
      <p:cxnSp>
        <p:nvCxnSpPr>
          <p:cNvPr id="372" name="直接连接符 371"/>
          <p:cNvCxnSpPr/>
          <p:nvPr/>
        </p:nvCxnSpPr>
        <p:spPr>
          <a:xfrm>
            <a:off x="1551484" y="1751893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3" name="直接连接符 372"/>
          <p:cNvCxnSpPr/>
          <p:nvPr/>
        </p:nvCxnSpPr>
        <p:spPr>
          <a:xfrm>
            <a:off x="1551498" y="1751890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4" name="直接连接符 373"/>
          <p:cNvCxnSpPr/>
          <p:nvPr/>
        </p:nvCxnSpPr>
        <p:spPr>
          <a:xfrm flipH="1">
            <a:off x="1811487" y="1766062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5" name="直接连接符 374"/>
          <p:cNvCxnSpPr/>
          <p:nvPr/>
        </p:nvCxnSpPr>
        <p:spPr>
          <a:xfrm>
            <a:off x="2315768" y="1766047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6" name="直接连接符 375"/>
          <p:cNvCxnSpPr/>
          <p:nvPr/>
        </p:nvCxnSpPr>
        <p:spPr>
          <a:xfrm>
            <a:off x="2302341" y="1769174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7" name="直接连接符 376"/>
          <p:cNvCxnSpPr/>
          <p:nvPr/>
        </p:nvCxnSpPr>
        <p:spPr>
          <a:xfrm>
            <a:off x="2315768" y="1766060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8" name="直接连接符 377"/>
          <p:cNvCxnSpPr>
            <a:stCxn id="384" idx="2"/>
          </p:cNvCxnSpPr>
          <p:nvPr/>
        </p:nvCxnSpPr>
        <p:spPr>
          <a:xfrm>
            <a:off x="3072736" y="1741554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79" name="图形 37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930" y="1307452"/>
            <a:ext cx="426791" cy="426791"/>
          </a:xfrm>
          <a:prstGeom prst="rect">
            <a:avLst/>
          </a:prstGeom>
        </p:spPr>
      </p:pic>
      <p:pic>
        <p:nvPicPr>
          <p:cNvPr id="380" name="图形 37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9899" y="1307503"/>
            <a:ext cx="424211" cy="424211"/>
          </a:xfrm>
          <a:prstGeom prst="rect">
            <a:avLst/>
          </a:prstGeom>
        </p:spPr>
      </p:pic>
      <p:pic>
        <p:nvPicPr>
          <p:cNvPr id="381" name="图形 38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5339" y="2084177"/>
            <a:ext cx="438656" cy="438656"/>
          </a:xfrm>
          <a:prstGeom prst="rect">
            <a:avLst/>
          </a:prstGeom>
        </p:spPr>
      </p:pic>
      <p:pic>
        <p:nvPicPr>
          <p:cNvPr id="382" name="图形 38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49654" y="2072374"/>
            <a:ext cx="405195" cy="405195"/>
          </a:xfrm>
          <a:prstGeom prst="rect">
            <a:avLst/>
          </a:prstGeom>
        </p:spPr>
      </p:pic>
      <p:pic>
        <p:nvPicPr>
          <p:cNvPr id="383" name="图形 38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47693" y="2093503"/>
            <a:ext cx="390653" cy="390653"/>
          </a:xfrm>
          <a:prstGeom prst="rect">
            <a:avLst/>
          </a:prstGeom>
        </p:spPr>
      </p:pic>
      <p:pic>
        <p:nvPicPr>
          <p:cNvPr id="384" name="图形 38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6110" y="1308330"/>
            <a:ext cx="433243" cy="433243"/>
          </a:xfrm>
          <a:prstGeom prst="rect">
            <a:avLst/>
          </a:prstGeom>
        </p:spPr>
      </p:pic>
      <p:cxnSp>
        <p:nvCxnSpPr>
          <p:cNvPr id="385" name="直接连接符 384"/>
          <p:cNvCxnSpPr/>
          <p:nvPr/>
        </p:nvCxnSpPr>
        <p:spPr>
          <a:xfrm>
            <a:off x="1751655" y="1507035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6" name="文本框 385"/>
              <p:cNvSpPr txBox="1"/>
              <p:nvPr/>
            </p:nvSpPr>
            <p:spPr>
              <a:xfrm>
                <a:off x="3295739" y="1278228"/>
                <a:ext cx="373962" cy="328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386" name="文本框 3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739" y="1278228"/>
                <a:ext cx="373962" cy="328936"/>
              </a:xfrm>
              <a:prstGeom prst="rect">
                <a:avLst/>
              </a:prstGeom>
              <a:blipFill rotWithShape="1">
                <a:blip r:embed="rId17"/>
                <a:stretch>
                  <a:fillRect l="-24" t="-185" r="10" b="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7" name="文本框 386"/>
          <p:cNvSpPr txBox="1"/>
          <p:nvPr/>
        </p:nvSpPr>
        <p:spPr>
          <a:xfrm rot="19578038">
            <a:off x="1957656" y="167700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文本框 387"/>
          <p:cNvSpPr txBox="1"/>
          <p:nvPr/>
        </p:nvSpPr>
        <p:spPr>
          <a:xfrm rot="18139359">
            <a:off x="1226879" y="1770349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" name="文本框 388"/>
          <p:cNvSpPr txBox="1"/>
          <p:nvPr/>
        </p:nvSpPr>
        <p:spPr>
          <a:xfrm rot="3187128">
            <a:off x="1437295" y="1891344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0" name="文本框 389"/>
          <p:cNvSpPr txBox="1"/>
          <p:nvPr/>
        </p:nvSpPr>
        <p:spPr>
          <a:xfrm rot="1783072">
            <a:off x="1642177" y="1720739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1" name="文本框 390"/>
          <p:cNvSpPr txBox="1"/>
          <p:nvPr/>
        </p:nvSpPr>
        <p:spPr>
          <a:xfrm rot="215747">
            <a:off x="2177504" y="184408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2" name="文本框 391"/>
          <p:cNvSpPr txBox="1"/>
          <p:nvPr/>
        </p:nvSpPr>
        <p:spPr>
          <a:xfrm rot="1736926">
            <a:off x="2434801" y="1866428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3" name="文本框 392"/>
          <p:cNvSpPr txBox="1"/>
          <p:nvPr/>
        </p:nvSpPr>
        <p:spPr>
          <a:xfrm rot="832048">
            <a:off x="2710035" y="1730894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4" name="文本框 393"/>
          <p:cNvSpPr txBox="1"/>
          <p:nvPr/>
        </p:nvSpPr>
        <p:spPr>
          <a:xfrm rot="3243918">
            <a:off x="3183543" y="1768029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5" name="矩形: 圆角 394"/>
          <p:cNvSpPr/>
          <p:nvPr/>
        </p:nvSpPr>
        <p:spPr>
          <a:xfrm>
            <a:off x="854723" y="1604548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396" name="直接连接符 395"/>
          <p:cNvCxnSpPr/>
          <p:nvPr/>
        </p:nvCxnSpPr>
        <p:spPr>
          <a:xfrm flipH="1">
            <a:off x="1187610" y="2086265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97" name="图形 39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48233" y="2359149"/>
            <a:ext cx="546374" cy="546374"/>
          </a:xfrm>
          <a:prstGeom prst="rect">
            <a:avLst/>
          </a:prstGeom>
        </p:spPr>
      </p:pic>
      <p:pic>
        <p:nvPicPr>
          <p:cNvPr id="398" name="图形 39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37748" y="2338194"/>
            <a:ext cx="510133" cy="510133"/>
          </a:xfrm>
          <a:prstGeom prst="rect">
            <a:avLst/>
          </a:prstGeom>
        </p:spPr>
      </p:pic>
      <p:cxnSp>
        <p:nvCxnSpPr>
          <p:cNvPr id="399" name="直接连接符 398"/>
          <p:cNvCxnSpPr/>
          <p:nvPr/>
        </p:nvCxnSpPr>
        <p:spPr>
          <a:xfrm>
            <a:off x="1413484" y="2086273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0" name="直接连接符 399"/>
          <p:cNvCxnSpPr/>
          <p:nvPr/>
        </p:nvCxnSpPr>
        <p:spPr>
          <a:xfrm>
            <a:off x="1413499" y="2086271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1" name="直接连接符 400"/>
          <p:cNvCxnSpPr/>
          <p:nvPr/>
        </p:nvCxnSpPr>
        <p:spPr>
          <a:xfrm flipH="1">
            <a:off x="1673485" y="2100443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2" name="直接连接符 401"/>
          <p:cNvCxnSpPr/>
          <p:nvPr/>
        </p:nvCxnSpPr>
        <p:spPr>
          <a:xfrm>
            <a:off x="2177766" y="2100428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3" name="直接连接符 402"/>
          <p:cNvCxnSpPr/>
          <p:nvPr/>
        </p:nvCxnSpPr>
        <p:spPr>
          <a:xfrm>
            <a:off x="2164341" y="2103555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4" name="直接连接符 403"/>
          <p:cNvCxnSpPr/>
          <p:nvPr/>
        </p:nvCxnSpPr>
        <p:spPr>
          <a:xfrm>
            <a:off x="2177762" y="2100439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/>
          <p:cNvCxnSpPr/>
          <p:nvPr/>
        </p:nvCxnSpPr>
        <p:spPr>
          <a:xfrm>
            <a:off x="2934732" y="2075937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406" name="图形 40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3088" y="1637091"/>
            <a:ext cx="426791" cy="426791"/>
          </a:xfrm>
          <a:prstGeom prst="rect">
            <a:avLst/>
          </a:prstGeom>
        </p:spPr>
      </p:pic>
      <p:pic>
        <p:nvPicPr>
          <p:cNvPr id="407" name="图形 40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9056" y="1637144"/>
            <a:ext cx="424211" cy="424211"/>
          </a:xfrm>
          <a:prstGeom prst="rect">
            <a:avLst/>
          </a:prstGeom>
        </p:spPr>
      </p:pic>
      <p:pic>
        <p:nvPicPr>
          <p:cNvPr id="408" name="图形 40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4496" y="2413819"/>
            <a:ext cx="438656" cy="438656"/>
          </a:xfrm>
          <a:prstGeom prst="rect">
            <a:avLst/>
          </a:prstGeom>
        </p:spPr>
      </p:pic>
      <p:pic>
        <p:nvPicPr>
          <p:cNvPr id="409" name="图形 40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8812" y="2402014"/>
            <a:ext cx="405195" cy="405195"/>
          </a:xfrm>
          <a:prstGeom prst="rect">
            <a:avLst/>
          </a:prstGeom>
        </p:spPr>
      </p:pic>
      <p:pic>
        <p:nvPicPr>
          <p:cNvPr id="410" name="图形 40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09691" y="2427884"/>
            <a:ext cx="390653" cy="390653"/>
          </a:xfrm>
          <a:prstGeom prst="rect">
            <a:avLst/>
          </a:prstGeom>
        </p:spPr>
      </p:pic>
      <p:pic>
        <p:nvPicPr>
          <p:cNvPr id="411" name="图形 4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5268" y="1637972"/>
            <a:ext cx="433243" cy="433243"/>
          </a:xfrm>
          <a:prstGeom prst="rect">
            <a:avLst/>
          </a:prstGeom>
        </p:spPr>
      </p:pic>
      <p:cxnSp>
        <p:nvCxnSpPr>
          <p:cNvPr id="412" name="直接连接符 411"/>
          <p:cNvCxnSpPr/>
          <p:nvPr/>
        </p:nvCxnSpPr>
        <p:spPr>
          <a:xfrm>
            <a:off x="1570811" y="1836675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3" name="文本框 412"/>
              <p:cNvSpPr txBox="1"/>
              <p:nvPr/>
            </p:nvSpPr>
            <p:spPr>
              <a:xfrm>
                <a:off x="3114897" y="1607859"/>
                <a:ext cx="373962" cy="31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413" name="文本框 4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897" y="1607859"/>
                <a:ext cx="373962" cy="311496"/>
              </a:xfrm>
              <a:prstGeom prst="rect">
                <a:avLst/>
              </a:prstGeom>
              <a:blipFill rotWithShape="1">
                <a:blip r:embed="rId18"/>
                <a:stretch>
                  <a:fillRect l="-59" t="-13" r="45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 rot="19578038">
            <a:off x="1819657" y="2011382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5" name="文本框 414"/>
          <p:cNvSpPr txBox="1"/>
          <p:nvPr/>
        </p:nvSpPr>
        <p:spPr>
          <a:xfrm rot="18139359">
            <a:off x="1088880" y="2104728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文本框 415"/>
          <p:cNvSpPr txBox="1"/>
          <p:nvPr/>
        </p:nvSpPr>
        <p:spPr>
          <a:xfrm rot="3187128">
            <a:off x="1299293" y="2225723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7" name="文本框 416"/>
          <p:cNvSpPr txBox="1"/>
          <p:nvPr/>
        </p:nvSpPr>
        <p:spPr>
          <a:xfrm rot="1783072">
            <a:off x="1504178" y="2055120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8" name="文本框 417"/>
          <p:cNvSpPr txBox="1"/>
          <p:nvPr/>
        </p:nvSpPr>
        <p:spPr>
          <a:xfrm rot="215747">
            <a:off x="2039505" y="2178465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" name="文本框 418"/>
          <p:cNvSpPr txBox="1"/>
          <p:nvPr/>
        </p:nvSpPr>
        <p:spPr>
          <a:xfrm rot="1736926">
            <a:off x="2296801" y="2200807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" name="文本框 419"/>
          <p:cNvSpPr txBox="1"/>
          <p:nvPr/>
        </p:nvSpPr>
        <p:spPr>
          <a:xfrm rot="832048">
            <a:off x="2572035" y="2065274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1" name="文本框 420"/>
          <p:cNvSpPr txBox="1"/>
          <p:nvPr/>
        </p:nvSpPr>
        <p:spPr>
          <a:xfrm rot="3243918">
            <a:off x="3045541" y="2102407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2" name="矩形: 圆角 421"/>
          <p:cNvSpPr/>
          <p:nvPr/>
        </p:nvSpPr>
        <p:spPr>
          <a:xfrm>
            <a:off x="665613" y="1901471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423" name="直接连接符 422"/>
          <p:cNvCxnSpPr/>
          <p:nvPr/>
        </p:nvCxnSpPr>
        <p:spPr>
          <a:xfrm flipH="1">
            <a:off x="1037272" y="2378014"/>
            <a:ext cx="153489" cy="3412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24" name="图形 4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58196" y="2647809"/>
            <a:ext cx="546374" cy="546374"/>
          </a:xfrm>
          <a:prstGeom prst="rect">
            <a:avLst/>
          </a:prstGeom>
        </p:spPr>
      </p:pic>
      <p:pic>
        <p:nvPicPr>
          <p:cNvPr id="425" name="图形 4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05774" y="2641617"/>
            <a:ext cx="510133" cy="510133"/>
          </a:xfrm>
          <a:prstGeom prst="rect">
            <a:avLst/>
          </a:prstGeom>
        </p:spPr>
      </p:pic>
      <p:cxnSp>
        <p:nvCxnSpPr>
          <p:cNvPr id="426" name="直接连接符 425"/>
          <p:cNvCxnSpPr/>
          <p:nvPr/>
        </p:nvCxnSpPr>
        <p:spPr>
          <a:xfrm>
            <a:off x="1181532" y="2378456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7" name="直接连接符 426"/>
          <p:cNvCxnSpPr/>
          <p:nvPr/>
        </p:nvCxnSpPr>
        <p:spPr>
          <a:xfrm>
            <a:off x="1181541" y="2378454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8" name="直接连接符 427"/>
          <p:cNvCxnSpPr/>
          <p:nvPr/>
        </p:nvCxnSpPr>
        <p:spPr>
          <a:xfrm flipH="1">
            <a:off x="1441534" y="2392625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9" name="直接连接符 428"/>
          <p:cNvCxnSpPr/>
          <p:nvPr/>
        </p:nvCxnSpPr>
        <p:spPr>
          <a:xfrm>
            <a:off x="1945815" y="2392608"/>
            <a:ext cx="85348" cy="37607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0" name="直接连接符 429"/>
          <p:cNvCxnSpPr/>
          <p:nvPr/>
        </p:nvCxnSpPr>
        <p:spPr>
          <a:xfrm>
            <a:off x="1932387" y="2395737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1" name="直接连接符 430"/>
          <p:cNvCxnSpPr/>
          <p:nvPr/>
        </p:nvCxnSpPr>
        <p:spPr>
          <a:xfrm>
            <a:off x="1945812" y="2392621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2" name="直接连接符 431"/>
          <p:cNvCxnSpPr>
            <a:stCxn id="438" idx="2"/>
          </p:cNvCxnSpPr>
          <p:nvPr/>
        </p:nvCxnSpPr>
        <p:spPr>
          <a:xfrm>
            <a:off x="2702781" y="2368119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433" name="图形 4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974" y="1934012"/>
            <a:ext cx="426791" cy="426791"/>
          </a:xfrm>
          <a:prstGeom prst="rect">
            <a:avLst/>
          </a:prstGeom>
        </p:spPr>
      </p:pic>
      <p:pic>
        <p:nvPicPr>
          <p:cNvPr id="434" name="图形 4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9944" y="1934066"/>
            <a:ext cx="424211" cy="424211"/>
          </a:xfrm>
          <a:prstGeom prst="rect">
            <a:avLst/>
          </a:prstGeom>
        </p:spPr>
      </p:pic>
      <p:pic>
        <p:nvPicPr>
          <p:cNvPr id="435" name="图形 43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745" y="2671786"/>
            <a:ext cx="438656" cy="438656"/>
          </a:xfrm>
          <a:prstGeom prst="rect">
            <a:avLst/>
          </a:prstGeom>
        </p:spPr>
      </p:pic>
      <p:pic>
        <p:nvPicPr>
          <p:cNvPr id="436" name="图形 43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10746" y="2682469"/>
            <a:ext cx="405195" cy="405195"/>
          </a:xfrm>
          <a:prstGeom prst="rect">
            <a:avLst/>
          </a:prstGeom>
        </p:spPr>
      </p:pic>
      <p:pic>
        <p:nvPicPr>
          <p:cNvPr id="437" name="图形 43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77740" y="2720069"/>
            <a:ext cx="390653" cy="390653"/>
          </a:xfrm>
          <a:prstGeom prst="rect">
            <a:avLst/>
          </a:prstGeom>
        </p:spPr>
      </p:pic>
      <p:pic>
        <p:nvPicPr>
          <p:cNvPr id="438" name="图形 43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6155" y="1934894"/>
            <a:ext cx="433243" cy="433243"/>
          </a:xfrm>
          <a:prstGeom prst="rect">
            <a:avLst/>
          </a:prstGeom>
        </p:spPr>
      </p:pic>
      <p:cxnSp>
        <p:nvCxnSpPr>
          <p:cNvPr id="439" name="直接连接符 438"/>
          <p:cNvCxnSpPr/>
          <p:nvPr/>
        </p:nvCxnSpPr>
        <p:spPr>
          <a:xfrm>
            <a:off x="1381701" y="2133597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0" name="文本框 439"/>
              <p:cNvSpPr txBox="1"/>
              <p:nvPr/>
            </p:nvSpPr>
            <p:spPr>
              <a:xfrm>
                <a:off x="2925786" y="1904785"/>
                <a:ext cx="373962" cy="33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440" name="文本框 4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786" y="1904785"/>
                <a:ext cx="373962" cy="337978"/>
              </a:xfrm>
              <a:prstGeom prst="rect">
                <a:avLst/>
              </a:prstGeom>
              <a:blipFill rotWithShape="1">
                <a:blip r:embed="rId19"/>
                <a:stretch>
                  <a:fillRect l="-91" t="-124" r="77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1" name="直接箭头连接符 450"/>
          <p:cNvCxnSpPr/>
          <p:nvPr/>
        </p:nvCxnSpPr>
        <p:spPr>
          <a:xfrm flipV="1">
            <a:off x="3813987" y="2167310"/>
            <a:ext cx="469502" cy="5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矩形: 圆角 334"/>
          <p:cNvSpPr/>
          <p:nvPr/>
        </p:nvSpPr>
        <p:spPr>
          <a:xfrm>
            <a:off x="698360" y="3731461"/>
            <a:ext cx="2860133" cy="1710994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336" name="矩形: 圆角 335"/>
          <p:cNvSpPr/>
          <p:nvPr/>
        </p:nvSpPr>
        <p:spPr>
          <a:xfrm>
            <a:off x="816393" y="3819310"/>
            <a:ext cx="2656270" cy="71431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337" name="矩形: 圆角 336"/>
          <p:cNvSpPr/>
          <p:nvPr/>
        </p:nvSpPr>
        <p:spPr>
          <a:xfrm>
            <a:off x="816393" y="4644945"/>
            <a:ext cx="2656270" cy="710512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338" name="直接连接符 337"/>
          <p:cNvCxnSpPr/>
          <p:nvPr/>
        </p:nvCxnSpPr>
        <p:spPr>
          <a:xfrm>
            <a:off x="1389929" y="4164617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39" name="图形 33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07247" y="4717188"/>
            <a:ext cx="546374" cy="546374"/>
          </a:xfrm>
          <a:prstGeom prst="rect">
            <a:avLst/>
          </a:prstGeom>
        </p:spPr>
      </p:pic>
      <p:pic>
        <p:nvPicPr>
          <p:cNvPr id="340" name="图形 33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4365" y="4768186"/>
            <a:ext cx="510133" cy="510133"/>
          </a:xfrm>
          <a:prstGeom prst="rect">
            <a:avLst/>
          </a:prstGeom>
        </p:spPr>
      </p:pic>
      <p:cxnSp>
        <p:nvCxnSpPr>
          <p:cNvPr id="341" name="直接连接符 340"/>
          <p:cNvCxnSpPr/>
          <p:nvPr/>
        </p:nvCxnSpPr>
        <p:spPr>
          <a:xfrm>
            <a:off x="1164315" y="5015613"/>
            <a:ext cx="188264" cy="1526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2" name="直接连接符 341"/>
          <p:cNvCxnSpPr/>
          <p:nvPr/>
        </p:nvCxnSpPr>
        <p:spPr>
          <a:xfrm>
            <a:off x="1686880" y="5017120"/>
            <a:ext cx="225206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3" name="直接连接符 342"/>
          <p:cNvCxnSpPr/>
          <p:nvPr/>
        </p:nvCxnSpPr>
        <p:spPr>
          <a:xfrm>
            <a:off x="2668893" y="5024513"/>
            <a:ext cx="251035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4" name="文本框 343"/>
              <p:cNvSpPr txBox="1"/>
              <p:nvPr/>
            </p:nvSpPr>
            <p:spPr>
              <a:xfrm>
                <a:off x="3002963" y="3834991"/>
                <a:ext cx="373962" cy="31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344" name="文本框 3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963" y="3834991"/>
                <a:ext cx="373962" cy="311496"/>
              </a:xfrm>
              <a:prstGeom prst="rect">
                <a:avLst/>
              </a:prstGeom>
              <a:blipFill rotWithShape="1">
                <a:blip r:embed="rId28"/>
                <a:stretch>
                  <a:fillRect l="-13" t="-73" r="16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5" name="图形 34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994" y="3959832"/>
            <a:ext cx="426791" cy="426791"/>
          </a:xfrm>
          <a:prstGeom prst="rect">
            <a:avLst/>
          </a:prstGeom>
        </p:spPr>
      </p:pic>
      <p:pic>
        <p:nvPicPr>
          <p:cNvPr id="346" name="图形 3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4812" y="3962241"/>
            <a:ext cx="424211" cy="424211"/>
          </a:xfrm>
          <a:prstGeom prst="rect">
            <a:avLst/>
          </a:prstGeom>
        </p:spPr>
      </p:pic>
      <p:pic>
        <p:nvPicPr>
          <p:cNvPr id="347" name="图形 34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214" y="3961436"/>
            <a:ext cx="433243" cy="433243"/>
          </a:xfrm>
          <a:prstGeom prst="rect">
            <a:avLst/>
          </a:prstGeom>
        </p:spPr>
      </p:pic>
      <p:pic>
        <p:nvPicPr>
          <p:cNvPr id="348" name="图形 34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4525" y="4796193"/>
            <a:ext cx="438656" cy="438656"/>
          </a:xfrm>
          <a:prstGeom prst="rect">
            <a:avLst/>
          </a:prstGeom>
        </p:spPr>
      </p:pic>
      <p:pic>
        <p:nvPicPr>
          <p:cNvPr id="349" name="图形 34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17414" y="4806408"/>
            <a:ext cx="405195" cy="405195"/>
          </a:xfrm>
          <a:prstGeom prst="rect">
            <a:avLst/>
          </a:prstGeom>
        </p:spPr>
      </p:pic>
      <p:pic>
        <p:nvPicPr>
          <p:cNvPr id="350" name="图形 34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40436" y="4827931"/>
            <a:ext cx="390653" cy="3906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1" name="文本框 350"/>
              <p:cNvSpPr txBox="1"/>
              <p:nvPr/>
            </p:nvSpPr>
            <p:spPr>
              <a:xfrm>
                <a:off x="3103952" y="4625297"/>
                <a:ext cx="373962" cy="31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351" name="文本框 3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952" y="4625297"/>
                <a:ext cx="373962" cy="311496"/>
              </a:xfrm>
              <a:prstGeom prst="rect">
                <a:avLst/>
              </a:prstGeom>
              <a:blipFill rotWithShape="1">
                <a:blip r:embed="rId29"/>
                <a:stretch>
                  <a:fillRect l="-19" t="-190" r="5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/>
          <p:cNvCxnSpPr>
            <a:endCxn id="356" idx="1"/>
          </p:cNvCxnSpPr>
          <p:nvPr/>
        </p:nvCxnSpPr>
        <p:spPr>
          <a:xfrm>
            <a:off x="3165381" y="3207926"/>
            <a:ext cx="747868" cy="426062"/>
          </a:xfrm>
          <a:prstGeom prst="bentConnector3">
            <a:avLst>
              <a:gd name="adj1" fmla="val -110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2"/>
          <p:cNvCxnSpPr/>
          <p:nvPr/>
        </p:nvCxnSpPr>
        <p:spPr>
          <a:xfrm rot="16200000" flipH="1">
            <a:off x="3314198" y="2856885"/>
            <a:ext cx="978129" cy="36315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6" name="文本框 355"/>
              <p:cNvSpPr txBox="1"/>
              <p:nvPr/>
            </p:nvSpPr>
            <p:spPr>
              <a:xfrm flipH="1">
                <a:off x="3816375" y="3423610"/>
                <a:ext cx="96874" cy="420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135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135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6" name="文本框 3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16375" y="3423610"/>
                <a:ext cx="96874" cy="420756"/>
              </a:xfrm>
              <a:prstGeom prst="rect">
                <a:avLst/>
              </a:prstGeom>
              <a:blipFill rotWithShape="1">
                <a:blip r:embed="rId30"/>
                <a:stretch>
                  <a:fillRect l="-26" t="-77" r="-229030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8" name="文本框 357"/>
              <p:cNvSpPr txBox="1"/>
              <p:nvPr/>
            </p:nvSpPr>
            <p:spPr>
              <a:xfrm>
                <a:off x="7805678" y="2038234"/>
                <a:ext cx="90553" cy="420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135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135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8" name="文本框 3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678" y="2038234"/>
                <a:ext cx="90553" cy="420756"/>
              </a:xfrm>
              <a:prstGeom prst="rect">
                <a:avLst/>
              </a:prstGeom>
              <a:blipFill rotWithShape="1">
                <a:blip r:embed="rId30"/>
                <a:stretch>
                  <a:fillRect l="-285" t="-123" r="-248235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2" name="直接箭头连接符 2"/>
          <p:cNvCxnSpPr/>
          <p:nvPr/>
        </p:nvCxnSpPr>
        <p:spPr>
          <a:xfrm rot="5400000" flipH="1" flipV="1">
            <a:off x="6558599" y="3118834"/>
            <a:ext cx="2178680" cy="681979"/>
          </a:xfrm>
          <a:prstGeom prst="bentConnector3">
            <a:avLst>
              <a:gd name="adj1" fmla="val -1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直接箭头连接符 454"/>
          <p:cNvCxnSpPr/>
          <p:nvPr/>
        </p:nvCxnSpPr>
        <p:spPr>
          <a:xfrm>
            <a:off x="7592280" y="2274588"/>
            <a:ext cx="2829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矩形: 圆角 465"/>
          <p:cNvSpPr/>
          <p:nvPr/>
        </p:nvSpPr>
        <p:spPr>
          <a:xfrm>
            <a:off x="8434395" y="3729649"/>
            <a:ext cx="2860133" cy="1710994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467" name="矩形: 圆角 466"/>
          <p:cNvSpPr/>
          <p:nvPr/>
        </p:nvSpPr>
        <p:spPr>
          <a:xfrm>
            <a:off x="8552428" y="3817500"/>
            <a:ext cx="2656270" cy="71431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468" name="矩形: 圆角 467"/>
          <p:cNvSpPr/>
          <p:nvPr/>
        </p:nvSpPr>
        <p:spPr>
          <a:xfrm>
            <a:off x="8552428" y="4643132"/>
            <a:ext cx="2656270" cy="710512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469" name="直接连接符 468"/>
          <p:cNvCxnSpPr/>
          <p:nvPr/>
        </p:nvCxnSpPr>
        <p:spPr>
          <a:xfrm>
            <a:off x="9186412" y="4151601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70" name="图形 46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43280" y="4715376"/>
            <a:ext cx="546374" cy="546374"/>
          </a:xfrm>
          <a:prstGeom prst="rect">
            <a:avLst/>
          </a:prstGeom>
        </p:spPr>
      </p:pic>
      <p:pic>
        <p:nvPicPr>
          <p:cNvPr id="471" name="图形 47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19599" y="4724797"/>
            <a:ext cx="510133" cy="510133"/>
          </a:xfrm>
          <a:prstGeom prst="rect">
            <a:avLst/>
          </a:prstGeom>
        </p:spPr>
      </p:pic>
      <p:cxnSp>
        <p:nvCxnSpPr>
          <p:cNvPr id="472" name="直接连接符 471"/>
          <p:cNvCxnSpPr/>
          <p:nvPr/>
        </p:nvCxnSpPr>
        <p:spPr>
          <a:xfrm>
            <a:off x="8900351" y="5013801"/>
            <a:ext cx="188264" cy="1526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3" name="直接连接符 472"/>
          <p:cNvCxnSpPr/>
          <p:nvPr/>
        </p:nvCxnSpPr>
        <p:spPr>
          <a:xfrm>
            <a:off x="9422909" y="5015305"/>
            <a:ext cx="225206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4" name="直接连接符 473"/>
          <p:cNvCxnSpPr/>
          <p:nvPr/>
        </p:nvCxnSpPr>
        <p:spPr>
          <a:xfrm>
            <a:off x="10423731" y="5012588"/>
            <a:ext cx="251035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5" name="文本框 474"/>
              <p:cNvSpPr txBox="1"/>
              <p:nvPr/>
            </p:nvSpPr>
            <p:spPr>
              <a:xfrm>
                <a:off x="10695699" y="3803767"/>
                <a:ext cx="373962" cy="340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475" name="文本框 4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5699" y="3803767"/>
                <a:ext cx="373962" cy="340671"/>
              </a:xfrm>
              <a:prstGeom prst="rect">
                <a:avLst/>
              </a:prstGeom>
              <a:blipFill rotWithShape="1">
                <a:blip r:embed="rId31"/>
                <a:stretch>
                  <a:fillRect l="-105" t="-34" r="-24700" b="1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6" name="图形 47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6195" y="3936765"/>
            <a:ext cx="426791" cy="426791"/>
          </a:xfrm>
          <a:prstGeom prst="rect">
            <a:avLst/>
          </a:prstGeom>
        </p:spPr>
      </p:pic>
      <p:pic>
        <p:nvPicPr>
          <p:cNvPr id="477" name="图形 47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7132" y="3936067"/>
            <a:ext cx="424211" cy="424211"/>
          </a:xfrm>
          <a:prstGeom prst="rect">
            <a:avLst/>
          </a:prstGeom>
        </p:spPr>
      </p:pic>
      <p:pic>
        <p:nvPicPr>
          <p:cNvPr id="478" name="图形 47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38078" y="3941278"/>
            <a:ext cx="433243" cy="433243"/>
          </a:xfrm>
          <a:prstGeom prst="rect">
            <a:avLst/>
          </a:prstGeom>
        </p:spPr>
      </p:pic>
      <p:pic>
        <p:nvPicPr>
          <p:cNvPr id="479" name="图形 47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46670" y="4786851"/>
            <a:ext cx="438656" cy="438656"/>
          </a:xfrm>
          <a:prstGeom prst="rect">
            <a:avLst/>
          </a:prstGeom>
        </p:spPr>
      </p:pic>
      <p:pic>
        <p:nvPicPr>
          <p:cNvPr id="480" name="图形 47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53493" y="4795795"/>
            <a:ext cx="405195" cy="405195"/>
          </a:xfrm>
          <a:prstGeom prst="rect">
            <a:avLst/>
          </a:prstGeom>
        </p:spPr>
      </p:pic>
      <p:pic>
        <p:nvPicPr>
          <p:cNvPr id="481" name="图形 48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38990" y="4799228"/>
            <a:ext cx="390653" cy="3906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82" name="文本框 481"/>
              <p:cNvSpPr txBox="1"/>
              <p:nvPr/>
            </p:nvSpPr>
            <p:spPr>
              <a:xfrm>
                <a:off x="10712667" y="4589568"/>
                <a:ext cx="373962" cy="33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482" name="文本框 4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67" y="4589568"/>
                <a:ext cx="373962" cy="339645"/>
              </a:xfrm>
              <a:prstGeom prst="rect">
                <a:avLst/>
              </a:prstGeom>
              <a:blipFill rotWithShape="1">
                <a:blip r:embed="rId32"/>
                <a:stretch>
                  <a:fillRect l="-58" t="-125" r="-24747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3" name="图形 482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409540" y="4769596"/>
            <a:ext cx="251829" cy="251829"/>
          </a:xfrm>
          <a:prstGeom prst="rect">
            <a:avLst/>
          </a:prstGeom>
        </p:spPr>
      </p:pic>
      <p:cxnSp>
        <p:nvCxnSpPr>
          <p:cNvPr id="492" name="直接箭头连接符 491"/>
          <p:cNvCxnSpPr/>
          <p:nvPr/>
        </p:nvCxnSpPr>
        <p:spPr>
          <a:xfrm>
            <a:off x="8096392" y="2280171"/>
            <a:ext cx="2829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矩形: 圆角 495"/>
          <p:cNvSpPr/>
          <p:nvPr/>
        </p:nvSpPr>
        <p:spPr>
          <a:xfrm>
            <a:off x="747276" y="5788893"/>
            <a:ext cx="4219791" cy="22621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497" name="矩形: 圆角 496"/>
          <p:cNvSpPr/>
          <p:nvPr/>
        </p:nvSpPr>
        <p:spPr>
          <a:xfrm>
            <a:off x="5496892" y="5775920"/>
            <a:ext cx="4201280" cy="2262253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498" name="矩形: 圆角 497"/>
          <p:cNvSpPr/>
          <p:nvPr/>
        </p:nvSpPr>
        <p:spPr>
          <a:xfrm>
            <a:off x="10486363" y="5590169"/>
            <a:ext cx="2550160" cy="2592810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499" name="矩形 498"/>
          <p:cNvSpPr/>
          <p:nvPr/>
        </p:nvSpPr>
        <p:spPr>
          <a:xfrm>
            <a:off x="10647061" y="6223837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0" name="矩形 499"/>
          <p:cNvSpPr/>
          <p:nvPr/>
        </p:nvSpPr>
        <p:spPr>
          <a:xfrm>
            <a:off x="10801949" y="6223837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1" name="矩形 500"/>
          <p:cNvSpPr/>
          <p:nvPr/>
        </p:nvSpPr>
        <p:spPr>
          <a:xfrm>
            <a:off x="10955969" y="6223837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2" name="矩形 501"/>
          <p:cNvSpPr/>
          <p:nvPr/>
        </p:nvSpPr>
        <p:spPr>
          <a:xfrm>
            <a:off x="11111678" y="6223272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03" name="矩形 502"/>
          <p:cNvSpPr/>
          <p:nvPr/>
        </p:nvSpPr>
        <p:spPr>
          <a:xfrm>
            <a:off x="11266630" y="6223836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4" name="矩形 503"/>
          <p:cNvSpPr/>
          <p:nvPr/>
        </p:nvSpPr>
        <p:spPr>
          <a:xfrm>
            <a:off x="11413692" y="6223272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05" name="矩形 504"/>
          <p:cNvSpPr/>
          <p:nvPr/>
        </p:nvSpPr>
        <p:spPr>
          <a:xfrm>
            <a:off x="11568644" y="6223836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6" name="矩形 505"/>
          <p:cNvSpPr/>
          <p:nvPr/>
        </p:nvSpPr>
        <p:spPr>
          <a:xfrm>
            <a:off x="10650047" y="6618334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7" name="矩形 506"/>
          <p:cNvSpPr/>
          <p:nvPr/>
        </p:nvSpPr>
        <p:spPr>
          <a:xfrm>
            <a:off x="10804937" y="6618334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8" name="矩形 507"/>
          <p:cNvSpPr/>
          <p:nvPr/>
        </p:nvSpPr>
        <p:spPr>
          <a:xfrm>
            <a:off x="10958957" y="6618334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9" name="矩形 508"/>
          <p:cNvSpPr/>
          <p:nvPr/>
        </p:nvSpPr>
        <p:spPr>
          <a:xfrm>
            <a:off x="11114664" y="661776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10" name="矩形 509"/>
          <p:cNvSpPr/>
          <p:nvPr/>
        </p:nvSpPr>
        <p:spPr>
          <a:xfrm>
            <a:off x="11269618" y="6618333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1" name="矩形 510"/>
          <p:cNvSpPr/>
          <p:nvPr/>
        </p:nvSpPr>
        <p:spPr>
          <a:xfrm>
            <a:off x="11416680" y="661776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12" name="矩形 511"/>
          <p:cNvSpPr/>
          <p:nvPr/>
        </p:nvSpPr>
        <p:spPr>
          <a:xfrm>
            <a:off x="11571633" y="6618333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3" name="矩形 512"/>
          <p:cNvSpPr/>
          <p:nvPr/>
        </p:nvSpPr>
        <p:spPr>
          <a:xfrm>
            <a:off x="10647061" y="7417204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4" name="矩形 513"/>
          <p:cNvSpPr/>
          <p:nvPr/>
        </p:nvSpPr>
        <p:spPr>
          <a:xfrm>
            <a:off x="10801949" y="7417204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5" name="矩形 514"/>
          <p:cNvSpPr/>
          <p:nvPr/>
        </p:nvSpPr>
        <p:spPr>
          <a:xfrm>
            <a:off x="10955969" y="7417204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6" name="矩形 515"/>
          <p:cNvSpPr/>
          <p:nvPr/>
        </p:nvSpPr>
        <p:spPr>
          <a:xfrm>
            <a:off x="11111678" y="7416638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17" name="矩形 516"/>
          <p:cNvSpPr/>
          <p:nvPr/>
        </p:nvSpPr>
        <p:spPr>
          <a:xfrm>
            <a:off x="11266630" y="7417203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8" name="矩形 517"/>
          <p:cNvSpPr/>
          <p:nvPr/>
        </p:nvSpPr>
        <p:spPr>
          <a:xfrm>
            <a:off x="11413692" y="7416638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19" name="矩形 518"/>
          <p:cNvSpPr/>
          <p:nvPr/>
        </p:nvSpPr>
        <p:spPr>
          <a:xfrm>
            <a:off x="11568644" y="7417203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0" name="矩形 519"/>
          <p:cNvSpPr/>
          <p:nvPr/>
        </p:nvSpPr>
        <p:spPr>
          <a:xfrm>
            <a:off x="10650110" y="7787540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1" name="矩形 520"/>
          <p:cNvSpPr/>
          <p:nvPr/>
        </p:nvSpPr>
        <p:spPr>
          <a:xfrm>
            <a:off x="10804999" y="7787540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2" name="矩形 521"/>
          <p:cNvSpPr/>
          <p:nvPr/>
        </p:nvSpPr>
        <p:spPr>
          <a:xfrm>
            <a:off x="10959019" y="7787540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3" name="矩形 522"/>
          <p:cNvSpPr/>
          <p:nvPr/>
        </p:nvSpPr>
        <p:spPr>
          <a:xfrm>
            <a:off x="11114728" y="7786971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24" name="矩形 523"/>
          <p:cNvSpPr/>
          <p:nvPr/>
        </p:nvSpPr>
        <p:spPr>
          <a:xfrm>
            <a:off x="11269680" y="7787539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5" name="矩形 524"/>
          <p:cNvSpPr/>
          <p:nvPr/>
        </p:nvSpPr>
        <p:spPr>
          <a:xfrm>
            <a:off x="11416742" y="7786971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26" name="矩形 525"/>
          <p:cNvSpPr/>
          <p:nvPr/>
        </p:nvSpPr>
        <p:spPr>
          <a:xfrm>
            <a:off x="11571695" y="7787539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7" name="矩形 526"/>
          <p:cNvSpPr/>
          <p:nvPr/>
        </p:nvSpPr>
        <p:spPr>
          <a:xfrm>
            <a:off x="10647325" y="7013209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8" name="矩形 527"/>
          <p:cNvSpPr/>
          <p:nvPr/>
        </p:nvSpPr>
        <p:spPr>
          <a:xfrm>
            <a:off x="10802214" y="7013209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9" name="矩形 528"/>
          <p:cNvSpPr/>
          <p:nvPr/>
        </p:nvSpPr>
        <p:spPr>
          <a:xfrm>
            <a:off x="10956230" y="7013209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30" name="矩形 529"/>
          <p:cNvSpPr/>
          <p:nvPr/>
        </p:nvSpPr>
        <p:spPr>
          <a:xfrm>
            <a:off x="11111942" y="7012640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31" name="矩形 530"/>
          <p:cNvSpPr/>
          <p:nvPr/>
        </p:nvSpPr>
        <p:spPr>
          <a:xfrm>
            <a:off x="11266893" y="7013207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32" name="矩形 531"/>
          <p:cNvSpPr/>
          <p:nvPr/>
        </p:nvSpPr>
        <p:spPr>
          <a:xfrm>
            <a:off x="11413957" y="7012640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33" name="矩形 532"/>
          <p:cNvSpPr/>
          <p:nvPr/>
        </p:nvSpPr>
        <p:spPr>
          <a:xfrm>
            <a:off x="11568908" y="7013207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4" name="文本框 533"/>
              <p:cNvSpPr txBox="1"/>
              <p:nvPr/>
            </p:nvSpPr>
            <p:spPr>
              <a:xfrm>
                <a:off x="10750451" y="6357067"/>
                <a:ext cx="2031376" cy="2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User Embedding</a:t>
                </a:r>
                <a:endParaRPr lang="zh-CN" altLang="en-US" sz="1185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4" name="文本框 5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51" y="6357067"/>
                <a:ext cx="2031376" cy="274819"/>
              </a:xfrm>
              <a:prstGeom prst="rect">
                <a:avLst/>
              </a:prstGeom>
              <a:blipFill rotWithShape="1">
                <a:blip r:embed="rId35"/>
                <a:stretch>
                  <a:fillRect l="-26" t="-30" r="27" b="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5" name="文本框 534"/>
              <p:cNvSpPr txBox="1"/>
              <p:nvPr/>
            </p:nvSpPr>
            <p:spPr>
              <a:xfrm>
                <a:off x="10879386" y="6743437"/>
                <a:ext cx="1743874" cy="2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Item Embedding</a:t>
                </a:r>
                <a:endParaRPr lang="zh-CN" altLang="en-US" sz="1185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5" name="文本框 5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9386" y="6743437"/>
                <a:ext cx="1743874" cy="274819"/>
              </a:xfrm>
              <a:prstGeom prst="rect">
                <a:avLst/>
              </a:prstGeom>
              <a:blipFill rotWithShape="1">
                <a:blip r:embed="rId36"/>
                <a:stretch>
                  <a:fillRect l="-32" t="-135" r="5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6" name="文本框 535"/>
              <p:cNvSpPr txBox="1"/>
              <p:nvPr/>
            </p:nvSpPr>
            <p:spPr>
              <a:xfrm>
                <a:off x="10916666" y="7136753"/>
                <a:ext cx="2109446" cy="291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 Behavior Embedding</a:t>
                </a:r>
                <a:endParaRPr lang="zh-CN" altLang="en-US" sz="1185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6" name="文本框 5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6666" y="7136753"/>
                <a:ext cx="2109446" cy="291105"/>
              </a:xfrm>
              <a:prstGeom prst="rect">
                <a:avLst/>
              </a:prstGeom>
              <a:blipFill rotWithShape="1">
                <a:blip r:embed="rId37"/>
                <a:stretch>
                  <a:fillRect l="-18" t="-214" r="17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7" name="文本框 536"/>
              <p:cNvSpPr txBox="1"/>
              <p:nvPr/>
            </p:nvSpPr>
            <p:spPr>
              <a:xfrm>
                <a:off x="10892262" y="7533126"/>
                <a:ext cx="2193708" cy="2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 Behavior Embedding</a:t>
                </a:r>
                <a:endParaRPr lang="zh-CN" altLang="en-US" sz="1185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37" name="文本框 5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2262" y="7533126"/>
                <a:ext cx="2193708" cy="274819"/>
              </a:xfrm>
              <a:prstGeom prst="rect">
                <a:avLst/>
              </a:prstGeom>
              <a:blipFill rotWithShape="1">
                <a:blip r:embed="rId38"/>
                <a:stretch>
                  <a:fillRect l="-5" t="-44" r="24" b="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8" name="矩形 537"/>
          <p:cNvSpPr/>
          <p:nvPr/>
        </p:nvSpPr>
        <p:spPr>
          <a:xfrm rot="5400000">
            <a:off x="12162325" y="3763170"/>
            <a:ext cx="921868" cy="315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5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895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9" name="文本框 538"/>
          <p:cNvSpPr txBox="1"/>
          <p:nvPr/>
        </p:nvSpPr>
        <p:spPr>
          <a:xfrm>
            <a:off x="660224" y="5759660"/>
            <a:ext cx="4351845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Preference-informed Intra-Behavior SSL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40" name="直接箭头连接符 539"/>
          <p:cNvCxnSpPr/>
          <p:nvPr/>
        </p:nvCxnSpPr>
        <p:spPr>
          <a:xfrm flipV="1">
            <a:off x="6407644" y="6976604"/>
            <a:ext cx="0" cy="1686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直接箭头连接符 540"/>
          <p:cNvCxnSpPr/>
          <p:nvPr/>
        </p:nvCxnSpPr>
        <p:spPr>
          <a:xfrm>
            <a:off x="7118765" y="6576869"/>
            <a:ext cx="19274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直接箭头连接符 541"/>
          <p:cNvCxnSpPr/>
          <p:nvPr/>
        </p:nvCxnSpPr>
        <p:spPr>
          <a:xfrm flipH="1">
            <a:off x="7811406" y="6587381"/>
            <a:ext cx="218823" cy="18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3" name="文本框 542"/>
              <p:cNvSpPr txBox="1"/>
              <p:nvPr/>
            </p:nvSpPr>
            <p:spPr>
              <a:xfrm>
                <a:off x="7117160" y="6261604"/>
                <a:ext cx="352504" cy="318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543" name="文本框 5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160" y="6261604"/>
                <a:ext cx="352504" cy="318998"/>
              </a:xfrm>
              <a:prstGeom prst="rect">
                <a:avLst/>
              </a:prstGeom>
              <a:blipFill rotWithShape="1">
                <a:blip r:embed="rId39"/>
                <a:stretch>
                  <a:fillRect l="-23" t="-158" r="-114164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4" name="矩形: 圆角 543"/>
          <p:cNvSpPr/>
          <p:nvPr/>
        </p:nvSpPr>
        <p:spPr>
          <a:xfrm>
            <a:off x="5647446" y="6130880"/>
            <a:ext cx="1477972" cy="843528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45" name="文本框 544"/>
          <p:cNvSpPr txBox="1"/>
          <p:nvPr/>
        </p:nvSpPr>
        <p:spPr>
          <a:xfrm>
            <a:off x="5321985" y="5761604"/>
            <a:ext cx="4442010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Preference-informed Inter-Behavior SSL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6" name="矩形: 圆角 545"/>
          <p:cNvSpPr/>
          <p:nvPr/>
        </p:nvSpPr>
        <p:spPr>
          <a:xfrm>
            <a:off x="1049978" y="6071062"/>
            <a:ext cx="3616226" cy="1894800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47" name="矩形 546"/>
          <p:cNvSpPr/>
          <p:nvPr/>
        </p:nvSpPr>
        <p:spPr>
          <a:xfrm>
            <a:off x="1615969" y="6204461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48" name="矩形 547"/>
          <p:cNvSpPr/>
          <p:nvPr/>
        </p:nvSpPr>
        <p:spPr>
          <a:xfrm>
            <a:off x="1770861" y="6204461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49" name="矩形 548"/>
          <p:cNvSpPr/>
          <p:nvPr/>
        </p:nvSpPr>
        <p:spPr>
          <a:xfrm>
            <a:off x="1924880" y="6204461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0" name="矩形 549"/>
          <p:cNvSpPr/>
          <p:nvPr/>
        </p:nvSpPr>
        <p:spPr>
          <a:xfrm>
            <a:off x="2080587" y="6203894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51" name="矩形 550"/>
          <p:cNvSpPr/>
          <p:nvPr/>
        </p:nvSpPr>
        <p:spPr>
          <a:xfrm>
            <a:off x="2235538" y="6204460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2" name="矩形 551"/>
          <p:cNvSpPr/>
          <p:nvPr/>
        </p:nvSpPr>
        <p:spPr>
          <a:xfrm>
            <a:off x="2382603" y="6203894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53" name="矩形 552"/>
          <p:cNvSpPr/>
          <p:nvPr/>
        </p:nvSpPr>
        <p:spPr>
          <a:xfrm>
            <a:off x="2537554" y="6204460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cxnSp>
        <p:nvCxnSpPr>
          <p:cNvPr id="554" name="直接连接符 553"/>
          <p:cNvCxnSpPr/>
          <p:nvPr/>
        </p:nvCxnSpPr>
        <p:spPr>
          <a:xfrm>
            <a:off x="1317414" y="6521247"/>
            <a:ext cx="0" cy="167586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5" name="矩形 554"/>
          <p:cNvSpPr/>
          <p:nvPr/>
        </p:nvSpPr>
        <p:spPr>
          <a:xfrm>
            <a:off x="1610595" y="6783393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6" name="矩形 555"/>
          <p:cNvSpPr/>
          <p:nvPr/>
        </p:nvSpPr>
        <p:spPr>
          <a:xfrm>
            <a:off x="1765487" y="6783393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7" name="矩形 556"/>
          <p:cNvSpPr/>
          <p:nvPr/>
        </p:nvSpPr>
        <p:spPr>
          <a:xfrm>
            <a:off x="1919503" y="6783393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8" name="矩形 557"/>
          <p:cNvSpPr/>
          <p:nvPr/>
        </p:nvSpPr>
        <p:spPr>
          <a:xfrm>
            <a:off x="2075213" y="678282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59" name="矩形 558"/>
          <p:cNvSpPr/>
          <p:nvPr/>
        </p:nvSpPr>
        <p:spPr>
          <a:xfrm>
            <a:off x="2230165" y="6783392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0" name="矩形 559"/>
          <p:cNvSpPr/>
          <p:nvPr/>
        </p:nvSpPr>
        <p:spPr>
          <a:xfrm>
            <a:off x="2377227" y="678282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61" name="矩形 560"/>
          <p:cNvSpPr/>
          <p:nvPr/>
        </p:nvSpPr>
        <p:spPr>
          <a:xfrm>
            <a:off x="2532179" y="6783392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2" name="矩形 561"/>
          <p:cNvSpPr/>
          <p:nvPr/>
        </p:nvSpPr>
        <p:spPr>
          <a:xfrm>
            <a:off x="1615937" y="739786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3" name="矩形 562"/>
          <p:cNvSpPr/>
          <p:nvPr/>
        </p:nvSpPr>
        <p:spPr>
          <a:xfrm>
            <a:off x="1770827" y="739786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4" name="矩形 563"/>
          <p:cNvSpPr/>
          <p:nvPr/>
        </p:nvSpPr>
        <p:spPr>
          <a:xfrm>
            <a:off x="1924843" y="739786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5" name="矩形 564"/>
          <p:cNvSpPr/>
          <p:nvPr/>
        </p:nvSpPr>
        <p:spPr>
          <a:xfrm>
            <a:off x="2080552" y="7397300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66" name="矩形 565"/>
          <p:cNvSpPr/>
          <p:nvPr/>
        </p:nvSpPr>
        <p:spPr>
          <a:xfrm>
            <a:off x="2235505" y="7397864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7" name="矩形 566"/>
          <p:cNvSpPr/>
          <p:nvPr/>
        </p:nvSpPr>
        <p:spPr>
          <a:xfrm>
            <a:off x="2382569" y="7397300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68" name="矩形 567"/>
          <p:cNvSpPr/>
          <p:nvPr/>
        </p:nvSpPr>
        <p:spPr>
          <a:xfrm>
            <a:off x="2537519" y="7397864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9" name="文本框 568"/>
          <p:cNvSpPr txBox="1"/>
          <p:nvPr/>
        </p:nvSpPr>
        <p:spPr>
          <a:xfrm>
            <a:off x="2085824" y="6435156"/>
            <a:ext cx="757162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0" name="文本框 569"/>
          <p:cNvSpPr txBox="1"/>
          <p:nvPr/>
        </p:nvSpPr>
        <p:spPr>
          <a:xfrm>
            <a:off x="1979956" y="7031169"/>
            <a:ext cx="933566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1" name="矩形 570"/>
          <p:cNvSpPr/>
          <p:nvPr/>
        </p:nvSpPr>
        <p:spPr>
          <a:xfrm>
            <a:off x="2891406" y="620034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2" name="矩形 571"/>
          <p:cNvSpPr/>
          <p:nvPr/>
        </p:nvSpPr>
        <p:spPr>
          <a:xfrm>
            <a:off x="3046297" y="620034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3" name="矩形 572"/>
          <p:cNvSpPr/>
          <p:nvPr/>
        </p:nvSpPr>
        <p:spPr>
          <a:xfrm>
            <a:off x="3200316" y="620034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4" name="矩形 573"/>
          <p:cNvSpPr/>
          <p:nvPr/>
        </p:nvSpPr>
        <p:spPr>
          <a:xfrm>
            <a:off x="3356025" y="6199781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75" name="矩形 574"/>
          <p:cNvSpPr/>
          <p:nvPr/>
        </p:nvSpPr>
        <p:spPr>
          <a:xfrm>
            <a:off x="3510977" y="620034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6" name="矩形 575"/>
          <p:cNvSpPr/>
          <p:nvPr/>
        </p:nvSpPr>
        <p:spPr>
          <a:xfrm>
            <a:off x="3652665" y="6199781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77" name="矩形 576"/>
          <p:cNvSpPr/>
          <p:nvPr/>
        </p:nvSpPr>
        <p:spPr>
          <a:xfrm>
            <a:off x="3812992" y="620034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8" name="矩形 577"/>
          <p:cNvSpPr/>
          <p:nvPr/>
        </p:nvSpPr>
        <p:spPr>
          <a:xfrm>
            <a:off x="2885211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9" name="矩形 578"/>
          <p:cNvSpPr/>
          <p:nvPr/>
        </p:nvSpPr>
        <p:spPr>
          <a:xfrm>
            <a:off x="3040102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0" name="矩形 579"/>
          <p:cNvSpPr/>
          <p:nvPr/>
        </p:nvSpPr>
        <p:spPr>
          <a:xfrm>
            <a:off x="3194120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1" name="矩形 580"/>
          <p:cNvSpPr/>
          <p:nvPr/>
        </p:nvSpPr>
        <p:spPr>
          <a:xfrm>
            <a:off x="3349830" y="6777499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82" name="矩形 581"/>
          <p:cNvSpPr/>
          <p:nvPr/>
        </p:nvSpPr>
        <p:spPr>
          <a:xfrm>
            <a:off x="3504784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3" name="矩形 582"/>
          <p:cNvSpPr/>
          <p:nvPr/>
        </p:nvSpPr>
        <p:spPr>
          <a:xfrm>
            <a:off x="3651845" y="6777499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84" name="矩形 583"/>
          <p:cNvSpPr/>
          <p:nvPr/>
        </p:nvSpPr>
        <p:spPr>
          <a:xfrm>
            <a:off x="3806797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5" name="矩形 584"/>
          <p:cNvSpPr/>
          <p:nvPr/>
        </p:nvSpPr>
        <p:spPr>
          <a:xfrm>
            <a:off x="2909556" y="739695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6" name="矩形 585"/>
          <p:cNvSpPr/>
          <p:nvPr/>
        </p:nvSpPr>
        <p:spPr>
          <a:xfrm>
            <a:off x="3064448" y="739695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7" name="矩形 586"/>
          <p:cNvSpPr/>
          <p:nvPr/>
        </p:nvSpPr>
        <p:spPr>
          <a:xfrm>
            <a:off x="3218466" y="739695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8" name="矩形 587"/>
          <p:cNvSpPr/>
          <p:nvPr/>
        </p:nvSpPr>
        <p:spPr>
          <a:xfrm>
            <a:off x="3374174" y="7396389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89" name="矩形 588"/>
          <p:cNvSpPr/>
          <p:nvPr/>
        </p:nvSpPr>
        <p:spPr>
          <a:xfrm>
            <a:off x="3529125" y="739695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90" name="矩形 589"/>
          <p:cNvSpPr/>
          <p:nvPr/>
        </p:nvSpPr>
        <p:spPr>
          <a:xfrm>
            <a:off x="3676190" y="7396389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91" name="矩形 590"/>
          <p:cNvSpPr/>
          <p:nvPr/>
        </p:nvSpPr>
        <p:spPr>
          <a:xfrm>
            <a:off x="3831141" y="739695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cxnSp>
        <p:nvCxnSpPr>
          <p:cNvPr id="592" name="直接箭头连接符 591"/>
          <p:cNvCxnSpPr/>
          <p:nvPr/>
        </p:nvCxnSpPr>
        <p:spPr>
          <a:xfrm>
            <a:off x="3382277" y="6386962"/>
            <a:ext cx="0" cy="166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直接箭头连接符 592"/>
          <p:cNvCxnSpPr/>
          <p:nvPr/>
        </p:nvCxnSpPr>
        <p:spPr>
          <a:xfrm flipV="1">
            <a:off x="3383329" y="6592789"/>
            <a:ext cx="1726" cy="173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直接箭头连接符 593"/>
          <p:cNvCxnSpPr/>
          <p:nvPr/>
        </p:nvCxnSpPr>
        <p:spPr>
          <a:xfrm>
            <a:off x="3385331" y="7194373"/>
            <a:ext cx="5505" cy="1879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直接箭头连接符 594"/>
          <p:cNvCxnSpPr/>
          <p:nvPr/>
        </p:nvCxnSpPr>
        <p:spPr>
          <a:xfrm flipV="1">
            <a:off x="3383311" y="6963677"/>
            <a:ext cx="0" cy="188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矩形: 圆角 595"/>
          <p:cNvSpPr/>
          <p:nvPr/>
        </p:nvSpPr>
        <p:spPr>
          <a:xfrm>
            <a:off x="5656169" y="7150287"/>
            <a:ext cx="1901471" cy="724563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597" name="图形 59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7663" y="7572729"/>
            <a:ext cx="293511" cy="293511"/>
          </a:xfrm>
          <a:prstGeom prst="rect">
            <a:avLst/>
          </a:prstGeom>
        </p:spPr>
      </p:pic>
      <p:pic>
        <p:nvPicPr>
          <p:cNvPr id="598" name="图形 59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04335" y="7567172"/>
            <a:ext cx="314433" cy="3144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99" name="文本框 598"/>
              <p:cNvSpPr txBox="1"/>
              <p:nvPr/>
            </p:nvSpPr>
            <p:spPr>
              <a:xfrm>
                <a:off x="7241300" y="7138169"/>
                <a:ext cx="299094" cy="289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18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185" dirty="0"/>
              </a:p>
            </p:txBody>
          </p:sp>
        </mc:Choice>
        <mc:Fallback>
          <p:sp>
            <p:nvSpPr>
              <p:cNvPr id="599" name="文本框 5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300" y="7138169"/>
                <a:ext cx="299094" cy="289375"/>
              </a:xfrm>
              <a:prstGeom prst="rect">
                <a:avLst/>
              </a:prstGeom>
              <a:blipFill rotWithShape="1">
                <a:blip r:embed="rId40"/>
                <a:stretch>
                  <a:fillRect l="-132" t="-46" r="135" b="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0" name="图形 59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6529" y="7188369"/>
            <a:ext cx="262650" cy="262650"/>
          </a:xfrm>
          <a:prstGeom prst="rect">
            <a:avLst/>
          </a:prstGeom>
        </p:spPr>
      </p:pic>
      <p:pic>
        <p:nvPicPr>
          <p:cNvPr id="601" name="图形 60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0063" y="7186431"/>
            <a:ext cx="262650" cy="262650"/>
          </a:xfrm>
          <a:prstGeom prst="rect">
            <a:avLst/>
          </a:prstGeom>
        </p:spPr>
      </p:pic>
      <p:pic>
        <p:nvPicPr>
          <p:cNvPr id="602" name="图形 60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16236" y="7591362"/>
            <a:ext cx="249040" cy="249040"/>
          </a:xfrm>
          <a:prstGeom prst="rect">
            <a:avLst/>
          </a:prstGeom>
        </p:spPr>
      </p:pic>
      <p:pic>
        <p:nvPicPr>
          <p:cNvPr id="603" name="图形 60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12588" y="7601148"/>
            <a:ext cx="218965" cy="218965"/>
          </a:xfrm>
          <a:prstGeom prst="rect">
            <a:avLst/>
          </a:prstGeom>
        </p:spPr>
      </p:pic>
      <p:pic>
        <p:nvPicPr>
          <p:cNvPr id="604" name="图形 60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60477" y="7588870"/>
            <a:ext cx="254937" cy="254937"/>
          </a:xfrm>
          <a:prstGeom prst="rect">
            <a:avLst/>
          </a:prstGeom>
        </p:spPr>
      </p:pic>
      <p:pic>
        <p:nvPicPr>
          <p:cNvPr id="605" name="图形 60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435" y="7186028"/>
            <a:ext cx="262229" cy="262229"/>
          </a:xfrm>
          <a:prstGeom prst="rect">
            <a:avLst/>
          </a:prstGeom>
        </p:spPr>
      </p:pic>
      <p:cxnSp>
        <p:nvCxnSpPr>
          <p:cNvPr id="606" name="直接连接符 605"/>
          <p:cNvCxnSpPr>
            <a:stCxn id="600" idx="2"/>
            <a:endCxn id="602" idx="0"/>
          </p:cNvCxnSpPr>
          <p:nvPr/>
        </p:nvCxnSpPr>
        <p:spPr>
          <a:xfrm flipH="1">
            <a:off x="5840753" y="7451035"/>
            <a:ext cx="187095" cy="1403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7" name="直接连接符 606"/>
          <p:cNvCxnSpPr>
            <a:endCxn id="603" idx="0"/>
          </p:cNvCxnSpPr>
          <p:nvPr/>
        </p:nvCxnSpPr>
        <p:spPr>
          <a:xfrm>
            <a:off x="6036472" y="7450813"/>
            <a:ext cx="185594" cy="1503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8" name="直接连接符 607"/>
          <p:cNvCxnSpPr>
            <a:endCxn id="604" idx="0"/>
          </p:cNvCxnSpPr>
          <p:nvPr/>
        </p:nvCxnSpPr>
        <p:spPr>
          <a:xfrm>
            <a:off x="6636205" y="7468424"/>
            <a:ext cx="751734" cy="12044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9" name="直接连接符 608"/>
          <p:cNvCxnSpPr/>
          <p:nvPr/>
        </p:nvCxnSpPr>
        <p:spPr>
          <a:xfrm>
            <a:off x="6628499" y="7457356"/>
            <a:ext cx="240786" cy="2258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10" name="矩形: 圆角 609"/>
          <p:cNvSpPr/>
          <p:nvPr/>
        </p:nvSpPr>
        <p:spPr>
          <a:xfrm>
            <a:off x="7663773" y="7148278"/>
            <a:ext cx="1901471" cy="724563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611" name="图形 6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5265" y="7570717"/>
            <a:ext cx="293511" cy="293511"/>
          </a:xfrm>
          <a:prstGeom prst="rect">
            <a:avLst/>
          </a:prstGeom>
        </p:spPr>
      </p:pic>
      <p:pic>
        <p:nvPicPr>
          <p:cNvPr id="612" name="图形 6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11938" y="7565160"/>
            <a:ext cx="314433" cy="3144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13" name="文本框 612"/>
              <p:cNvSpPr txBox="1"/>
              <p:nvPr/>
            </p:nvSpPr>
            <p:spPr>
              <a:xfrm>
                <a:off x="9123294" y="7190357"/>
                <a:ext cx="299094" cy="298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18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185" dirty="0"/>
              </a:p>
            </p:txBody>
          </p:sp>
        </mc:Choice>
        <mc:Fallback>
          <p:sp>
            <p:nvSpPr>
              <p:cNvPr id="613" name="文本框 6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294" y="7190357"/>
                <a:ext cx="299094" cy="298159"/>
              </a:xfrm>
              <a:prstGeom prst="rect">
                <a:avLst/>
              </a:prstGeom>
              <a:blipFill rotWithShape="1">
                <a:blip r:embed="rId41"/>
                <a:stretch>
                  <a:fillRect l="-83" t="-85" r="-36643" b="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" name="图形 6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4133" y="7186358"/>
            <a:ext cx="262650" cy="262650"/>
          </a:xfrm>
          <a:prstGeom prst="rect">
            <a:avLst/>
          </a:prstGeom>
        </p:spPr>
      </p:pic>
      <p:pic>
        <p:nvPicPr>
          <p:cNvPr id="615" name="图形 6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144" y="7185099"/>
            <a:ext cx="262650" cy="262650"/>
          </a:xfrm>
          <a:prstGeom prst="rect">
            <a:avLst/>
          </a:prstGeom>
        </p:spPr>
      </p:pic>
      <p:pic>
        <p:nvPicPr>
          <p:cNvPr id="616" name="图形 6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23840" y="7589354"/>
            <a:ext cx="249040" cy="249040"/>
          </a:xfrm>
          <a:prstGeom prst="rect">
            <a:avLst/>
          </a:prstGeom>
        </p:spPr>
      </p:pic>
      <p:pic>
        <p:nvPicPr>
          <p:cNvPr id="617" name="图形 61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20189" y="7599137"/>
            <a:ext cx="218965" cy="218965"/>
          </a:xfrm>
          <a:prstGeom prst="rect">
            <a:avLst/>
          </a:prstGeom>
        </p:spPr>
      </p:pic>
      <p:pic>
        <p:nvPicPr>
          <p:cNvPr id="618" name="图形 61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80611" y="7633508"/>
            <a:ext cx="254937" cy="254937"/>
          </a:xfrm>
          <a:prstGeom prst="rect">
            <a:avLst/>
          </a:prstGeom>
        </p:spPr>
      </p:pic>
      <p:pic>
        <p:nvPicPr>
          <p:cNvPr id="619" name="图形 6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7131" y="7237945"/>
            <a:ext cx="262229" cy="262229"/>
          </a:xfrm>
          <a:prstGeom prst="rect">
            <a:avLst/>
          </a:prstGeom>
        </p:spPr>
      </p:pic>
      <p:cxnSp>
        <p:nvCxnSpPr>
          <p:cNvPr id="620" name="直接连接符 619"/>
          <p:cNvCxnSpPr>
            <a:stCxn id="614" idx="2"/>
            <a:endCxn id="616" idx="0"/>
          </p:cNvCxnSpPr>
          <p:nvPr/>
        </p:nvCxnSpPr>
        <p:spPr>
          <a:xfrm flipH="1">
            <a:off x="7848354" y="7449026"/>
            <a:ext cx="187095" cy="1403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1" name="直接连接符 620"/>
          <p:cNvCxnSpPr>
            <a:endCxn id="617" idx="0"/>
          </p:cNvCxnSpPr>
          <p:nvPr/>
        </p:nvCxnSpPr>
        <p:spPr>
          <a:xfrm>
            <a:off x="8044077" y="7448806"/>
            <a:ext cx="185594" cy="1503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2" name="直接连接符 621"/>
          <p:cNvCxnSpPr/>
          <p:nvPr/>
        </p:nvCxnSpPr>
        <p:spPr>
          <a:xfrm>
            <a:off x="8643813" y="7466420"/>
            <a:ext cx="343591" cy="15773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23" name="直接连接符 622"/>
          <p:cNvCxnSpPr/>
          <p:nvPr/>
        </p:nvCxnSpPr>
        <p:spPr>
          <a:xfrm flipH="1">
            <a:off x="8601026" y="7449954"/>
            <a:ext cx="45734" cy="178419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24" name="图形 6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381" y="6086080"/>
            <a:ext cx="426791" cy="426791"/>
          </a:xfrm>
          <a:prstGeom prst="rect">
            <a:avLst/>
          </a:prstGeom>
        </p:spPr>
      </p:pic>
      <p:pic>
        <p:nvPicPr>
          <p:cNvPr id="625" name="图形 6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713" y="6688833"/>
            <a:ext cx="424211" cy="424211"/>
          </a:xfrm>
          <a:prstGeom prst="rect">
            <a:avLst/>
          </a:prstGeom>
        </p:spPr>
      </p:pic>
      <p:pic>
        <p:nvPicPr>
          <p:cNvPr id="626" name="图形 6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9000" y="7236317"/>
            <a:ext cx="433243" cy="433243"/>
          </a:xfrm>
          <a:prstGeom prst="rect">
            <a:avLst/>
          </a:prstGeom>
        </p:spPr>
      </p:pic>
      <p:sp>
        <p:nvSpPr>
          <p:cNvPr id="627" name="文本框 626"/>
          <p:cNvSpPr txBox="1"/>
          <p:nvPr/>
        </p:nvSpPr>
        <p:spPr>
          <a:xfrm>
            <a:off x="3503605" y="6422071"/>
            <a:ext cx="592967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8" name="文本框 627"/>
          <p:cNvSpPr txBox="1"/>
          <p:nvPr/>
        </p:nvSpPr>
        <p:spPr>
          <a:xfrm>
            <a:off x="3485925" y="7026757"/>
            <a:ext cx="694301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29" name="直接箭头连接符 628"/>
          <p:cNvCxnSpPr/>
          <p:nvPr/>
        </p:nvCxnSpPr>
        <p:spPr>
          <a:xfrm>
            <a:off x="2035230" y="6395252"/>
            <a:ext cx="0" cy="166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直接箭头连接符 629"/>
          <p:cNvCxnSpPr/>
          <p:nvPr/>
        </p:nvCxnSpPr>
        <p:spPr>
          <a:xfrm flipV="1">
            <a:off x="2035251" y="6598344"/>
            <a:ext cx="1726" cy="173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直接箭头连接符 630"/>
          <p:cNvCxnSpPr/>
          <p:nvPr/>
        </p:nvCxnSpPr>
        <p:spPr>
          <a:xfrm>
            <a:off x="2044140" y="7217545"/>
            <a:ext cx="5505" cy="1879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直接箭头连接符 631"/>
          <p:cNvCxnSpPr/>
          <p:nvPr/>
        </p:nvCxnSpPr>
        <p:spPr>
          <a:xfrm flipV="1">
            <a:off x="2041639" y="6965364"/>
            <a:ext cx="0" cy="188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3" name="文本框 632"/>
              <p:cNvSpPr txBox="1"/>
              <p:nvPr/>
            </p:nvSpPr>
            <p:spPr>
              <a:xfrm>
                <a:off x="1121930" y="7629059"/>
                <a:ext cx="373962" cy="340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633" name="文本框 6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930" y="7629059"/>
                <a:ext cx="373962" cy="340671"/>
              </a:xfrm>
              <a:prstGeom prst="rect">
                <a:avLst/>
              </a:prstGeom>
              <a:blipFill rotWithShape="1">
                <a:blip r:embed="rId31"/>
                <a:stretch>
                  <a:fillRect l="-139" t="-50" r="-24666" b="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4" name="直接箭头连接符 633"/>
          <p:cNvCxnSpPr/>
          <p:nvPr/>
        </p:nvCxnSpPr>
        <p:spPr>
          <a:xfrm flipV="1">
            <a:off x="8824394" y="6921799"/>
            <a:ext cx="0" cy="1722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直接连接符 634"/>
          <p:cNvCxnSpPr/>
          <p:nvPr/>
        </p:nvCxnSpPr>
        <p:spPr>
          <a:xfrm>
            <a:off x="8646584" y="7459002"/>
            <a:ext cx="751734" cy="12044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6" name="直接连接符 635"/>
          <p:cNvCxnSpPr>
            <a:endCxn id="618" idx="0"/>
          </p:cNvCxnSpPr>
          <p:nvPr/>
        </p:nvCxnSpPr>
        <p:spPr>
          <a:xfrm>
            <a:off x="9103096" y="7501993"/>
            <a:ext cx="304977" cy="131521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40" name="矩形 639"/>
          <p:cNvSpPr/>
          <p:nvPr/>
        </p:nvSpPr>
        <p:spPr>
          <a:xfrm>
            <a:off x="5722747" y="624244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1" name="矩形 640"/>
          <p:cNvSpPr/>
          <p:nvPr/>
        </p:nvSpPr>
        <p:spPr>
          <a:xfrm>
            <a:off x="5877635" y="624244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2" name="矩形 641"/>
          <p:cNvSpPr/>
          <p:nvPr/>
        </p:nvSpPr>
        <p:spPr>
          <a:xfrm>
            <a:off x="6031655" y="624244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3" name="矩形 642"/>
          <p:cNvSpPr/>
          <p:nvPr/>
        </p:nvSpPr>
        <p:spPr>
          <a:xfrm>
            <a:off x="6187365" y="624187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44" name="矩形 643"/>
          <p:cNvSpPr/>
          <p:nvPr/>
        </p:nvSpPr>
        <p:spPr>
          <a:xfrm>
            <a:off x="5721602" y="661846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5" name="矩形 644"/>
          <p:cNvSpPr/>
          <p:nvPr/>
        </p:nvSpPr>
        <p:spPr>
          <a:xfrm>
            <a:off x="5876493" y="661846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6" name="矩形 645"/>
          <p:cNvSpPr/>
          <p:nvPr/>
        </p:nvSpPr>
        <p:spPr>
          <a:xfrm>
            <a:off x="6030512" y="661846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7" name="矩形 646"/>
          <p:cNvSpPr/>
          <p:nvPr/>
        </p:nvSpPr>
        <p:spPr>
          <a:xfrm>
            <a:off x="6186221" y="6617901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48" name="矩形 647"/>
          <p:cNvSpPr/>
          <p:nvPr/>
        </p:nvSpPr>
        <p:spPr>
          <a:xfrm>
            <a:off x="6450638" y="6190388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9" name="矩形 648"/>
          <p:cNvSpPr/>
          <p:nvPr/>
        </p:nvSpPr>
        <p:spPr>
          <a:xfrm>
            <a:off x="6605526" y="6190388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0" name="矩形 649"/>
          <p:cNvSpPr/>
          <p:nvPr/>
        </p:nvSpPr>
        <p:spPr>
          <a:xfrm>
            <a:off x="6759545" y="6190388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1" name="矩形 650"/>
          <p:cNvSpPr/>
          <p:nvPr/>
        </p:nvSpPr>
        <p:spPr>
          <a:xfrm>
            <a:off x="6915256" y="6189821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52" name="矩形 651"/>
          <p:cNvSpPr/>
          <p:nvPr/>
        </p:nvSpPr>
        <p:spPr>
          <a:xfrm>
            <a:off x="6452535" y="6487321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3" name="矩形 652"/>
          <p:cNvSpPr/>
          <p:nvPr/>
        </p:nvSpPr>
        <p:spPr>
          <a:xfrm>
            <a:off x="6607426" y="6487321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4" name="矩形 653"/>
          <p:cNvSpPr/>
          <p:nvPr/>
        </p:nvSpPr>
        <p:spPr>
          <a:xfrm>
            <a:off x="6761445" y="6487321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5" name="矩形 654"/>
          <p:cNvSpPr/>
          <p:nvPr/>
        </p:nvSpPr>
        <p:spPr>
          <a:xfrm>
            <a:off x="6917154" y="6486752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56" name="矩形 655"/>
          <p:cNvSpPr/>
          <p:nvPr/>
        </p:nvSpPr>
        <p:spPr>
          <a:xfrm>
            <a:off x="6449402" y="6744952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7" name="矩形 656"/>
          <p:cNvSpPr/>
          <p:nvPr/>
        </p:nvSpPr>
        <p:spPr>
          <a:xfrm>
            <a:off x="6604291" y="6744952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8" name="矩形 657"/>
          <p:cNvSpPr/>
          <p:nvPr/>
        </p:nvSpPr>
        <p:spPr>
          <a:xfrm>
            <a:off x="6758311" y="6744952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9" name="矩形 658"/>
          <p:cNvSpPr/>
          <p:nvPr/>
        </p:nvSpPr>
        <p:spPr>
          <a:xfrm>
            <a:off x="6914019" y="6744385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60" name="矩形: 圆角 659"/>
          <p:cNvSpPr/>
          <p:nvPr/>
        </p:nvSpPr>
        <p:spPr>
          <a:xfrm>
            <a:off x="8038313" y="6135672"/>
            <a:ext cx="1477972" cy="843528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61" name="矩形 660"/>
          <p:cNvSpPr/>
          <p:nvPr/>
        </p:nvSpPr>
        <p:spPr>
          <a:xfrm>
            <a:off x="8113612" y="624723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2" name="矩形 661"/>
          <p:cNvSpPr/>
          <p:nvPr/>
        </p:nvSpPr>
        <p:spPr>
          <a:xfrm>
            <a:off x="8268503" y="624723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3" name="矩形 662"/>
          <p:cNvSpPr/>
          <p:nvPr/>
        </p:nvSpPr>
        <p:spPr>
          <a:xfrm>
            <a:off x="8422522" y="624723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4" name="矩形 663"/>
          <p:cNvSpPr/>
          <p:nvPr/>
        </p:nvSpPr>
        <p:spPr>
          <a:xfrm>
            <a:off x="8578231" y="624666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65" name="矩形 664"/>
          <p:cNvSpPr/>
          <p:nvPr/>
        </p:nvSpPr>
        <p:spPr>
          <a:xfrm>
            <a:off x="8112469" y="6623260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6" name="矩形 665"/>
          <p:cNvSpPr/>
          <p:nvPr/>
        </p:nvSpPr>
        <p:spPr>
          <a:xfrm>
            <a:off x="8267360" y="6623260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7" name="矩形 666"/>
          <p:cNvSpPr/>
          <p:nvPr/>
        </p:nvSpPr>
        <p:spPr>
          <a:xfrm>
            <a:off x="8421378" y="6623260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8" name="矩形 667"/>
          <p:cNvSpPr/>
          <p:nvPr/>
        </p:nvSpPr>
        <p:spPr>
          <a:xfrm>
            <a:off x="8577087" y="6622691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69" name="矩形 668"/>
          <p:cNvSpPr/>
          <p:nvPr/>
        </p:nvSpPr>
        <p:spPr>
          <a:xfrm>
            <a:off x="8855071" y="6203894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0" name="矩形 669"/>
          <p:cNvSpPr/>
          <p:nvPr/>
        </p:nvSpPr>
        <p:spPr>
          <a:xfrm>
            <a:off x="9009961" y="6203894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1" name="矩形 670"/>
          <p:cNvSpPr/>
          <p:nvPr/>
        </p:nvSpPr>
        <p:spPr>
          <a:xfrm>
            <a:off x="9163979" y="6203894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2" name="矩形 671"/>
          <p:cNvSpPr/>
          <p:nvPr/>
        </p:nvSpPr>
        <p:spPr>
          <a:xfrm>
            <a:off x="9319687" y="6203325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73" name="矩形 672"/>
          <p:cNvSpPr/>
          <p:nvPr/>
        </p:nvSpPr>
        <p:spPr>
          <a:xfrm>
            <a:off x="8856966" y="6500825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4" name="矩形 673"/>
          <p:cNvSpPr/>
          <p:nvPr/>
        </p:nvSpPr>
        <p:spPr>
          <a:xfrm>
            <a:off x="9011857" y="6500825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5" name="矩形 674"/>
          <p:cNvSpPr/>
          <p:nvPr/>
        </p:nvSpPr>
        <p:spPr>
          <a:xfrm>
            <a:off x="9165877" y="6500825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6" name="矩形 675"/>
          <p:cNvSpPr/>
          <p:nvPr/>
        </p:nvSpPr>
        <p:spPr>
          <a:xfrm>
            <a:off x="9321586" y="6500257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77" name="矩形 676"/>
          <p:cNvSpPr/>
          <p:nvPr/>
        </p:nvSpPr>
        <p:spPr>
          <a:xfrm>
            <a:off x="8853834" y="6758456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8" name="矩形 677"/>
          <p:cNvSpPr/>
          <p:nvPr/>
        </p:nvSpPr>
        <p:spPr>
          <a:xfrm>
            <a:off x="9008725" y="6758456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9" name="矩形 678"/>
          <p:cNvSpPr/>
          <p:nvPr/>
        </p:nvSpPr>
        <p:spPr>
          <a:xfrm>
            <a:off x="9162743" y="6758456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80" name="矩形 679"/>
          <p:cNvSpPr/>
          <p:nvPr/>
        </p:nvSpPr>
        <p:spPr>
          <a:xfrm>
            <a:off x="9318452" y="6757888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681" name="图形 68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40363" y="7191525"/>
            <a:ext cx="546374" cy="546374"/>
          </a:xfrm>
          <a:prstGeom prst="rect">
            <a:avLst/>
          </a:prstGeom>
        </p:spPr>
      </p:pic>
      <p:cxnSp>
        <p:nvCxnSpPr>
          <p:cNvPr id="682" name="直接连接符 681"/>
          <p:cNvCxnSpPr/>
          <p:nvPr/>
        </p:nvCxnSpPr>
        <p:spPr>
          <a:xfrm>
            <a:off x="4206714" y="6509089"/>
            <a:ext cx="0" cy="179746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3" name="图形 68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71403" y="6084295"/>
            <a:ext cx="438656" cy="438656"/>
          </a:xfrm>
          <a:prstGeom prst="rect">
            <a:avLst/>
          </a:prstGeom>
        </p:spPr>
      </p:pic>
      <p:pic>
        <p:nvPicPr>
          <p:cNvPr id="684" name="图形 68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01823" y="6706110"/>
            <a:ext cx="405195" cy="4051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85" name="文本框 684"/>
              <p:cNvSpPr txBox="1"/>
              <p:nvPr/>
            </p:nvSpPr>
            <p:spPr>
              <a:xfrm>
                <a:off x="4001059" y="7616172"/>
                <a:ext cx="373962" cy="33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685" name="文本框 6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059" y="7616172"/>
                <a:ext cx="373962" cy="339645"/>
              </a:xfrm>
              <a:prstGeom prst="rect">
                <a:avLst/>
              </a:prstGeom>
              <a:blipFill rotWithShape="1">
                <a:blip r:embed="rId32"/>
                <a:stretch>
                  <a:fillRect l="-149" t="-182" r="-24656" b="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6" name="连接符: 肘形 685"/>
          <p:cNvCxnSpPr/>
          <p:nvPr/>
        </p:nvCxnSpPr>
        <p:spPr>
          <a:xfrm>
            <a:off x="2070546" y="7598758"/>
            <a:ext cx="425150" cy="151469"/>
          </a:xfrm>
          <a:prstGeom prst="bentConnector3">
            <a:avLst>
              <a:gd name="adj1" fmla="val 48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连接符: 肘形 686"/>
          <p:cNvCxnSpPr/>
          <p:nvPr/>
        </p:nvCxnSpPr>
        <p:spPr>
          <a:xfrm rot="10800000" flipV="1">
            <a:off x="3147319" y="7572111"/>
            <a:ext cx="389399" cy="191297"/>
          </a:xfrm>
          <a:prstGeom prst="bentConnector3">
            <a:avLst>
              <a:gd name="adj1" fmla="val 6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8" name="文本框 687"/>
              <p:cNvSpPr txBox="1"/>
              <p:nvPr/>
            </p:nvSpPr>
            <p:spPr>
              <a:xfrm>
                <a:off x="2374671" y="7652220"/>
                <a:ext cx="352504" cy="318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𝒊𝒏𝒓𝒂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688" name="文本框 6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671" y="7652220"/>
                <a:ext cx="352504" cy="318998"/>
              </a:xfrm>
              <a:prstGeom prst="rect">
                <a:avLst/>
              </a:prstGeom>
              <a:blipFill rotWithShape="1">
                <a:blip r:embed="rId42"/>
                <a:stretch>
                  <a:fillRect l="-115" t="-147" r="-101461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0" name="矩形: 圆角 689"/>
          <p:cNvSpPr/>
          <p:nvPr/>
        </p:nvSpPr>
        <p:spPr>
          <a:xfrm>
            <a:off x="10864633" y="5662344"/>
            <a:ext cx="1747831" cy="435468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Weighted Denoising GNN</a:t>
            </a:r>
            <a:endParaRPr lang="en-US" altLang="zh-CN" sz="142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1" name="文本框 690"/>
              <p:cNvSpPr txBox="1"/>
              <p:nvPr/>
            </p:nvSpPr>
            <p:spPr>
              <a:xfrm>
                <a:off x="10892261" y="7897447"/>
                <a:ext cx="2193708" cy="2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 Behavior Embedding</a:t>
                </a:r>
                <a:endParaRPr lang="zh-CN" altLang="en-US" sz="1185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91" name="文本框 6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2261" y="7897447"/>
                <a:ext cx="2193708" cy="274819"/>
              </a:xfrm>
              <a:prstGeom prst="rect">
                <a:avLst/>
              </a:prstGeom>
              <a:blipFill rotWithShape="1">
                <a:blip r:embed="rId43"/>
                <a:stretch>
                  <a:fillRect l="-5" t="-214" r="24" b="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7" name="直接连接符 696"/>
          <p:cNvCxnSpPr>
            <a:endCxn id="604" idx="0"/>
          </p:cNvCxnSpPr>
          <p:nvPr/>
        </p:nvCxnSpPr>
        <p:spPr>
          <a:xfrm>
            <a:off x="7158613" y="7453774"/>
            <a:ext cx="229335" cy="13510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8" name="直接箭头连接符 2"/>
          <p:cNvCxnSpPr/>
          <p:nvPr/>
        </p:nvCxnSpPr>
        <p:spPr>
          <a:xfrm rot="16200000" flipH="1">
            <a:off x="3405771" y="2938840"/>
            <a:ext cx="603936" cy="53463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直接箭头连接符 2"/>
          <p:cNvCxnSpPr/>
          <p:nvPr/>
        </p:nvCxnSpPr>
        <p:spPr>
          <a:xfrm rot="16200000" flipH="1">
            <a:off x="3735911" y="4064289"/>
            <a:ext cx="836798" cy="285218"/>
          </a:xfrm>
          <a:prstGeom prst="bentConnector3">
            <a:avLst>
              <a:gd name="adj1" fmla="val 10061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>
            <a:off x="9803487" y="3305015"/>
            <a:ext cx="0" cy="3998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2"/>
          <p:cNvCxnSpPr>
            <a:stCxn id="498" idx="0"/>
            <a:endCxn id="538" idx="2"/>
          </p:cNvCxnSpPr>
          <p:nvPr/>
        </p:nvCxnSpPr>
        <p:spPr>
          <a:xfrm rot="5400000" flipH="1" flipV="1">
            <a:off x="11278854" y="4403351"/>
            <a:ext cx="1669413" cy="70422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9710256" y="6900930"/>
            <a:ext cx="758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左大括号 253"/>
          <p:cNvSpPr/>
          <p:nvPr/>
        </p:nvSpPr>
        <p:spPr>
          <a:xfrm rot="5400000">
            <a:off x="5561199" y="-3085200"/>
            <a:ext cx="483453" cy="7531625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-1" fmla="*/ 318100 w 318100"/>
              <a:gd name="connsiteY0-2" fmla="*/ 5542084 h 5542084"/>
              <a:gd name="connsiteX1-3" fmla="*/ 159050 w 318100"/>
              <a:gd name="connsiteY1-4" fmla="*/ 5023632 h 5542084"/>
              <a:gd name="connsiteX2-5" fmla="*/ 159050 w 318100"/>
              <a:gd name="connsiteY2-6" fmla="*/ 3305289 h 5542084"/>
              <a:gd name="connsiteX3-7" fmla="*/ 0 w 318100"/>
              <a:gd name="connsiteY3-8" fmla="*/ 2786837 h 5542084"/>
              <a:gd name="connsiteX4-9" fmla="*/ 159050 w 318100"/>
              <a:gd name="connsiteY4-10" fmla="*/ 2268385 h 5542084"/>
              <a:gd name="connsiteX5-11" fmla="*/ 159050 w 318100"/>
              <a:gd name="connsiteY5-12" fmla="*/ 518452 h 5542084"/>
              <a:gd name="connsiteX6-13" fmla="*/ 318100 w 318100"/>
              <a:gd name="connsiteY6-14" fmla="*/ 0 h 5542084"/>
              <a:gd name="connsiteX0-15" fmla="*/ 318100 w 318100"/>
              <a:gd name="connsiteY0-16" fmla="*/ 5542084 h 5542084"/>
              <a:gd name="connsiteX1-17" fmla="*/ 159050 w 318100"/>
              <a:gd name="connsiteY1-18" fmla="*/ 5023632 h 5542084"/>
              <a:gd name="connsiteX2-19" fmla="*/ 159050 w 318100"/>
              <a:gd name="connsiteY2-20" fmla="*/ 3305289 h 5542084"/>
              <a:gd name="connsiteX3-21" fmla="*/ 0 w 318100"/>
              <a:gd name="connsiteY3-22" fmla="*/ 2786837 h 5542084"/>
              <a:gd name="connsiteX4-23" fmla="*/ 159050 w 318100"/>
              <a:gd name="connsiteY4-24" fmla="*/ 2268385 h 5542084"/>
              <a:gd name="connsiteX5-25" fmla="*/ 159050 w 318100"/>
              <a:gd name="connsiteY5-26" fmla="*/ 518452 h 5542084"/>
              <a:gd name="connsiteX6-27" fmla="*/ 318100 w 318100"/>
              <a:gd name="connsiteY6-28" fmla="*/ 0 h 5542084"/>
              <a:gd name="connsiteX7-29" fmla="*/ 318100 w 318100"/>
              <a:gd name="connsiteY7-30" fmla="*/ 5542084 h 5542084"/>
              <a:gd name="connsiteX0-31" fmla="*/ 318100 w 318100"/>
              <a:gd name="connsiteY0-32" fmla="*/ 5542084 h 5542084"/>
              <a:gd name="connsiteX1-33" fmla="*/ 159050 w 318100"/>
              <a:gd name="connsiteY1-34" fmla="*/ 5023632 h 5542084"/>
              <a:gd name="connsiteX2-35" fmla="*/ 159050 w 318100"/>
              <a:gd name="connsiteY2-36" fmla="*/ 3305289 h 5542084"/>
              <a:gd name="connsiteX3-37" fmla="*/ 69850 w 318100"/>
              <a:gd name="connsiteY3-38" fmla="*/ 2780487 h 5542084"/>
              <a:gd name="connsiteX4-39" fmla="*/ 159050 w 318100"/>
              <a:gd name="connsiteY4-40" fmla="*/ 2268385 h 5542084"/>
              <a:gd name="connsiteX5-41" fmla="*/ 159050 w 318100"/>
              <a:gd name="connsiteY5-42" fmla="*/ 518452 h 5542084"/>
              <a:gd name="connsiteX6-43" fmla="*/ 318100 w 318100"/>
              <a:gd name="connsiteY6-44" fmla="*/ 0 h 5542084"/>
              <a:gd name="connsiteX0-45" fmla="*/ 248250 w 248250"/>
              <a:gd name="connsiteY0-46" fmla="*/ 5542084 h 5542084"/>
              <a:gd name="connsiteX1-47" fmla="*/ 89200 w 248250"/>
              <a:gd name="connsiteY1-48" fmla="*/ 5023632 h 5542084"/>
              <a:gd name="connsiteX2-49" fmla="*/ 89200 w 248250"/>
              <a:gd name="connsiteY2-50" fmla="*/ 3305289 h 5542084"/>
              <a:gd name="connsiteX3-51" fmla="*/ 44450 w 248250"/>
              <a:gd name="connsiteY3-52" fmla="*/ 2791071 h 5542084"/>
              <a:gd name="connsiteX4-53" fmla="*/ 89200 w 248250"/>
              <a:gd name="connsiteY4-54" fmla="*/ 2268385 h 5542084"/>
              <a:gd name="connsiteX5-55" fmla="*/ 89200 w 248250"/>
              <a:gd name="connsiteY5-56" fmla="*/ 518452 h 5542084"/>
              <a:gd name="connsiteX6-57" fmla="*/ 248250 w 248250"/>
              <a:gd name="connsiteY6-58" fmla="*/ 0 h 5542084"/>
              <a:gd name="connsiteX7-59" fmla="*/ 248250 w 248250"/>
              <a:gd name="connsiteY7-60" fmla="*/ 5542084 h 5542084"/>
              <a:gd name="connsiteX0-61" fmla="*/ 248250 w 248250"/>
              <a:gd name="connsiteY0-62" fmla="*/ 5542084 h 5542084"/>
              <a:gd name="connsiteX1-63" fmla="*/ 89200 w 248250"/>
              <a:gd name="connsiteY1-64" fmla="*/ 5023632 h 5542084"/>
              <a:gd name="connsiteX2-65" fmla="*/ 89200 w 248250"/>
              <a:gd name="connsiteY2-66" fmla="*/ 3305289 h 5542084"/>
              <a:gd name="connsiteX3-67" fmla="*/ 0 w 248250"/>
              <a:gd name="connsiteY3-68" fmla="*/ 2780487 h 5542084"/>
              <a:gd name="connsiteX4-69" fmla="*/ 89200 w 248250"/>
              <a:gd name="connsiteY4-70" fmla="*/ 2268385 h 5542084"/>
              <a:gd name="connsiteX5-71" fmla="*/ 89200 w 248250"/>
              <a:gd name="connsiteY5-72" fmla="*/ 518452 h 5542084"/>
              <a:gd name="connsiteX6-73" fmla="*/ 248250 w 248250"/>
              <a:gd name="connsiteY6-74" fmla="*/ 0 h 55420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 sz="2135"/>
          </a:p>
        </p:txBody>
      </p:sp>
      <p:sp>
        <p:nvSpPr>
          <p:cNvPr id="13" name="文本框 12"/>
          <p:cNvSpPr txBox="1"/>
          <p:nvPr/>
        </p:nvSpPr>
        <p:spPr>
          <a:xfrm>
            <a:off x="875913" y="8588913"/>
            <a:ext cx="10054461" cy="347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6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Preference-informed Inter- and Intra-Behavior Representation Enhancement Module</a:t>
            </a:r>
            <a:endParaRPr lang="zh-CN" altLang="en-US" sz="166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左大括号 253"/>
          <p:cNvSpPr/>
          <p:nvPr/>
        </p:nvSpPr>
        <p:spPr>
          <a:xfrm rot="16200000">
            <a:off x="5361000" y="4568296"/>
            <a:ext cx="483453" cy="7531625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-1" fmla="*/ 318100 w 318100"/>
              <a:gd name="connsiteY0-2" fmla="*/ 5542084 h 5542084"/>
              <a:gd name="connsiteX1-3" fmla="*/ 159050 w 318100"/>
              <a:gd name="connsiteY1-4" fmla="*/ 5023632 h 5542084"/>
              <a:gd name="connsiteX2-5" fmla="*/ 159050 w 318100"/>
              <a:gd name="connsiteY2-6" fmla="*/ 3305289 h 5542084"/>
              <a:gd name="connsiteX3-7" fmla="*/ 0 w 318100"/>
              <a:gd name="connsiteY3-8" fmla="*/ 2786837 h 5542084"/>
              <a:gd name="connsiteX4-9" fmla="*/ 159050 w 318100"/>
              <a:gd name="connsiteY4-10" fmla="*/ 2268385 h 5542084"/>
              <a:gd name="connsiteX5-11" fmla="*/ 159050 w 318100"/>
              <a:gd name="connsiteY5-12" fmla="*/ 518452 h 5542084"/>
              <a:gd name="connsiteX6-13" fmla="*/ 318100 w 318100"/>
              <a:gd name="connsiteY6-14" fmla="*/ 0 h 5542084"/>
              <a:gd name="connsiteX0-15" fmla="*/ 318100 w 318100"/>
              <a:gd name="connsiteY0-16" fmla="*/ 5542084 h 5542084"/>
              <a:gd name="connsiteX1-17" fmla="*/ 159050 w 318100"/>
              <a:gd name="connsiteY1-18" fmla="*/ 5023632 h 5542084"/>
              <a:gd name="connsiteX2-19" fmla="*/ 159050 w 318100"/>
              <a:gd name="connsiteY2-20" fmla="*/ 3305289 h 5542084"/>
              <a:gd name="connsiteX3-21" fmla="*/ 0 w 318100"/>
              <a:gd name="connsiteY3-22" fmla="*/ 2786837 h 5542084"/>
              <a:gd name="connsiteX4-23" fmla="*/ 159050 w 318100"/>
              <a:gd name="connsiteY4-24" fmla="*/ 2268385 h 5542084"/>
              <a:gd name="connsiteX5-25" fmla="*/ 159050 w 318100"/>
              <a:gd name="connsiteY5-26" fmla="*/ 518452 h 5542084"/>
              <a:gd name="connsiteX6-27" fmla="*/ 318100 w 318100"/>
              <a:gd name="connsiteY6-28" fmla="*/ 0 h 5542084"/>
              <a:gd name="connsiteX7-29" fmla="*/ 318100 w 318100"/>
              <a:gd name="connsiteY7-30" fmla="*/ 5542084 h 5542084"/>
              <a:gd name="connsiteX0-31" fmla="*/ 318100 w 318100"/>
              <a:gd name="connsiteY0-32" fmla="*/ 5542084 h 5542084"/>
              <a:gd name="connsiteX1-33" fmla="*/ 159050 w 318100"/>
              <a:gd name="connsiteY1-34" fmla="*/ 5023632 h 5542084"/>
              <a:gd name="connsiteX2-35" fmla="*/ 159050 w 318100"/>
              <a:gd name="connsiteY2-36" fmla="*/ 3305289 h 5542084"/>
              <a:gd name="connsiteX3-37" fmla="*/ 69850 w 318100"/>
              <a:gd name="connsiteY3-38" fmla="*/ 2780487 h 5542084"/>
              <a:gd name="connsiteX4-39" fmla="*/ 159050 w 318100"/>
              <a:gd name="connsiteY4-40" fmla="*/ 2268385 h 5542084"/>
              <a:gd name="connsiteX5-41" fmla="*/ 159050 w 318100"/>
              <a:gd name="connsiteY5-42" fmla="*/ 518452 h 5542084"/>
              <a:gd name="connsiteX6-43" fmla="*/ 318100 w 318100"/>
              <a:gd name="connsiteY6-44" fmla="*/ 0 h 5542084"/>
              <a:gd name="connsiteX0-45" fmla="*/ 248250 w 248250"/>
              <a:gd name="connsiteY0-46" fmla="*/ 5542084 h 5542084"/>
              <a:gd name="connsiteX1-47" fmla="*/ 89200 w 248250"/>
              <a:gd name="connsiteY1-48" fmla="*/ 5023632 h 5542084"/>
              <a:gd name="connsiteX2-49" fmla="*/ 89200 w 248250"/>
              <a:gd name="connsiteY2-50" fmla="*/ 3305289 h 5542084"/>
              <a:gd name="connsiteX3-51" fmla="*/ 44450 w 248250"/>
              <a:gd name="connsiteY3-52" fmla="*/ 2791071 h 5542084"/>
              <a:gd name="connsiteX4-53" fmla="*/ 89200 w 248250"/>
              <a:gd name="connsiteY4-54" fmla="*/ 2268385 h 5542084"/>
              <a:gd name="connsiteX5-55" fmla="*/ 89200 w 248250"/>
              <a:gd name="connsiteY5-56" fmla="*/ 518452 h 5542084"/>
              <a:gd name="connsiteX6-57" fmla="*/ 248250 w 248250"/>
              <a:gd name="connsiteY6-58" fmla="*/ 0 h 5542084"/>
              <a:gd name="connsiteX7-59" fmla="*/ 248250 w 248250"/>
              <a:gd name="connsiteY7-60" fmla="*/ 5542084 h 5542084"/>
              <a:gd name="connsiteX0-61" fmla="*/ 248250 w 248250"/>
              <a:gd name="connsiteY0-62" fmla="*/ 5542084 h 5542084"/>
              <a:gd name="connsiteX1-63" fmla="*/ 89200 w 248250"/>
              <a:gd name="connsiteY1-64" fmla="*/ 5023632 h 5542084"/>
              <a:gd name="connsiteX2-65" fmla="*/ 89200 w 248250"/>
              <a:gd name="connsiteY2-66" fmla="*/ 3305289 h 5542084"/>
              <a:gd name="connsiteX3-67" fmla="*/ 0 w 248250"/>
              <a:gd name="connsiteY3-68" fmla="*/ 2780487 h 5542084"/>
              <a:gd name="connsiteX4-69" fmla="*/ 89200 w 248250"/>
              <a:gd name="connsiteY4-70" fmla="*/ 2268385 h 5542084"/>
              <a:gd name="connsiteX5-71" fmla="*/ 89200 w 248250"/>
              <a:gd name="connsiteY5-72" fmla="*/ 518452 h 5542084"/>
              <a:gd name="connsiteX6-73" fmla="*/ 248250 w 248250"/>
              <a:gd name="connsiteY6-74" fmla="*/ 0 h 55420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 sz="2135"/>
          </a:p>
        </p:txBody>
      </p:sp>
      <p:sp>
        <p:nvSpPr>
          <p:cNvPr id="15" name="文本框 14"/>
          <p:cNvSpPr txBox="1"/>
          <p:nvPr/>
        </p:nvSpPr>
        <p:spPr>
          <a:xfrm>
            <a:off x="646523" y="80863"/>
            <a:ext cx="10054461" cy="347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6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Inter- and Intra-Behavior Weighted Denoising Module</a:t>
            </a:r>
            <a:endParaRPr lang="zh-CN" altLang="en-US" sz="166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59"/>
          <p:cNvCxnSpPr/>
          <p:nvPr/>
        </p:nvCxnSpPr>
        <p:spPr>
          <a:xfrm flipH="1">
            <a:off x="8811434" y="2384863"/>
            <a:ext cx="185145" cy="3464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9007923" y="2392176"/>
            <a:ext cx="284515" cy="2975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9" name="直接连接符 448"/>
          <p:cNvCxnSpPr/>
          <p:nvPr/>
        </p:nvCxnSpPr>
        <p:spPr>
          <a:xfrm>
            <a:off x="9005381" y="2392176"/>
            <a:ext cx="661365" cy="33717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0" name="直接连接符 449"/>
          <p:cNvCxnSpPr/>
          <p:nvPr/>
        </p:nvCxnSpPr>
        <p:spPr>
          <a:xfrm flipH="1">
            <a:off x="9292436" y="2425577"/>
            <a:ext cx="480788" cy="264146"/>
          </a:xfrm>
          <a:prstGeom prst="line">
            <a:avLst/>
          </a:prstGeom>
          <a:ln>
            <a:solidFill>
              <a:srgbClr val="217BB7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3" name="直接连接符 452"/>
          <p:cNvCxnSpPr/>
          <p:nvPr/>
        </p:nvCxnSpPr>
        <p:spPr>
          <a:xfrm>
            <a:off x="9779278" y="2412110"/>
            <a:ext cx="34521" cy="29668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4" name="直接连接符 453"/>
          <p:cNvCxnSpPr/>
          <p:nvPr/>
        </p:nvCxnSpPr>
        <p:spPr>
          <a:xfrm>
            <a:off x="9767484" y="2418881"/>
            <a:ext cx="524424" cy="30797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6" name="直接连接符 455"/>
          <p:cNvCxnSpPr/>
          <p:nvPr/>
        </p:nvCxnSpPr>
        <p:spPr>
          <a:xfrm>
            <a:off x="9764638" y="2420755"/>
            <a:ext cx="1059735" cy="27536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7" name="直接连接符 456"/>
          <p:cNvCxnSpPr/>
          <p:nvPr/>
        </p:nvCxnSpPr>
        <p:spPr>
          <a:xfrm>
            <a:off x="10575851" y="2428923"/>
            <a:ext cx="254484" cy="274879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64" name="文本框 463"/>
          <p:cNvSpPr txBox="1"/>
          <p:nvPr/>
        </p:nvSpPr>
        <p:spPr>
          <a:xfrm rot="18187159">
            <a:off x="8578617" y="2380227"/>
            <a:ext cx="5475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5" name="文本框 464"/>
          <p:cNvSpPr txBox="1"/>
          <p:nvPr/>
        </p:nvSpPr>
        <p:spPr>
          <a:xfrm rot="2789807">
            <a:off x="8985047" y="2471311"/>
            <a:ext cx="2854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" name="文本框 483"/>
          <p:cNvSpPr txBox="1"/>
          <p:nvPr/>
        </p:nvSpPr>
        <p:spPr>
          <a:xfrm rot="1306858">
            <a:off x="9105035" y="2311515"/>
            <a:ext cx="249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5" name="文本框 484"/>
          <p:cNvSpPr txBox="1"/>
          <p:nvPr/>
        </p:nvSpPr>
        <p:spPr>
          <a:xfrm rot="19691586">
            <a:off x="9438372" y="2316949"/>
            <a:ext cx="3859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6" name="文本框 485"/>
          <p:cNvSpPr txBox="1"/>
          <p:nvPr/>
        </p:nvSpPr>
        <p:spPr>
          <a:xfrm>
            <a:off x="9727886" y="248452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7" name="文本框 486"/>
          <p:cNvSpPr txBox="1"/>
          <p:nvPr/>
        </p:nvSpPr>
        <p:spPr>
          <a:xfrm rot="21411695">
            <a:off x="10028450" y="246144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8" name="文本框 487"/>
          <p:cNvSpPr txBox="1"/>
          <p:nvPr/>
        </p:nvSpPr>
        <p:spPr>
          <a:xfrm rot="979085">
            <a:off x="10049635" y="2404104"/>
            <a:ext cx="69106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0" name="文本框 489"/>
          <p:cNvSpPr txBox="1"/>
          <p:nvPr/>
        </p:nvSpPr>
        <p:spPr>
          <a:xfrm rot="2772933">
            <a:off x="10491512" y="2462349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1" name="图形 490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3786" y="2399809"/>
            <a:ext cx="212382" cy="212382"/>
          </a:xfrm>
          <a:prstGeom prst="rect">
            <a:avLst/>
          </a:prstGeom>
        </p:spPr>
      </p:pic>
      <p:pic>
        <p:nvPicPr>
          <p:cNvPr id="493" name="图形 492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448190" y="2445589"/>
            <a:ext cx="212382" cy="212382"/>
          </a:xfrm>
          <a:prstGeom prst="rect">
            <a:avLst/>
          </a:prstGeom>
        </p:spPr>
      </p:pic>
      <p:pic>
        <p:nvPicPr>
          <p:cNvPr id="69" name="图形 6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92968" y="2625656"/>
            <a:ext cx="546374" cy="546374"/>
          </a:xfrm>
          <a:prstGeom prst="rect">
            <a:avLst/>
          </a:prstGeom>
        </p:spPr>
      </p:pic>
      <p:pic>
        <p:nvPicPr>
          <p:cNvPr id="70" name="图形 6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54529" y="2648788"/>
            <a:ext cx="510133" cy="510133"/>
          </a:xfrm>
          <a:prstGeom prst="rect">
            <a:avLst/>
          </a:prstGeom>
        </p:spPr>
      </p:pic>
      <p:pic>
        <p:nvPicPr>
          <p:cNvPr id="71" name="图形 7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26621" y="2674515"/>
            <a:ext cx="438656" cy="438656"/>
          </a:xfrm>
          <a:prstGeom prst="rect">
            <a:avLst/>
          </a:prstGeom>
        </p:spPr>
      </p:pic>
      <p:pic>
        <p:nvPicPr>
          <p:cNvPr id="72" name="图形 7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55983" y="2682468"/>
            <a:ext cx="405195" cy="405195"/>
          </a:xfrm>
          <a:prstGeom prst="rect">
            <a:avLst/>
          </a:prstGeom>
        </p:spPr>
      </p:pic>
      <p:pic>
        <p:nvPicPr>
          <p:cNvPr id="73" name="图形 7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35978" y="2702366"/>
            <a:ext cx="390653" cy="3906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546309" y="977906"/>
            <a:ext cx="3271052" cy="235449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249" name="矩形: 圆角 248"/>
          <p:cNvSpPr/>
          <p:nvPr/>
        </p:nvSpPr>
        <p:spPr>
          <a:xfrm>
            <a:off x="8379314" y="922339"/>
            <a:ext cx="3271052" cy="235449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108" name="矩形: 圆角 107"/>
          <p:cNvSpPr/>
          <p:nvPr/>
        </p:nvSpPr>
        <p:spPr>
          <a:xfrm>
            <a:off x="4321453" y="879324"/>
            <a:ext cx="3271052" cy="438785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29" name="图形 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4834" y="2318226"/>
            <a:ext cx="426791" cy="426791"/>
          </a:xfrm>
          <a:prstGeom prst="rect">
            <a:avLst/>
          </a:prstGeom>
        </p:spPr>
      </p:pic>
      <p:pic>
        <p:nvPicPr>
          <p:cNvPr id="30" name="图形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2779" y="2319104"/>
            <a:ext cx="424211" cy="424211"/>
          </a:xfrm>
          <a:prstGeom prst="rect">
            <a:avLst/>
          </a:prstGeom>
        </p:spPr>
      </p:pic>
      <p:pic>
        <p:nvPicPr>
          <p:cNvPr id="31" name="图形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4084" y="2317853"/>
            <a:ext cx="433243" cy="433243"/>
          </a:xfrm>
          <a:prstGeom prst="rect">
            <a:avLst/>
          </a:prstGeom>
        </p:spPr>
      </p:pic>
      <p:cxnSp>
        <p:nvCxnSpPr>
          <p:cNvPr id="49" name="直接连接符 48"/>
          <p:cNvCxnSpPr/>
          <p:nvPr/>
        </p:nvCxnSpPr>
        <p:spPr>
          <a:xfrm>
            <a:off x="5457705" y="2810060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1" name="矩形: 圆角 110"/>
          <p:cNvSpPr/>
          <p:nvPr/>
        </p:nvSpPr>
        <p:spPr>
          <a:xfrm>
            <a:off x="4813328" y="1303703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112" name="直接连接符 111"/>
          <p:cNvCxnSpPr/>
          <p:nvPr/>
        </p:nvCxnSpPr>
        <p:spPr>
          <a:xfrm flipH="1">
            <a:off x="5103369" y="1780680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3" name="图形 1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63988" y="2053564"/>
            <a:ext cx="546374" cy="546374"/>
          </a:xfrm>
          <a:prstGeom prst="rect">
            <a:avLst/>
          </a:prstGeom>
        </p:spPr>
      </p:pic>
      <p:pic>
        <p:nvPicPr>
          <p:cNvPr id="114" name="图形 1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3502" y="2032609"/>
            <a:ext cx="510133" cy="510133"/>
          </a:xfrm>
          <a:prstGeom prst="rect">
            <a:avLst/>
          </a:prstGeom>
        </p:spPr>
      </p:pic>
      <p:cxnSp>
        <p:nvCxnSpPr>
          <p:cNvPr id="115" name="直接连接符 114"/>
          <p:cNvCxnSpPr/>
          <p:nvPr/>
        </p:nvCxnSpPr>
        <p:spPr>
          <a:xfrm>
            <a:off x="5329238" y="1780689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5329254" y="1780688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flipH="1">
            <a:off x="5589241" y="1794860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>
            <a:off x="6093522" y="1794846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>
            <a:off x="6080094" y="1797971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>
            <a:off x="6093519" y="1794854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>
            <a:stCxn id="127" idx="2"/>
          </p:cNvCxnSpPr>
          <p:nvPr/>
        </p:nvCxnSpPr>
        <p:spPr>
          <a:xfrm>
            <a:off x="6850488" y="1770353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22" name="图形 1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11687" y="1336248"/>
            <a:ext cx="426791" cy="426791"/>
          </a:xfrm>
          <a:prstGeom prst="rect">
            <a:avLst/>
          </a:prstGeom>
        </p:spPr>
      </p:pic>
      <p:pic>
        <p:nvPicPr>
          <p:cNvPr id="123" name="图形 1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7655" y="1336300"/>
            <a:ext cx="424211" cy="424211"/>
          </a:xfrm>
          <a:prstGeom prst="rect">
            <a:avLst/>
          </a:prstGeom>
        </p:spPr>
      </p:pic>
      <p:pic>
        <p:nvPicPr>
          <p:cNvPr id="124" name="图形 1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0253" y="2108234"/>
            <a:ext cx="438656" cy="438656"/>
          </a:xfrm>
          <a:prstGeom prst="rect">
            <a:avLst/>
          </a:prstGeom>
        </p:spPr>
      </p:pic>
      <p:pic>
        <p:nvPicPr>
          <p:cNvPr id="125" name="图形 1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84567" y="2096431"/>
            <a:ext cx="405195" cy="405195"/>
          </a:xfrm>
          <a:prstGeom prst="rect">
            <a:avLst/>
          </a:prstGeom>
        </p:spPr>
      </p:pic>
      <p:pic>
        <p:nvPicPr>
          <p:cNvPr id="126" name="图形 12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25447" y="2122302"/>
            <a:ext cx="390653" cy="390653"/>
          </a:xfrm>
          <a:prstGeom prst="rect">
            <a:avLst/>
          </a:prstGeom>
        </p:spPr>
      </p:pic>
      <p:pic>
        <p:nvPicPr>
          <p:cNvPr id="127" name="图形 1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3862" y="1337125"/>
            <a:ext cx="433243" cy="433243"/>
          </a:xfrm>
          <a:prstGeom prst="rect">
            <a:avLst/>
          </a:prstGeom>
        </p:spPr>
      </p:pic>
      <p:cxnSp>
        <p:nvCxnSpPr>
          <p:cNvPr id="128" name="直接连接符 127"/>
          <p:cNvCxnSpPr/>
          <p:nvPr/>
        </p:nvCxnSpPr>
        <p:spPr>
          <a:xfrm>
            <a:off x="5529411" y="1535831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文本框 128"/>
              <p:cNvSpPr txBox="1"/>
              <p:nvPr/>
            </p:nvSpPr>
            <p:spPr>
              <a:xfrm>
                <a:off x="7073494" y="1307024"/>
                <a:ext cx="373962" cy="328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129" name="文本框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494" y="1307024"/>
                <a:ext cx="373962" cy="328936"/>
              </a:xfrm>
              <a:prstGeom prst="rect">
                <a:avLst/>
              </a:prstGeom>
              <a:blipFill rotWithShape="1">
                <a:blip r:embed="rId17"/>
                <a:stretch>
                  <a:fillRect l="-61" t="-59" r="47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文本框 129"/>
          <p:cNvSpPr txBox="1"/>
          <p:nvPr/>
        </p:nvSpPr>
        <p:spPr>
          <a:xfrm rot="19578038">
            <a:off x="5735409" y="1705798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 rot="18139359">
            <a:off x="5004635" y="1799144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文本框 131"/>
          <p:cNvSpPr txBox="1"/>
          <p:nvPr/>
        </p:nvSpPr>
        <p:spPr>
          <a:xfrm rot="3187128">
            <a:off x="5215049" y="1920141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 rot="1783072">
            <a:off x="5419931" y="1749534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 rot="215747">
            <a:off x="5955257" y="1872880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 rot="1736926">
            <a:off x="6212554" y="189522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本框 135"/>
          <p:cNvSpPr txBox="1"/>
          <p:nvPr/>
        </p:nvSpPr>
        <p:spPr>
          <a:xfrm rot="832048">
            <a:off x="6487787" y="1759690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/>
          <p:cNvSpPr txBox="1"/>
          <p:nvPr/>
        </p:nvSpPr>
        <p:spPr>
          <a:xfrm rot="3243918">
            <a:off x="6961297" y="1796825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矩形: 圆角 137"/>
          <p:cNvSpPr/>
          <p:nvPr/>
        </p:nvSpPr>
        <p:spPr>
          <a:xfrm>
            <a:off x="4632486" y="1633345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139" name="直接连接符 138"/>
          <p:cNvCxnSpPr/>
          <p:nvPr/>
        </p:nvCxnSpPr>
        <p:spPr>
          <a:xfrm flipH="1">
            <a:off x="4922522" y="2110322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0" name="图形 13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3146" y="2383207"/>
            <a:ext cx="546374" cy="546374"/>
          </a:xfrm>
          <a:prstGeom prst="rect">
            <a:avLst/>
          </a:prstGeom>
        </p:spPr>
      </p:pic>
      <p:pic>
        <p:nvPicPr>
          <p:cNvPr id="141" name="图形 14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2662" y="2362250"/>
            <a:ext cx="510133" cy="510133"/>
          </a:xfrm>
          <a:prstGeom prst="rect">
            <a:avLst/>
          </a:prstGeom>
        </p:spPr>
      </p:pic>
      <p:cxnSp>
        <p:nvCxnSpPr>
          <p:cNvPr id="142" name="直接连接符 141"/>
          <p:cNvCxnSpPr/>
          <p:nvPr/>
        </p:nvCxnSpPr>
        <p:spPr>
          <a:xfrm>
            <a:off x="5148396" y="2110332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5148412" y="2110328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flipH="1">
            <a:off x="5408399" y="2124500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/>
        </p:nvCxnSpPr>
        <p:spPr>
          <a:xfrm>
            <a:off x="5912680" y="2124485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/>
        </p:nvCxnSpPr>
        <p:spPr>
          <a:xfrm>
            <a:off x="5899251" y="2127611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>
            <a:off x="5912678" y="2124498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>
            <a:stCxn id="154" idx="2"/>
          </p:cNvCxnSpPr>
          <p:nvPr/>
        </p:nvCxnSpPr>
        <p:spPr>
          <a:xfrm>
            <a:off x="6669647" y="2099996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49" name="图形 14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0844" y="1665890"/>
            <a:ext cx="426791" cy="426791"/>
          </a:xfrm>
          <a:prstGeom prst="rect">
            <a:avLst/>
          </a:prstGeom>
        </p:spPr>
      </p:pic>
      <p:pic>
        <p:nvPicPr>
          <p:cNvPr id="150" name="图形 14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6811" y="1665942"/>
            <a:ext cx="424211" cy="424211"/>
          </a:xfrm>
          <a:prstGeom prst="rect">
            <a:avLst/>
          </a:prstGeom>
        </p:spPr>
      </p:pic>
      <p:pic>
        <p:nvPicPr>
          <p:cNvPr id="151" name="图形 15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29409" y="2437877"/>
            <a:ext cx="438656" cy="438656"/>
          </a:xfrm>
          <a:prstGeom prst="rect">
            <a:avLst/>
          </a:prstGeom>
        </p:spPr>
      </p:pic>
      <p:pic>
        <p:nvPicPr>
          <p:cNvPr id="152" name="图形 15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03725" y="2426073"/>
            <a:ext cx="405195" cy="405195"/>
          </a:xfrm>
          <a:prstGeom prst="rect">
            <a:avLst/>
          </a:prstGeom>
        </p:spPr>
      </p:pic>
      <p:pic>
        <p:nvPicPr>
          <p:cNvPr id="153" name="图形 15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44605" y="2451941"/>
            <a:ext cx="390653" cy="390653"/>
          </a:xfrm>
          <a:prstGeom prst="rect">
            <a:avLst/>
          </a:prstGeom>
        </p:spPr>
      </p:pic>
      <p:pic>
        <p:nvPicPr>
          <p:cNvPr id="154" name="图形 15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3022" y="1666769"/>
            <a:ext cx="433243" cy="433243"/>
          </a:xfrm>
          <a:prstGeom prst="rect">
            <a:avLst/>
          </a:prstGeom>
        </p:spPr>
      </p:pic>
      <p:cxnSp>
        <p:nvCxnSpPr>
          <p:cNvPr id="155" name="直接连接符 154"/>
          <p:cNvCxnSpPr/>
          <p:nvPr/>
        </p:nvCxnSpPr>
        <p:spPr>
          <a:xfrm>
            <a:off x="5348569" y="1865472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本框 155"/>
              <p:cNvSpPr txBox="1"/>
              <p:nvPr/>
            </p:nvSpPr>
            <p:spPr>
              <a:xfrm>
                <a:off x="6892652" y="1636656"/>
                <a:ext cx="373962" cy="31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156" name="文本框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652" y="1636656"/>
                <a:ext cx="373962" cy="311496"/>
              </a:xfrm>
              <a:prstGeom prst="rect">
                <a:avLst/>
              </a:prstGeom>
              <a:blipFill rotWithShape="1">
                <a:blip r:embed="rId18"/>
                <a:stretch>
                  <a:fillRect l="-97" t="-84" r="83" b="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文本框 156"/>
          <p:cNvSpPr txBox="1"/>
          <p:nvPr/>
        </p:nvSpPr>
        <p:spPr>
          <a:xfrm rot="19578038">
            <a:off x="5554570" y="2035441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 rot="18139359">
            <a:off x="4823792" y="2128787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 rot="3187128">
            <a:off x="5034208" y="2249781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 rot="1783072">
            <a:off x="5239090" y="2079175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 rot="215747">
            <a:off x="5774414" y="2202521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 rot="1736926">
            <a:off x="6031713" y="2224865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 rot="832048">
            <a:off x="6306948" y="2089332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 rot="3243918">
            <a:off x="6780454" y="2126468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矩形: 圆角 164"/>
          <p:cNvSpPr/>
          <p:nvPr/>
        </p:nvSpPr>
        <p:spPr>
          <a:xfrm>
            <a:off x="4400532" y="1925528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166" name="直接连接符 165"/>
          <p:cNvCxnSpPr/>
          <p:nvPr/>
        </p:nvCxnSpPr>
        <p:spPr>
          <a:xfrm flipH="1">
            <a:off x="4690573" y="2402503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7" name="图形 16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51192" y="2675389"/>
            <a:ext cx="546374" cy="546374"/>
          </a:xfrm>
          <a:prstGeom prst="rect">
            <a:avLst/>
          </a:prstGeom>
        </p:spPr>
      </p:pic>
      <p:pic>
        <p:nvPicPr>
          <p:cNvPr id="168" name="图形 16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40708" y="2654431"/>
            <a:ext cx="510133" cy="510133"/>
          </a:xfrm>
          <a:prstGeom prst="rect">
            <a:avLst/>
          </a:prstGeom>
        </p:spPr>
      </p:pic>
      <p:cxnSp>
        <p:nvCxnSpPr>
          <p:cNvPr id="169" name="直接连接符 168"/>
          <p:cNvCxnSpPr/>
          <p:nvPr/>
        </p:nvCxnSpPr>
        <p:spPr>
          <a:xfrm>
            <a:off x="4916444" y="2402513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>
            <a:off x="4916458" y="2402511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 flipH="1">
            <a:off x="5176446" y="2416684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>
            <a:off x="5680726" y="2416668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>
            <a:off x="5667301" y="2419795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>
            <a:off x="5680726" y="2416680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>
            <a:stCxn id="181" idx="2"/>
          </p:cNvCxnSpPr>
          <p:nvPr/>
        </p:nvCxnSpPr>
        <p:spPr>
          <a:xfrm>
            <a:off x="6437694" y="2392176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76" name="图形 17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8890" y="1958072"/>
            <a:ext cx="426791" cy="426791"/>
          </a:xfrm>
          <a:prstGeom prst="rect">
            <a:avLst/>
          </a:prstGeom>
        </p:spPr>
      </p:pic>
      <p:pic>
        <p:nvPicPr>
          <p:cNvPr id="177" name="图形 17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4859" y="1958123"/>
            <a:ext cx="424211" cy="424211"/>
          </a:xfrm>
          <a:prstGeom prst="rect">
            <a:avLst/>
          </a:prstGeom>
        </p:spPr>
      </p:pic>
      <p:pic>
        <p:nvPicPr>
          <p:cNvPr id="178" name="图形 17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97454" y="2730061"/>
            <a:ext cx="438656" cy="438656"/>
          </a:xfrm>
          <a:prstGeom prst="rect">
            <a:avLst/>
          </a:prstGeom>
        </p:spPr>
      </p:pic>
      <p:pic>
        <p:nvPicPr>
          <p:cNvPr id="179" name="图形 17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71772" y="2718256"/>
            <a:ext cx="405195" cy="405195"/>
          </a:xfrm>
          <a:prstGeom prst="rect">
            <a:avLst/>
          </a:prstGeom>
        </p:spPr>
      </p:pic>
      <p:pic>
        <p:nvPicPr>
          <p:cNvPr id="180" name="图形 17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12650" y="2744124"/>
            <a:ext cx="390653" cy="390653"/>
          </a:xfrm>
          <a:prstGeom prst="rect">
            <a:avLst/>
          </a:prstGeom>
        </p:spPr>
      </p:pic>
      <p:pic>
        <p:nvPicPr>
          <p:cNvPr id="181" name="图形 18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1069" y="1958951"/>
            <a:ext cx="433243" cy="433243"/>
          </a:xfrm>
          <a:prstGeom prst="rect">
            <a:avLst/>
          </a:prstGeom>
        </p:spPr>
      </p:pic>
      <p:cxnSp>
        <p:nvCxnSpPr>
          <p:cNvPr id="182" name="直接连接符 181"/>
          <p:cNvCxnSpPr/>
          <p:nvPr/>
        </p:nvCxnSpPr>
        <p:spPr>
          <a:xfrm>
            <a:off x="5116619" y="2157655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文本框 182"/>
              <p:cNvSpPr txBox="1"/>
              <p:nvPr/>
            </p:nvSpPr>
            <p:spPr>
              <a:xfrm>
                <a:off x="6660700" y="1928843"/>
                <a:ext cx="373962" cy="33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183" name="文本框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700" y="1928843"/>
                <a:ext cx="373962" cy="337978"/>
              </a:xfrm>
              <a:prstGeom prst="rect">
                <a:avLst/>
              </a:prstGeom>
              <a:blipFill rotWithShape="1">
                <a:blip r:embed="rId19"/>
                <a:stretch>
                  <a:fillRect l="-49" t="-103" r="35" b="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文本框 183"/>
          <p:cNvSpPr txBox="1"/>
          <p:nvPr/>
        </p:nvSpPr>
        <p:spPr>
          <a:xfrm rot="19578038">
            <a:off x="5322616" y="232762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文本框 184"/>
          <p:cNvSpPr txBox="1"/>
          <p:nvPr/>
        </p:nvSpPr>
        <p:spPr>
          <a:xfrm rot="18139359">
            <a:off x="4591838" y="2420969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文本框 185"/>
          <p:cNvSpPr txBox="1"/>
          <p:nvPr/>
        </p:nvSpPr>
        <p:spPr>
          <a:xfrm rot="3187128">
            <a:off x="4802253" y="2541965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文本框 186"/>
          <p:cNvSpPr txBox="1"/>
          <p:nvPr/>
        </p:nvSpPr>
        <p:spPr>
          <a:xfrm rot="1783072">
            <a:off x="5007138" y="2371360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文本框 187"/>
          <p:cNvSpPr txBox="1"/>
          <p:nvPr/>
        </p:nvSpPr>
        <p:spPr>
          <a:xfrm rot="215747">
            <a:off x="5542461" y="2494705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 rot="1736926">
            <a:off x="5799763" y="2517048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文本框 189"/>
          <p:cNvSpPr txBox="1"/>
          <p:nvPr/>
        </p:nvSpPr>
        <p:spPr>
          <a:xfrm rot="832048">
            <a:off x="6074996" y="238151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文本框 190"/>
          <p:cNvSpPr txBox="1"/>
          <p:nvPr/>
        </p:nvSpPr>
        <p:spPr>
          <a:xfrm rot="3243918">
            <a:off x="6548499" y="2418649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4376701" y="958668"/>
            <a:ext cx="3231361" cy="31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行为内加权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0" name="矩形: 圆角 219"/>
          <p:cNvSpPr/>
          <p:nvPr/>
        </p:nvSpPr>
        <p:spPr>
          <a:xfrm>
            <a:off x="4610185" y="3728492"/>
            <a:ext cx="2693337" cy="1441635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221" name="直接连接符 220"/>
          <p:cNvCxnSpPr>
            <a:stCxn id="228" idx="2"/>
            <a:endCxn id="233" idx="0"/>
          </p:cNvCxnSpPr>
          <p:nvPr/>
        </p:nvCxnSpPr>
        <p:spPr>
          <a:xfrm flipH="1">
            <a:off x="4909363" y="4188008"/>
            <a:ext cx="231600" cy="4929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2" name="直接连接符 221"/>
          <p:cNvCxnSpPr>
            <a:endCxn id="234" idx="0"/>
          </p:cNvCxnSpPr>
          <p:nvPr/>
        </p:nvCxnSpPr>
        <p:spPr>
          <a:xfrm>
            <a:off x="5142651" y="4202436"/>
            <a:ext cx="275107" cy="4884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3" name="直接连接符 222"/>
          <p:cNvCxnSpPr>
            <a:stCxn id="229" idx="2"/>
            <a:endCxn id="234" idx="0"/>
          </p:cNvCxnSpPr>
          <p:nvPr/>
        </p:nvCxnSpPr>
        <p:spPr>
          <a:xfrm flipH="1">
            <a:off x="5417764" y="4185492"/>
            <a:ext cx="507886" cy="50541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/>
          <p:cNvCxnSpPr/>
          <p:nvPr/>
        </p:nvCxnSpPr>
        <p:spPr>
          <a:xfrm>
            <a:off x="5931880" y="4199597"/>
            <a:ext cx="55202" cy="54034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/>
          <p:nvPr/>
        </p:nvCxnSpPr>
        <p:spPr>
          <a:xfrm>
            <a:off x="5936071" y="4197484"/>
            <a:ext cx="425646" cy="542188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>
            <a:stCxn id="229" idx="2"/>
            <a:endCxn id="235" idx="0"/>
          </p:cNvCxnSpPr>
          <p:nvPr/>
        </p:nvCxnSpPr>
        <p:spPr>
          <a:xfrm>
            <a:off x="5925652" y="4185485"/>
            <a:ext cx="992664" cy="5065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7" name="文本框 226"/>
          <p:cNvSpPr txBox="1"/>
          <p:nvPr/>
        </p:nvSpPr>
        <p:spPr>
          <a:xfrm>
            <a:off x="4695919" y="3389386"/>
            <a:ext cx="2500195" cy="31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行为间</a:t>
            </a:r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加权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28" name="图形 2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27569" y="3761229"/>
            <a:ext cx="426791" cy="426791"/>
          </a:xfrm>
          <a:prstGeom prst="rect">
            <a:avLst/>
          </a:prstGeom>
        </p:spPr>
      </p:pic>
      <p:pic>
        <p:nvPicPr>
          <p:cNvPr id="229" name="图形 2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3538" y="3761281"/>
            <a:ext cx="424211" cy="424211"/>
          </a:xfrm>
          <a:prstGeom prst="rect">
            <a:avLst/>
          </a:prstGeom>
        </p:spPr>
      </p:pic>
      <p:pic>
        <p:nvPicPr>
          <p:cNvPr id="230" name="图形 2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9747" y="3762107"/>
            <a:ext cx="433243" cy="433243"/>
          </a:xfrm>
          <a:prstGeom prst="rect">
            <a:avLst/>
          </a:prstGeom>
        </p:spPr>
      </p:pic>
      <p:pic>
        <p:nvPicPr>
          <p:cNvPr id="231" name="图形 2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8693" y="4631843"/>
            <a:ext cx="546374" cy="546374"/>
          </a:xfrm>
          <a:prstGeom prst="rect">
            <a:avLst/>
          </a:prstGeom>
        </p:spPr>
      </p:pic>
      <p:pic>
        <p:nvPicPr>
          <p:cNvPr id="232" name="图形 2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9861" y="4638169"/>
            <a:ext cx="510133" cy="510133"/>
          </a:xfrm>
          <a:prstGeom prst="rect">
            <a:avLst/>
          </a:prstGeom>
        </p:spPr>
      </p:pic>
      <p:pic>
        <p:nvPicPr>
          <p:cNvPr id="233" name="图形 23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0033" y="4680922"/>
            <a:ext cx="438656" cy="438656"/>
          </a:xfrm>
          <a:prstGeom prst="rect">
            <a:avLst/>
          </a:prstGeom>
        </p:spPr>
      </p:pic>
      <p:pic>
        <p:nvPicPr>
          <p:cNvPr id="234" name="图形 23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15160" y="4690902"/>
            <a:ext cx="405195" cy="405195"/>
          </a:xfrm>
          <a:prstGeom prst="rect">
            <a:avLst/>
          </a:prstGeom>
        </p:spPr>
      </p:pic>
      <p:pic>
        <p:nvPicPr>
          <p:cNvPr id="235" name="图形 23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22995" y="4692076"/>
            <a:ext cx="390653" cy="390653"/>
          </a:xfrm>
          <a:prstGeom prst="rect">
            <a:avLst/>
          </a:prstGeom>
        </p:spPr>
      </p:pic>
      <p:cxnSp>
        <p:nvCxnSpPr>
          <p:cNvPr id="236" name="直接连接符 235"/>
          <p:cNvCxnSpPr>
            <a:stCxn id="230" idx="2"/>
            <a:endCxn id="235" idx="0"/>
          </p:cNvCxnSpPr>
          <p:nvPr/>
        </p:nvCxnSpPr>
        <p:spPr>
          <a:xfrm>
            <a:off x="6666371" y="4195338"/>
            <a:ext cx="251947" cy="496720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>
            <a:off x="5134375" y="4191525"/>
            <a:ext cx="717004" cy="5347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文本框 238"/>
              <p:cNvSpPr txBox="1"/>
              <p:nvPr/>
            </p:nvSpPr>
            <p:spPr>
              <a:xfrm rot="17876131">
                <a:off x="4340293" y="4323016"/>
                <a:ext cx="1050804" cy="261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7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7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70" b="1" i="1"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107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70" b="1" i="1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1070" b="1" dirty="0"/>
              </a:p>
            </p:txBody>
          </p:sp>
        </mc:Choice>
        <mc:Fallback>
          <p:sp>
            <p:nvSpPr>
              <p:cNvPr id="239" name="文本框 2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4340293" y="4323016"/>
                <a:ext cx="1050804" cy="261097"/>
              </a:xfrm>
              <a:prstGeom prst="rect">
                <a:avLst/>
              </a:prstGeom>
              <a:blipFill rotWithShape="1">
                <a:blip r:embed="rId20"/>
                <a:stretch>
                  <a:fillRect l="15584" t="-151249" r="15646" b="-1510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文本框 239"/>
              <p:cNvSpPr txBox="1"/>
              <p:nvPr/>
            </p:nvSpPr>
            <p:spPr>
              <a:xfrm rot="2278121">
                <a:off x="4972521" y="4228583"/>
                <a:ext cx="1012881" cy="256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7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070" dirty="0"/>
              </a:p>
            </p:txBody>
          </p:sp>
        </mc:Choice>
        <mc:Fallback>
          <p:sp>
            <p:nvSpPr>
              <p:cNvPr id="240" name="文本框 2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4972521" y="4228583"/>
                <a:ext cx="1012881" cy="256865"/>
              </a:xfrm>
              <a:prstGeom prst="rect">
                <a:avLst/>
              </a:prstGeom>
              <a:blipFill rotWithShape="1">
                <a:blip r:embed="rId21"/>
                <a:stretch>
                  <a:fillRect l="2775" t="-110797" r="2810" b="-1105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1" name="文本框 240"/>
          <p:cNvSpPr txBox="1"/>
          <p:nvPr/>
        </p:nvSpPr>
        <p:spPr>
          <a:xfrm rot="18950264">
            <a:off x="5585179" y="4141096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文本框 241"/>
          <p:cNvSpPr txBox="1"/>
          <p:nvPr/>
        </p:nvSpPr>
        <p:spPr>
          <a:xfrm rot="4779640">
            <a:off x="5879874" y="4386850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文本框 242"/>
          <p:cNvSpPr txBox="1"/>
          <p:nvPr/>
        </p:nvSpPr>
        <p:spPr>
          <a:xfrm rot="3015268">
            <a:off x="6119195" y="4321710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4" name="文本框 243"/>
              <p:cNvSpPr txBox="1"/>
              <p:nvPr/>
            </p:nvSpPr>
            <p:spPr>
              <a:xfrm rot="3722880">
                <a:off x="4743955" y="4472211"/>
                <a:ext cx="1050804" cy="256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70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070" b="1" dirty="0"/>
              </a:p>
            </p:txBody>
          </p:sp>
        </mc:Choice>
        <mc:Fallback>
          <p:sp>
            <p:nvSpPr>
              <p:cNvPr id="244" name="文本框 2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22880">
                <a:off x="4743955" y="4472211"/>
                <a:ext cx="1050804" cy="256865"/>
              </a:xfrm>
              <a:prstGeom prst="rect">
                <a:avLst/>
              </a:prstGeom>
              <a:blipFill rotWithShape="1">
                <a:blip r:embed="rId22"/>
                <a:stretch>
                  <a:fillRect l="15724" t="-154223" r="15809" b="-153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文本框 244"/>
              <p:cNvSpPr txBox="1"/>
              <p:nvPr/>
            </p:nvSpPr>
            <p:spPr>
              <a:xfrm rot="1600804">
                <a:off x="5877360" y="4218250"/>
                <a:ext cx="1050804" cy="261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7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7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7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1070" b="1" i="1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70" b="1" i="1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070" b="1" dirty="0">
                  <a:solidFill>
                    <a:srgbClr val="217BB7"/>
                  </a:solidFill>
                </a:endParaRPr>
              </a:p>
            </p:txBody>
          </p:sp>
        </mc:Choice>
        <mc:Fallback>
          <p:sp>
            <p:nvSpPr>
              <p:cNvPr id="245" name="文本框 2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00804">
                <a:off x="5877360" y="4218250"/>
                <a:ext cx="1050804" cy="261097"/>
              </a:xfrm>
              <a:prstGeom prst="rect">
                <a:avLst/>
              </a:prstGeom>
              <a:blipFill rotWithShape="1">
                <a:blip r:embed="rId23"/>
                <a:stretch>
                  <a:fillRect l="-283" t="-85101" r="-212" b="-84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6" name="文本框 245"/>
              <p:cNvSpPr txBox="1"/>
              <p:nvPr/>
            </p:nvSpPr>
            <p:spPr>
              <a:xfrm rot="3845669">
                <a:off x="6410002" y="4339218"/>
                <a:ext cx="1050804" cy="261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7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7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7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1070" b="1" i="1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70" b="1" i="1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CN" altLang="en-US" sz="1070" b="1" dirty="0">
                  <a:solidFill>
                    <a:srgbClr val="F4B3B3"/>
                  </a:solidFill>
                </a:endParaRPr>
              </a:p>
            </p:txBody>
          </p:sp>
        </mc:Choice>
        <mc:Fallback>
          <p:sp>
            <p:nvSpPr>
              <p:cNvPr id="246" name="文本框 2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845669">
                <a:off x="6410002" y="4339218"/>
                <a:ext cx="1050804" cy="261097"/>
              </a:xfrm>
              <a:prstGeom prst="rect">
                <a:avLst/>
              </a:prstGeom>
              <a:blipFill rotWithShape="1">
                <a:blip r:embed="rId24"/>
                <a:stretch>
                  <a:fillRect l="16951" t="-153076" r="16999" b="-152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7" name="直接连接符 246"/>
          <p:cNvCxnSpPr/>
          <p:nvPr/>
        </p:nvCxnSpPr>
        <p:spPr>
          <a:xfrm flipV="1">
            <a:off x="4326777" y="3393251"/>
            <a:ext cx="3259100" cy="2271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50" name="图形 24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3954" y="2280189"/>
            <a:ext cx="426791" cy="426791"/>
          </a:xfrm>
          <a:prstGeom prst="rect">
            <a:avLst/>
          </a:prstGeom>
        </p:spPr>
      </p:pic>
      <p:pic>
        <p:nvPicPr>
          <p:cNvPr id="251" name="图形 2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1900" y="2281066"/>
            <a:ext cx="424211" cy="424211"/>
          </a:xfrm>
          <a:prstGeom prst="rect">
            <a:avLst/>
          </a:prstGeom>
        </p:spPr>
      </p:pic>
      <p:pic>
        <p:nvPicPr>
          <p:cNvPr id="252" name="图形 25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3205" y="2279817"/>
            <a:ext cx="433243" cy="433243"/>
          </a:xfrm>
          <a:prstGeom prst="rect">
            <a:avLst/>
          </a:prstGeom>
        </p:spPr>
      </p:pic>
      <p:sp>
        <p:nvSpPr>
          <p:cNvPr id="254" name="矩形: 圆角 253"/>
          <p:cNvSpPr/>
          <p:nvPr/>
        </p:nvSpPr>
        <p:spPr>
          <a:xfrm>
            <a:off x="8892447" y="1265667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255" name="直接连接符 254"/>
          <p:cNvCxnSpPr/>
          <p:nvPr/>
        </p:nvCxnSpPr>
        <p:spPr>
          <a:xfrm flipH="1">
            <a:off x="9182490" y="1742643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56" name="图形 25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43111" y="2015528"/>
            <a:ext cx="546374" cy="546374"/>
          </a:xfrm>
          <a:prstGeom prst="rect">
            <a:avLst/>
          </a:prstGeom>
        </p:spPr>
      </p:pic>
      <p:pic>
        <p:nvPicPr>
          <p:cNvPr id="257" name="图形 25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32624" y="1994571"/>
            <a:ext cx="510133" cy="510133"/>
          </a:xfrm>
          <a:prstGeom prst="rect">
            <a:avLst/>
          </a:prstGeom>
        </p:spPr>
      </p:pic>
      <p:cxnSp>
        <p:nvCxnSpPr>
          <p:cNvPr id="258" name="直接连接符 257"/>
          <p:cNvCxnSpPr/>
          <p:nvPr/>
        </p:nvCxnSpPr>
        <p:spPr>
          <a:xfrm>
            <a:off x="9408359" y="1742654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接连接符 258"/>
          <p:cNvCxnSpPr/>
          <p:nvPr/>
        </p:nvCxnSpPr>
        <p:spPr>
          <a:xfrm>
            <a:off x="9408375" y="1742650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0" name="直接连接符 259"/>
          <p:cNvCxnSpPr/>
          <p:nvPr/>
        </p:nvCxnSpPr>
        <p:spPr>
          <a:xfrm flipH="1">
            <a:off x="9668361" y="1756822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>
            <a:off x="10172645" y="1756807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>
            <a:off x="10159216" y="1759934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/>
          <p:cNvCxnSpPr/>
          <p:nvPr/>
        </p:nvCxnSpPr>
        <p:spPr>
          <a:xfrm>
            <a:off x="10172644" y="1756819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/>
          <p:cNvCxnSpPr>
            <a:stCxn id="270" idx="2"/>
          </p:cNvCxnSpPr>
          <p:nvPr/>
        </p:nvCxnSpPr>
        <p:spPr>
          <a:xfrm>
            <a:off x="10929610" y="1732316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65" name="图形 26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0806" y="1298213"/>
            <a:ext cx="426791" cy="426791"/>
          </a:xfrm>
          <a:prstGeom prst="rect">
            <a:avLst/>
          </a:prstGeom>
        </p:spPr>
      </p:pic>
      <p:pic>
        <p:nvPicPr>
          <p:cNvPr id="266" name="图形 26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6774" y="1298262"/>
            <a:ext cx="424211" cy="424211"/>
          </a:xfrm>
          <a:prstGeom prst="rect">
            <a:avLst/>
          </a:prstGeom>
        </p:spPr>
      </p:pic>
      <p:pic>
        <p:nvPicPr>
          <p:cNvPr id="267" name="图形 26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89372" y="2070199"/>
            <a:ext cx="438656" cy="438656"/>
          </a:xfrm>
          <a:prstGeom prst="rect">
            <a:avLst/>
          </a:prstGeom>
        </p:spPr>
      </p:pic>
      <p:pic>
        <p:nvPicPr>
          <p:cNvPr id="268" name="图形 26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3689" y="2058394"/>
            <a:ext cx="405195" cy="405195"/>
          </a:xfrm>
          <a:prstGeom prst="rect">
            <a:avLst/>
          </a:prstGeom>
        </p:spPr>
      </p:pic>
      <p:pic>
        <p:nvPicPr>
          <p:cNvPr id="269" name="图形 26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04568" y="2084262"/>
            <a:ext cx="390653" cy="390653"/>
          </a:xfrm>
          <a:prstGeom prst="rect">
            <a:avLst/>
          </a:prstGeom>
        </p:spPr>
      </p:pic>
      <p:pic>
        <p:nvPicPr>
          <p:cNvPr id="270" name="图形 26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2986" y="1299090"/>
            <a:ext cx="433243" cy="433243"/>
          </a:xfrm>
          <a:prstGeom prst="rect">
            <a:avLst/>
          </a:prstGeom>
        </p:spPr>
      </p:pic>
      <p:cxnSp>
        <p:nvCxnSpPr>
          <p:cNvPr id="271" name="直接连接符 270"/>
          <p:cNvCxnSpPr/>
          <p:nvPr/>
        </p:nvCxnSpPr>
        <p:spPr>
          <a:xfrm>
            <a:off x="9608531" y="1497795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2" name="文本框 271"/>
              <p:cNvSpPr txBox="1"/>
              <p:nvPr/>
            </p:nvSpPr>
            <p:spPr>
              <a:xfrm>
                <a:off x="11045530" y="1227311"/>
                <a:ext cx="373962" cy="569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  <a:p>
                <a:endParaRPr lang="zh-CN" altLang="en-US" sz="1425" b="1" dirty="0"/>
              </a:p>
            </p:txBody>
          </p:sp>
        </mc:Choice>
        <mc:Fallback>
          <p:sp>
            <p:nvSpPr>
              <p:cNvPr id="272" name="文本框 2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5530" y="1227311"/>
                <a:ext cx="373962" cy="569708"/>
              </a:xfrm>
              <a:prstGeom prst="rect">
                <a:avLst/>
              </a:prstGeom>
              <a:blipFill rotWithShape="1">
                <a:blip r:embed="rId25"/>
                <a:stretch>
                  <a:fillRect l="-91" t="-86" r="-26922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3" name="文本框 272"/>
          <p:cNvSpPr txBox="1"/>
          <p:nvPr/>
        </p:nvSpPr>
        <p:spPr>
          <a:xfrm rot="19578038">
            <a:off x="9814531" y="1667762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文本框 273"/>
          <p:cNvSpPr txBox="1"/>
          <p:nvPr/>
        </p:nvSpPr>
        <p:spPr>
          <a:xfrm rot="18139359">
            <a:off x="9083755" y="1761109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文本框 274"/>
          <p:cNvSpPr txBox="1"/>
          <p:nvPr/>
        </p:nvSpPr>
        <p:spPr>
          <a:xfrm rot="3187128">
            <a:off x="9294171" y="1882105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文本框 275"/>
          <p:cNvSpPr txBox="1"/>
          <p:nvPr/>
        </p:nvSpPr>
        <p:spPr>
          <a:xfrm rot="1783072">
            <a:off x="9499054" y="1711500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文本框 276"/>
          <p:cNvSpPr txBox="1"/>
          <p:nvPr/>
        </p:nvSpPr>
        <p:spPr>
          <a:xfrm rot="215747">
            <a:off x="10034379" y="183484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文本框 277"/>
          <p:cNvSpPr txBox="1"/>
          <p:nvPr/>
        </p:nvSpPr>
        <p:spPr>
          <a:xfrm rot="1736926">
            <a:off x="10291677" y="1857185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文本框 278"/>
          <p:cNvSpPr txBox="1"/>
          <p:nvPr/>
        </p:nvSpPr>
        <p:spPr>
          <a:xfrm rot="832048">
            <a:off x="10566911" y="172165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文本框 279"/>
          <p:cNvSpPr txBox="1"/>
          <p:nvPr/>
        </p:nvSpPr>
        <p:spPr>
          <a:xfrm rot="3243918">
            <a:off x="11040418" y="1758789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矩形: 圆角 280"/>
          <p:cNvSpPr/>
          <p:nvPr/>
        </p:nvSpPr>
        <p:spPr>
          <a:xfrm>
            <a:off x="8711607" y="1595311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282" name="直接连接符 281"/>
          <p:cNvCxnSpPr/>
          <p:nvPr/>
        </p:nvCxnSpPr>
        <p:spPr>
          <a:xfrm flipH="1">
            <a:off x="9001648" y="2072284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83" name="图形 28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62268" y="2345169"/>
            <a:ext cx="546374" cy="546374"/>
          </a:xfrm>
          <a:prstGeom prst="rect">
            <a:avLst/>
          </a:prstGeom>
        </p:spPr>
      </p:pic>
      <p:pic>
        <p:nvPicPr>
          <p:cNvPr id="284" name="图形 28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51781" y="2324212"/>
            <a:ext cx="510133" cy="510133"/>
          </a:xfrm>
          <a:prstGeom prst="rect">
            <a:avLst/>
          </a:prstGeom>
        </p:spPr>
      </p:pic>
      <p:cxnSp>
        <p:nvCxnSpPr>
          <p:cNvPr id="285" name="直接连接符 284"/>
          <p:cNvCxnSpPr/>
          <p:nvPr/>
        </p:nvCxnSpPr>
        <p:spPr>
          <a:xfrm>
            <a:off x="9227517" y="2072295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6" name="直接连接符 285"/>
          <p:cNvCxnSpPr/>
          <p:nvPr/>
        </p:nvCxnSpPr>
        <p:spPr>
          <a:xfrm>
            <a:off x="9227533" y="2072290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直接连接符 286"/>
          <p:cNvCxnSpPr/>
          <p:nvPr/>
        </p:nvCxnSpPr>
        <p:spPr>
          <a:xfrm flipH="1">
            <a:off x="9487518" y="2086462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/>
          <p:cNvCxnSpPr/>
          <p:nvPr/>
        </p:nvCxnSpPr>
        <p:spPr>
          <a:xfrm>
            <a:off x="9991800" y="2086448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/>
          <p:cNvCxnSpPr/>
          <p:nvPr/>
        </p:nvCxnSpPr>
        <p:spPr>
          <a:xfrm>
            <a:off x="9978374" y="2089574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/>
          <p:cNvCxnSpPr/>
          <p:nvPr/>
        </p:nvCxnSpPr>
        <p:spPr>
          <a:xfrm>
            <a:off x="9991797" y="2086458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1" name="直接连接符 290"/>
          <p:cNvCxnSpPr>
            <a:stCxn id="297" idx="2"/>
          </p:cNvCxnSpPr>
          <p:nvPr/>
        </p:nvCxnSpPr>
        <p:spPr>
          <a:xfrm>
            <a:off x="10748766" y="2061957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92" name="图形 29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9966" y="1627852"/>
            <a:ext cx="426791" cy="426791"/>
          </a:xfrm>
          <a:prstGeom prst="rect">
            <a:avLst/>
          </a:prstGeom>
        </p:spPr>
      </p:pic>
      <p:pic>
        <p:nvPicPr>
          <p:cNvPr id="293" name="图形 29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5935" y="1627906"/>
            <a:ext cx="424211" cy="424211"/>
          </a:xfrm>
          <a:prstGeom prst="rect">
            <a:avLst/>
          </a:prstGeom>
        </p:spPr>
      </p:pic>
      <p:pic>
        <p:nvPicPr>
          <p:cNvPr id="295" name="图形 29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82847" y="2388036"/>
            <a:ext cx="405195" cy="405195"/>
          </a:xfrm>
          <a:prstGeom prst="rect">
            <a:avLst/>
          </a:prstGeom>
        </p:spPr>
      </p:pic>
      <p:pic>
        <p:nvPicPr>
          <p:cNvPr id="297" name="图形 29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32144" y="1628730"/>
            <a:ext cx="433243" cy="433243"/>
          </a:xfrm>
          <a:prstGeom prst="rect">
            <a:avLst/>
          </a:prstGeom>
        </p:spPr>
      </p:pic>
      <p:cxnSp>
        <p:nvCxnSpPr>
          <p:cNvPr id="298" name="直接连接符 297"/>
          <p:cNvCxnSpPr/>
          <p:nvPr/>
        </p:nvCxnSpPr>
        <p:spPr>
          <a:xfrm>
            <a:off x="9427688" y="1827436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9" name="文本框 298"/>
              <p:cNvSpPr txBox="1"/>
              <p:nvPr/>
            </p:nvSpPr>
            <p:spPr>
              <a:xfrm>
                <a:off x="10873523" y="1551596"/>
                <a:ext cx="373962" cy="569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  <a:p>
                <a:endParaRPr lang="zh-CN" altLang="en-US" sz="1425" b="1" dirty="0"/>
              </a:p>
            </p:txBody>
          </p:sp>
        </mc:Choice>
        <mc:Fallback>
          <p:sp>
            <p:nvSpPr>
              <p:cNvPr id="299" name="文本框 2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523" y="1551596"/>
                <a:ext cx="373962" cy="569708"/>
              </a:xfrm>
              <a:prstGeom prst="rect">
                <a:avLst/>
              </a:prstGeom>
              <a:blipFill rotWithShape="1">
                <a:blip r:embed="rId26"/>
                <a:stretch>
                  <a:fillRect l="-112" t="-51" r="-23505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文本框 299"/>
          <p:cNvSpPr txBox="1"/>
          <p:nvPr/>
        </p:nvSpPr>
        <p:spPr>
          <a:xfrm rot="19578038">
            <a:off x="9633692" y="1997406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文本框 300"/>
          <p:cNvSpPr txBox="1"/>
          <p:nvPr/>
        </p:nvSpPr>
        <p:spPr>
          <a:xfrm rot="18139359">
            <a:off x="8902913" y="2090750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文本框 301"/>
          <p:cNvSpPr txBox="1"/>
          <p:nvPr/>
        </p:nvSpPr>
        <p:spPr>
          <a:xfrm rot="3187128">
            <a:off x="9113331" y="2211745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文本框 302"/>
          <p:cNvSpPr txBox="1"/>
          <p:nvPr/>
        </p:nvSpPr>
        <p:spPr>
          <a:xfrm rot="1783072">
            <a:off x="9318211" y="2041140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文本框 303"/>
          <p:cNvSpPr txBox="1"/>
          <p:nvPr/>
        </p:nvSpPr>
        <p:spPr>
          <a:xfrm rot="215747">
            <a:off x="9853537" y="216448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文本框 304"/>
          <p:cNvSpPr txBox="1"/>
          <p:nvPr/>
        </p:nvSpPr>
        <p:spPr>
          <a:xfrm rot="1736926">
            <a:off x="10110836" y="2186826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文本框 305"/>
          <p:cNvSpPr txBox="1"/>
          <p:nvPr/>
        </p:nvSpPr>
        <p:spPr>
          <a:xfrm rot="832048">
            <a:off x="10386067" y="205129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文本框 306"/>
          <p:cNvSpPr txBox="1"/>
          <p:nvPr/>
        </p:nvSpPr>
        <p:spPr>
          <a:xfrm rot="3243918">
            <a:off x="10859575" y="2088429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矩形: 圆角 307"/>
          <p:cNvSpPr/>
          <p:nvPr/>
        </p:nvSpPr>
        <p:spPr>
          <a:xfrm>
            <a:off x="8479655" y="1887489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319" name="图形 31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8011" y="1920035"/>
            <a:ext cx="426791" cy="426791"/>
          </a:xfrm>
          <a:prstGeom prst="rect">
            <a:avLst/>
          </a:prstGeom>
        </p:spPr>
      </p:pic>
      <p:pic>
        <p:nvPicPr>
          <p:cNvPr id="320" name="图形 3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3980" y="1920088"/>
            <a:ext cx="424211" cy="424211"/>
          </a:xfrm>
          <a:prstGeom prst="rect">
            <a:avLst/>
          </a:prstGeom>
        </p:spPr>
      </p:pic>
      <p:pic>
        <p:nvPicPr>
          <p:cNvPr id="324" name="图形 3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0188" y="1920912"/>
            <a:ext cx="433243" cy="433243"/>
          </a:xfrm>
          <a:prstGeom prst="rect">
            <a:avLst/>
          </a:prstGeom>
        </p:spPr>
      </p:pic>
      <p:cxnSp>
        <p:nvCxnSpPr>
          <p:cNvPr id="325" name="直接连接符 324"/>
          <p:cNvCxnSpPr/>
          <p:nvPr/>
        </p:nvCxnSpPr>
        <p:spPr>
          <a:xfrm>
            <a:off x="9195737" y="2119618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6" name="文本框 325"/>
              <p:cNvSpPr txBox="1"/>
              <p:nvPr/>
            </p:nvSpPr>
            <p:spPr>
              <a:xfrm>
                <a:off x="10643418" y="1909144"/>
                <a:ext cx="37396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  <a:p>
                <a:endParaRPr lang="zh-CN" altLang="en-US" sz="1425" b="1" dirty="0"/>
              </a:p>
            </p:txBody>
          </p:sp>
        </mc:Choice>
        <mc:Fallback>
          <p:sp>
            <p:nvSpPr>
              <p:cNvPr id="326" name="文本框 3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3418" y="1909144"/>
                <a:ext cx="373962" cy="584775"/>
              </a:xfrm>
              <a:prstGeom prst="rect">
                <a:avLst/>
              </a:prstGeom>
              <a:blipFill rotWithShape="1">
                <a:blip r:embed="rId27"/>
                <a:stretch>
                  <a:fillRect l="-49" t="-57" r="-27473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3" name="文本框 362"/>
          <p:cNvSpPr txBox="1"/>
          <p:nvPr/>
        </p:nvSpPr>
        <p:spPr>
          <a:xfrm>
            <a:off x="8523914" y="904065"/>
            <a:ext cx="2901246" cy="31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权重融合</a:t>
            </a:r>
            <a:r>
              <a:rPr lang="zh-CN" altLang="en-US" sz="14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</a:t>
            </a:r>
            <a:endParaRPr lang="zh-CN" altLang="en-US" sz="142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4" name="图形 36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9918" y="2294166"/>
            <a:ext cx="426791" cy="426791"/>
          </a:xfrm>
          <a:prstGeom prst="rect">
            <a:avLst/>
          </a:prstGeom>
        </p:spPr>
      </p:pic>
      <p:pic>
        <p:nvPicPr>
          <p:cNvPr id="365" name="图形 3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7865" y="2295045"/>
            <a:ext cx="424211" cy="424211"/>
          </a:xfrm>
          <a:prstGeom prst="rect">
            <a:avLst/>
          </a:prstGeom>
        </p:spPr>
      </p:pic>
      <p:pic>
        <p:nvPicPr>
          <p:cNvPr id="366" name="图形 36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9171" y="2293798"/>
            <a:ext cx="433243" cy="433243"/>
          </a:xfrm>
          <a:prstGeom prst="rect">
            <a:avLst/>
          </a:prstGeom>
        </p:spPr>
      </p:pic>
      <p:cxnSp>
        <p:nvCxnSpPr>
          <p:cNvPr id="367" name="直接连接符 366"/>
          <p:cNvCxnSpPr/>
          <p:nvPr/>
        </p:nvCxnSpPr>
        <p:spPr>
          <a:xfrm>
            <a:off x="1722791" y="2786001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8" name="矩形: 圆角 367"/>
          <p:cNvSpPr/>
          <p:nvPr/>
        </p:nvSpPr>
        <p:spPr>
          <a:xfrm>
            <a:off x="1035570" y="1274907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369" name="直接连接符 368"/>
          <p:cNvCxnSpPr/>
          <p:nvPr/>
        </p:nvCxnSpPr>
        <p:spPr>
          <a:xfrm flipH="1">
            <a:off x="1325611" y="1751883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70" name="图形 36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29078" y="2029509"/>
            <a:ext cx="546374" cy="546374"/>
          </a:xfrm>
          <a:prstGeom prst="rect">
            <a:avLst/>
          </a:prstGeom>
        </p:spPr>
      </p:pic>
      <p:pic>
        <p:nvPicPr>
          <p:cNvPr id="371" name="图形 37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18590" y="2008550"/>
            <a:ext cx="510133" cy="510133"/>
          </a:xfrm>
          <a:prstGeom prst="rect">
            <a:avLst/>
          </a:prstGeom>
        </p:spPr>
      </p:pic>
      <p:cxnSp>
        <p:nvCxnSpPr>
          <p:cNvPr id="372" name="直接连接符 371"/>
          <p:cNvCxnSpPr/>
          <p:nvPr/>
        </p:nvCxnSpPr>
        <p:spPr>
          <a:xfrm>
            <a:off x="1551484" y="1751893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3" name="直接连接符 372"/>
          <p:cNvCxnSpPr/>
          <p:nvPr/>
        </p:nvCxnSpPr>
        <p:spPr>
          <a:xfrm>
            <a:off x="1551498" y="1751890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4" name="直接连接符 373"/>
          <p:cNvCxnSpPr/>
          <p:nvPr/>
        </p:nvCxnSpPr>
        <p:spPr>
          <a:xfrm flipH="1">
            <a:off x="1811487" y="1766062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5" name="直接连接符 374"/>
          <p:cNvCxnSpPr/>
          <p:nvPr/>
        </p:nvCxnSpPr>
        <p:spPr>
          <a:xfrm>
            <a:off x="2315768" y="1766047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6" name="直接连接符 375"/>
          <p:cNvCxnSpPr/>
          <p:nvPr/>
        </p:nvCxnSpPr>
        <p:spPr>
          <a:xfrm>
            <a:off x="2302341" y="1769174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7" name="直接连接符 376"/>
          <p:cNvCxnSpPr/>
          <p:nvPr/>
        </p:nvCxnSpPr>
        <p:spPr>
          <a:xfrm>
            <a:off x="2315768" y="1766060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8" name="直接连接符 377"/>
          <p:cNvCxnSpPr>
            <a:stCxn id="384" idx="2"/>
          </p:cNvCxnSpPr>
          <p:nvPr/>
        </p:nvCxnSpPr>
        <p:spPr>
          <a:xfrm>
            <a:off x="3072736" y="1741554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79" name="图形 37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930" y="1307452"/>
            <a:ext cx="426791" cy="426791"/>
          </a:xfrm>
          <a:prstGeom prst="rect">
            <a:avLst/>
          </a:prstGeom>
        </p:spPr>
      </p:pic>
      <p:pic>
        <p:nvPicPr>
          <p:cNvPr id="380" name="图形 37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9899" y="1307503"/>
            <a:ext cx="424211" cy="424211"/>
          </a:xfrm>
          <a:prstGeom prst="rect">
            <a:avLst/>
          </a:prstGeom>
        </p:spPr>
      </p:pic>
      <p:pic>
        <p:nvPicPr>
          <p:cNvPr id="381" name="图形 38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5339" y="2084177"/>
            <a:ext cx="438656" cy="438656"/>
          </a:xfrm>
          <a:prstGeom prst="rect">
            <a:avLst/>
          </a:prstGeom>
        </p:spPr>
      </p:pic>
      <p:pic>
        <p:nvPicPr>
          <p:cNvPr id="382" name="图形 38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49654" y="2072374"/>
            <a:ext cx="405195" cy="405195"/>
          </a:xfrm>
          <a:prstGeom prst="rect">
            <a:avLst/>
          </a:prstGeom>
        </p:spPr>
      </p:pic>
      <p:pic>
        <p:nvPicPr>
          <p:cNvPr id="383" name="图形 38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47693" y="2093503"/>
            <a:ext cx="390653" cy="390653"/>
          </a:xfrm>
          <a:prstGeom prst="rect">
            <a:avLst/>
          </a:prstGeom>
        </p:spPr>
      </p:pic>
      <p:pic>
        <p:nvPicPr>
          <p:cNvPr id="384" name="图形 38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6110" y="1308330"/>
            <a:ext cx="433243" cy="433243"/>
          </a:xfrm>
          <a:prstGeom prst="rect">
            <a:avLst/>
          </a:prstGeom>
        </p:spPr>
      </p:pic>
      <p:cxnSp>
        <p:nvCxnSpPr>
          <p:cNvPr id="385" name="直接连接符 384"/>
          <p:cNvCxnSpPr/>
          <p:nvPr/>
        </p:nvCxnSpPr>
        <p:spPr>
          <a:xfrm>
            <a:off x="1751655" y="1507035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6" name="文本框 385"/>
              <p:cNvSpPr txBox="1"/>
              <p:nvPr/>
            </p:nvSpPr>
            <p:spPr>
              <a:xfrm>
                <a:off x="3295739" y="1278228"/>
                <a:ext cx="373962" cy="328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386" name="文本框 3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739" y="1278228"/>
                <a:ext cx="373962" cy="328936"/>
              </a:xfrm>
              <a:prstGeom prst="rect">
                <a:avLst/>
              </a:prstGeom>
              <a:blipFill rotWithShape="1">
                <a:blip r:embed="rId17"/>
                <a:stretch>
                  <a:fillRect l="-24" t="-185" r="10" b="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7" name="文本框 386"/>
          <p:cNvSpPr txBox="1"/>
          <p:nvPr/>
        </p:nvSpPr>
        <p:spPr>
          <a:xfrm rot="19578038">
            <a:off x="1957656" y="167700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文本框 387"/>
          <p:cNvSpPr txBox="1"/>
          <p:nvPr/>
        </p:nvSpPr>
        <p:spPr>
          <a:xfrm rot="18139359">
            <a:off x="1226879" y="1770349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" name="文本框 388"/>
          <p:cNvSpPr txBox="1"/>
          <p:nvPr/>
        </p:nvSpPr>
        <p:spPr>
          <a:xfrm rot="3187128">
            <a:off x="1437295" y="1891344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0" name="文本框 389"/>
          <p:cNvSpPr txBox="1"/>
          <p:nvPr/>
        </p:nvSpPr>
        <p:spPr>
          <a:xfrm rot="1783072">
            <a:off x="1642177" y="1720739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1" name="文本框 390"/>
          <p:cNvSpPr txBox="1"/>
          <p:nvPr/>
        </p:nvSpPr>
        <p:spPr>
          <a:xfrm rot="215747">
            <a:off x="2177504" y="184408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2" name="文本框 391"/>
          <p:cNvSpPr txBox="1"/>
          <p:nvPr/>
        </p:nvSpPr>
        <p:spPr>
          <a:xfrm rot="1736926">
            <a:off x="2434801" y="1866428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3" name="文本框 392"/>
          <p:cNvSpPr txBox="1"/>
          <p:nvPr/>
        </p:nvSpPr>
        <p:spPr>
          <a:xfrm rot="832048">
            <a:off x="2710035" y="1730894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4" name="文本框 393"/>
          <p:cNvSpPr txBox="1"/>
          <p:nvPr/>
        </p:nvSpPr>
        <p:spPr>
          <a:xfrm rot="3243918">
            <a:off x="3183543" y="1768029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5" name="矩形: 圆角 394"/>
          <p:cNvSpPr/>
          <p:nvPr/>
        </p:nvSpPr>
        <p:spPr>
          <a:xfrm>
            <a:off x="854723" y="1604548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396" name="直接连接符 395"/>
          <p:cNvCxnSpPr/>
          <p:nvPr/>
        </p:nvCxnSpPr>
        <p:spPr>
          <a:xfrm flipH="1">
            <a:off x="1187610" y="2086265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97" name="图形 39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48233" y="2359149"/>
            <a:ext cx="546374" cy="546374"/>
          </a:xfrm>
          <a:prstGeom prst="rect">
            <a:avLst/>
          </a:prstGeom>
        </p:spPr>
      </p:pic>
      <p:pic>
        <p:nvPicPr>
          <p:cNvPr id="398" name="图形 39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37748" y="2338194"/>
            <a:ext cx="510133" cy="510133"/>
          </a:xfrm>
          <a:prstGeom prst="rect">
            <a:avLst/>
          </a:prstGeom>
        </p:spPr>
      </p:pic>
      <p:cxnSp>
        <p:nvCxnSpPr>
          <p:cNvPr id="399" name="直接连接符 398"/>
          <p:cNvCxnSpPr/>
          <p:nvPr/>
        </p:nvCxnSpPr>
        <p:spPr>
          <a:xfrm>
            <a:off x="1413484" y="2086273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0" name="直接连接符 399"/>
          <p:cNvCxnSpPr/>
          <p:nvPr/>
        </p:nvCxnSpPr>
        <p:spPr>
          <a:xfrm>
            <a:off x="1413499" y="2086271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1" name="直接连接符 400"/>
          <p:cNvCxnSpPr/>
          <p:nvPr/>
        </p:nvCxnSpPr>
        <p:spPr>
          <a:xfrm flipH="1">
            <a:off x="1673485" y="2100443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2" name="直接连接符 401"/>
          <p:cNvCxnSpPr/>
          <p:nvPr/>
        </p:nvCxnSpPr>
        <p:spPr>
          <a:xfrm>
            <a:off x="2177766" y="2100428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3" name="直接连接符 402"/>
          <p:cNvCxnSpPr/>
          <p:nvPr/>
        </p:nvCxnSpPr>
        <p:spPr>
          <a:xfrm>
            <a:off x="2164341" y="2103555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4" name="直接连接符 403"/>
          <p:cNvCxnSpPr/>
          <p:nvPr/>
        </p:nvCxnSpPr>
        <p:spPr>
          <a:xfrm>
            <a:off x="2177762" y="2100439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/>
          <p:cNvCxnSpPr/>
          <p:nvPr/>
        </p:nvCxnSpPr>
        <p:spPr>
          <a:xfrm>
            <a:off x="2934732" y="2075937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406" name="图形 40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3088" y="1637091"/>
            <a:ext cx="426791" cy="426791"/>
          </a:xfrm>
          <a:prstGeom prst="rect">
            <a:avLst/>
          </a:prstGeom>
        </p:spPr>
      </p:pic>
      <p:pic>
        <p:nvPicPr>
          <p:cNvPr id="407" name="图形 40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9056" y="1637144"/>
            <a:ext cx="424211" cy="424211"/>
          </a:xfrm>
          <a:prstGeom prst="rect">
            <a:avLst/>
          </a:prstGeom>
        </p:spPr>
      </p:pic>
      <p:pic>
        <p:nvPicPr>
          <p:cNvPr id="408" name="图形 40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4496" y="2413819"/>
            <a:ext cx="438656" cy="438656"/>
          </a:xfrm>
          <a:prstGeom prst="rect">
            <a:avLst/>
          </a:prstGeom>
        </p:spPr>
      </p:pic>
      <p:pic>
        <p:nvPicPr>
          <p:cNvPr id="409" name="图形 40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8812" y="2402014"/>
            <a:ext cx="405195" cy="405195"/>
          </a:xfrm>
          <a:prstGeom prst="rect">
            <a:avLst/>
          </a:prstGeom>
        </p:spPr>
      </p:pic>
      <p:pic>
        <p:nvPicPr>
          <p:cNvPr id="410" name="图形 40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09691" y="2427884"/>
            <a:ext cx="390653" cy="390653"/>
          </a:xfrm>
          <a:prstGeom prst="rect">
            <a:avLst/>
          </a:prstGeom>
        </p:spPr>
      </p:pic>
      <p:pic>
        <p:nvPicPr>
          <p:cNvPr id="411" name="图形 4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5268" y="1637972"/>
            <a:ext cx="433243" cy="433243"/>
          </a:xfrm>
          <a:prstGeom prst="rect">
            <a:avLst/>
          </a:prstGeom>
        </p:spPr>
      </p:pic>
      <p:cxnSp>
        <p:nvCxnSpPr>
          <p:cNvPr id="412" name="直接连接符 411"/>
          <p:cNvCxnSpPr/>
          <p:nvPr/>
        </p:nvCxnSpPr>
        <p:spPr>
          <a:xfrm>
            <a:off x="1570811" y="1836675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3" name="文本框 412"/>
              <p:cNvSpPr txBox="1"/>
              <p:nvPr/>
            </p:nvSpPr>
            <p:spPr>
              <a:xfrm>
                <a:off x="3114897" y="1607859"/>
                <a:ext cx="373962" cy="31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413" name="文本框 4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897" y="1607859"/>
                <a:ext cx="373962" cy="311496"/>
              </a:xfrm>
              <a:prstGeom prst="rect">
                <a:avLst/>
              </a:prstGeom>
              <a:blipFill rotWithShape="1">
                <a:blip r:embed="rId18"/>
                <a:stretch>
                  <a:fillRect l="-59" t="-13" r="45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 rot="19578038">
            <a:off x="1819657" y="2011382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5" name="文本框 414"/>
          <p:cNvSpPr txBox="1"/>
          <p:nvPr/>
        </p:nvSpPr>
        <p:spPr>
          <a:xfrm rot="18139359">
            <a:off x="1088880" y="2104728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文本框 415"/>
          <p:cNvSpPr txBox="1"/>
          <p:nvPr/>
        </p:nvSpPr>
        <p:spPr>
          <a:xfrm rot="3187128">
            <a:off x="1299293" y="2225723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7" name="文本框 416"/>
          <p:cNvSpPr txBox="1"/>
          <p:nvPr/>
        </p:nvSpPr>
        <p:spPr>
          <a:xfrm rot="1783072">
            <a:off x="1504178" y="2055120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8" name="文本框 417"/>
          <p:cNvSpPr txBox="1"/>
          <p:nvPr/>
        </p:nvSpPr>
        <p:spPr>
          <a:xfrm rot="215747">
            <a:off x="2039505" y="2178465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" name="文本框 418"/>
          <p:cNvSpPr txBox="1"/>
          <p:nvPr/>
        </p:nvSpPr>
        <p:spPr>
          <a:xfrm rot="1736926">
            <a:off x="2296801" y="2200807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" name="文本框 419"/>
          <p:cNvSpPr txBox="1"/>
          <p:nvPr/>
        </p:nvSpPr>
        <p:spPr>
          <a:xfrm rot="832048">
            <a:off x="2572035" y="2065274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1" name="文本框 420"/>
          <p:cNvSpPr txBox="1"/>
          <p:nvPr/>
        </p:nvSpPr>
        <p:spPr>
          <a:xfrm rot="3243918">
            <a:off x="3045541" y="2102407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2" name="矩形: 圆角 421"/>
          <p:cNvSpPr/>
          <p:nvPr/>
        </p:nvSpPr>
        <p:spPr>
          <a:xfrm>
            <a:off x="665613" y="1901471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423" name="直接连接符 422"/>
          <p:cNvCxnSpPr/>
          <p:nvPr/>
        </p:nvCxnSpPr>
        <p:spPr>
          <a:xfrm flipH="1">
            <a:off x="1037272" y="2378014"/>
            <a:ext cx="153489" cy="3412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24" name="图形 4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58196" y="2647809"/>
            <a:ext cx="546374" cy="546374"/>
          </a:xfrm>
          <a:prstGeom prst="rect">
            <a:avLst/>
          </a:prstGeom>
        </p:spPr>
      </p:pic>
      <p:pic>
        <p:nvPicPr>
          <p:cNvPr id="425" name="图形 4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05774" y="2641617"/>
            <a:ext cx="510133" cy="510133"/>
          </a:xfrm>
          <a:prstGeom prst="rect">
            <a:avLst/>
          </a:prstGeom>
        </p:spPr>
      </p:pic>
      <p:cxnSp>
        <p:nvCxnSpPr>
          <p:cNvPr id="426" name="直接连接符 425"/>
          <p:cNvCxnSpPr/>
          <p:nvPr/>
        </p:nvCxnSpPr>
        <p:spPr>
          <a:xfrm>
            <a:off x="1181532" y="2378456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7" name="直接连接符 426"/>
          <p:cNvCxnSpPr/>
          <p:nvPr/>
        </p:nvCxnSpPr>
        <p:spPr>
          <a:xfrm>
            <a:off x="1181541" y="2378454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8" name="直接连接符 427"/>
          <p:cNvCxnSpPr/>
          <p:nvPr/>
        </p:nvCxnSpPr>
        <p:spPr>
          <a:xfrm flipH="1">
            <a:off x="1441534" y="2392625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9" name="直接连接符 428"/>
          <p:cNvCxnSpPr/>
          <p:nvPr/>
        </p:nvCxnSpPr>
        <p:spPr>
          <a:xfrm>
            <a:off x="1945815" y="2392608"/>
            <a:ext cx="85348" cy="37607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0" name="直接连接符 429"/>
          <p:cNvCxnSpPr/>
          <p:nvPr/>
        </p:nvCxnSpPr>
        <p:spPr>
          <a:xfrm>
            <a:off x="1932387" y="2395737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1" name="直接连接符 430"/>
          <p:cNvCxnSpPr/>
          <p:nvPr/>
        </p:nvCxnSpPr>
        <p:spPr>
          <a:xfrm>
            <a:off x="1945812" y="2392621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2" name="直接连接符 431"/>
          <p:cNvCxnSpPr>
            <a:stCxn id="438" idx="2"/>
          </p:cNvCxnSpPr>
          <p:nvPr/>
        </p:nvCxnSpPr>
        <p:spPr>
          <a:xfrm>
            <a:off x="2702781" y="2368119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433" name="图形 4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974" y="1934012"/>
            <a:ext cx="426791" cy="426791"/>
          </a:xfrm>
          <a:prstGeom prst="rect">
            <a:avLst/>
          </a:prstGeom>
        </p:spPr>
      </p:pic>
      <p:pic>
        <p:nvPicPr>
          <p:cNvPr id="434" name="图形 4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9944" y="1934066"/>
            <a:ext cx="424211" cy="424211"/>
          </a:xfrm>
          <a:prstGeom prst="rect">
            <a:avLst/>
          </a:prstGeom>
        </p:spPr>
      </p:pic>
      <p:pic>
        <p:nvPicPr>
          <p:cNvPr id="435" name="图形 43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745" y="2671786"/>
            <a:ext cx="438656" cy="438656"/>
          </a:xfrm>
          <a:prstGeom prst="rect">
            <a:avLst/>
          </a:prstGeom>
        </p:spPr>
      </p:pic>
      <p:pic>
        <p:nvPicPr>
          <p:cNvPr id="436" name="图形 43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10746" y="2682469"/>
            <a:ext cx="405195" cy="405195"/>
          </a:xfrm>
          <a:prstGeom prst="rect">
            <a:avLst/>
          </a:prstGeom>
        </p:spPr>
      </p:pic>
      <p:pic>
        <p:nvPicPr>
          <p:cNvPr id="437" name="图形 43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77740" y="2720069"/>
            <a:ext cx="390653" cy="390653"/>
          </a:xfrm>
          <a:prstGeom prst="rect">
            <a:avLst/>
          </a:prstGeom>
        </p:spPr>
      </p:pic>
      <p:pic>
        <p:nvPicPr>
          <p:cNvPr id="438" name="图形 43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6155" y="1934894"/>
            <a:ext cx="433243" cy="433243"/>
          </a:xfrm>
          <a:prstGeom prst="rect">
            <a:avLst/>
          </a:prstGeom>
        </p:spPr>
      </p:pic>
      <p:cxnSp>
        <p:nvCxnSpPr>
          <p:cNvPr id="439" name="直接连接符 438"/>
          <p:cNvCxnSpPr/>
          <p:nvPr/>
        </p:nvCxnSpPr>
        <p:spPr>
          <a:xfrm>
            <a:off x="1381701" y="2133597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0" name="文本框 439"/>
              <p:cNvSpPr txBox="1"/>
              <p:nvPr/>
            </p:nvSpPr>
            <p:spPr>
              <a:xfrm>
                <a:off x="2925786" y="1904785"/>
                <a:ext cx="373962" cy="33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440" name="文本框 4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786" y="1904785"/>
                <a:ext cx="373962" cy="337978"/>
              </a:xfrm>
              <a:prstGeom prst="rect">
                <a:avLst/>
              </a:prstGeom>
              <a:blipFill rotWithShape="1">
                <a:blip r:embed="rId19"/>
                <a:stretch>
                  <a:fillRect l="-91" t="-124" r="77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1" name="直接箭头连接符 450"/>
          <p:cNvCxnSpPr/>
          <p:nvPr/>
        </p:nvCxnSpPr>
        <p:spPr>
          <a:xfrm flipV="1">
            <a:off x="3813987" y="2167310"/>
            <a:ext cx="469502" cy="5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矩形: 圆角 334"/>
          <p:cNvSpPr/>
          <p:nvPr/>
        </p:nvSpPr>
        <p:spPr>
          <a:xfrm>
            <a:off x="698360" y="3731461"/>
            <a:ext cx="2860133" cy="1710994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336" name="矩形: 圆角 335"/>
          <p:cNvSpPr/>
          <p:nvPr/>
        </p:nvSpPr>
        <p:spPr>
          <a:xfrm>
            <a:off x="816393" y="3819310"/>
            <a:ext cx="2656270" cy="71431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337" name="矩形: 圆角 336"/>
          <p:cNvSpPr/>
          <p:nvPr/>
        </p:nvSpPr>
        <p:spPr>
          <a:xfrm>
            <a:off x="816393" y="4644945"/>
            <a:ext cx="2656270" cy="710512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338" name="直接连接符 337"/>
          <p:cNvCxnSpPr/>
          <p:nvPr/>
        </p:nvCxnSpPr>
        <p:spPr>
          <a:xfrm>
            <a:off x="1389929" y="4164617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39" name="图形 33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07247" y="4717188"/>
            <a:ext cx="546374" cy="546374"/>
          </a:xfrm>
          <a:prstGeom prst="rect">
            <a:avLst/>
          </a:prstGeom>
        </p:spPr>
      </p:pic>
      <p:pic>
        <p:nvPicPr>
          <p:cNvPr id="340" name="图形 33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4365" y="4768186"/>
            <a:ext cx="510133" cy="510133"/>
          </a:xfrm>
          <a:prstGeom prst="rect">
            <a:avLst/>
          </a:prstGeom>
        </p:spPr>
      </p:pic>
      <p:cxnSp>
        <p:nvCxnSpPr>
          <p:cNvPr id="341" name="直接连接符 340"/>
          <p:cNvCxnSpPr/>
          <p:nvPr/>
        </p:nvCxnSpPr>
        <p:spPr>
          <a:xfrm>
            <a:off x="1164315" y="5015613"/>
            <a:ext cx="188264" cy="1526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2" name="直接连接符 341"/>
          <p:cNvCxnSpPr/>
          <p:nvPr/>
        </p:nvCxnSpPr>
        <p:spPr>
          <a:xfrm>
            <a:off x="1686880" y="5017120"/>
            <a:ext cx="225206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3" name="直接连接符 342"/>
          <p:cNvCxnSpPr/>
          <p:nvPr/>
        </p:nvCxnSpPr>
        <p:spPr>
          <a:xfrm>
            <a:off x="2668893" y="5024513"/>
            <a:ext cx="251035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4" name="文本框 343"/>
              <p:cNvSpPr txBox="1"/>
              <p:nvPr/>
            </p:nvSpPr>
            <p:spPr>
              <a:xfrm>
                <a:off x="3002963" y="3834991"/>
                <a:ext cx="373962" cy="31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344" name="文本框 3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963" y="3834991"/>
                <a:ext cx="373962" cy="311496"/>
              </a:xfrm>
              <a:prstGeom prst="rect">
                <a:avLst/>
              </a:prstGeom>
              <a:blipFill rotWithShape="1">
                <a:blip r:embed="rId28"/>
                <a:stretch>
                  <a:fillRect l="-13" t="-73" r="16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5" name="图形 34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994" y="3959832"/>
            <a:ext cx="426791" cy="426791"/>
          </a:xfrm>
          <a:prstGeom prst="rect">
            <a:avLst/>
          </a:prstGeom>
        </p:spPr>
      </p:pic>
      <p:pic>
        <p:nvPicPr>
          <p:cNvPr id="346" name="图形 3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4812" y="3962241"/>
            <a:ext cx="424211" cy="424211"/>
          </a:xfrm>
          <a:prstGeom prst="rect">
            <a:avLst/>
          </a:prstGeom>
        </p:spPr>
      </p:pic>
      <p:pic>
        <p:nvPicPr>
          <p:cNvPr id="347" name="图形 34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214" y="3961436"/>
            <a:ext cx="433243" cy="433243"/>
          </a:xfrm>
          <a:prstGeom prst="rect">
            <a:avLst/>
          </a:prstGeom>
        </p:spPr>
      </p:pic>
      <p:pic>
        <p:nvPicPr>
          <p:cNvPr id="348" name="图形 34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4525" y="4796193"/>
            <a:ext cx="438656" cy="438656"/>
          </a:xfrm>
          <a:prstGeom prst="rect">
            <a:avLst/>
          </a:prstGeom>
        </p:spPr>
      </p:pic>
      <p:pic>
        <p:nvPicPr>
          <p:cNvPr id="349" name="图形 34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17414" y="4806408"/>
            <a:ext cx="405195" cy="405195"/>
          </a:xfrm>
          <a:prstGeom prst="rect">
            <a:avLst/>
          </a:prstGeom>
        </p:spPr>
      </p:pic>
      <p:pic>
        <p:nvPicPr>
          <p:cNvPr id="350" name="图形 34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40436" y="4827931"/>
            <a:ext cx="390653" cy="3906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1" name="文本框 350"/>
              <p:cNvSpPr txBox="1"/>
              <p:nvPr/>
            </p:nvSpPr>
            <p:spPr>
              <a:xfrm>
                <a:off x="3103952" y="4625297"/>
                <a:ext cx="373962" cy="31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351" name="文本框 3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952" y="4625297"/>
                <a:ext cx="373962" cy="311496"/>
              </a:xfrm>
              <a:prstGeom prst="rect">
                <a:avLst/>
              </a:prstGeom>
              <a:blipFill rotWithShape="1">
                <a:blip r:embed="rId29"/>
                <a:stretch>
                  <a:fillRect l="-19" t="-190" r="5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/>
          <p:cNvCxnSpPr>
            <a:endCxn id="356" idx="1"/>
          </p:cNvCxnSpPr>
          <p:nvPr/>
        </p:nvCxnSpPr>
        <p:spPr>
          <a:xfrm>
            <a:off x="3165381" y="3207926"/>
            <a:ext cx="747868" cy="426062"/>
          </a:xfrm>
          <a:prstGeom prst="bentConnector3">
            <a:avLst>
              <a:gd name="adj1" fmla="val -110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2"/>
          <p:cNvCxnSpPr/>
          <p:nvPr/>
        </p:nvCxnSpPr>
        <p:spPr>
          <a:xfrm rot="16200000" flipH="1">
            <a:off x="3314198" y="2856885"/>
            <a:ext cx="978129" cy="36315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6" name="文本框 355"/>
              <p:cNvSpPr txBox="1"/>
              <p:nvPr/>
            </p:nvSpPr>
            <p:spPr>
              <a:xfrm flipH="1">
                <a:off x="3816375" y="3423610"/>
                <a:ext cx="96874" cy="420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135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135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6" name="文本框 3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16375" y="3423610"/>
                <a:ext cx="96874" cy="420756"/>
              </a:xfrm>
              <a:prstGeom prst="rect">
                <a:avLst/>
              </a:prstGeom>
              <a:blipFill rotWithShape="1">
                <a:blip r:embed="rId30"/>
                <a:stretch>
                  <a:fillRect l="-26" t="-77" r="-229030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8" name="文本框 357"/>
              <p:cNvSpPr txBox="1"/>
              <p:nvPr/>
            </p:nvSpPr>
            <p:spPr>
              <a:xfrm>
                <a:off x="7805678" y="2038234"/>
                <a:ext cx="90553" cy="420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135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135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8" name="文本框 3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678" y="2038234"/>
                <a:ext cx="90553" cy="420756"/>
              </a:xfrm>
              <a:prstGeom prst="rect">
                <a:avLst/>
              </a:prstGeom>
              <a:blipFill rotWithShape="1">
                <a:blip r:embed="rId30"/>
                <a:stretch>
                  <a:fillRect l="-285" t="-123" r="-248235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2" name="直接箭头连接符 2"/>
          <p:cNvCxnSpPr/>
          <p:nvPr/>
        </p:nvCxnSpPr>
        <p:spPr>
          <a:xfrm rot="5400000" flipH="1" flipV="1">
            <a:off x="6558599" y="3118834"/>
            <a:ext cx="2178680" cy="681979"/>
          </a:xfrm>
          <a:prstGeom prst="bentConnector3">
            <a:avLst>
              <a:gd name="adj1" fmla="val -1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直接箭头连接符 454"/>
          <p:cNvCxnSpPr/>
          <p:nvPr/>
        </p:nvCxnSpPr>
        <p:spPr>
          <a:xfrm>
            <a:off x="7592280" y="2274588"/>
            <a:ext cx="2829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矩形: 圆角 465"/>
          <p:cNvSpPr/>
          <p:nvPr/>
        </p:nvSpPr>
        <p:spPr>
          <a:xfrm>
            <a:off x="8434395" y="3729649"/>
            <a:ext cx="2860133" cy="1710994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467" name="矩形: 圆角 466"/>
          <p:cNvSpPr/>
          <p:nvPr/>
        </p:nvSpPr>
        <p:spPr>
          <a:xfrm>
            <a:off x="8552428" y="3817500"/>
            <a:ext cx="2656270" cy="71431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468" name="矩形: 圆角 467"/>
          <p:cNvSpPr/>
          <p:nvPr/>
        </p:nvSpPr>
        <p:spPr>
          <a:xfrm>
            <a:off x="8552428" y="4643132"/>
            <a:ext cx="2656270" cy="710512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469" name="直接连接符 468"/>
          <p:cNvCxnSpPr/>
          <p:nvPr/>
        </p:nvCxnSpPr>
        <p:spPr>
          <a:xfrm>
            <a:off x="9186412" y="4151601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70" name="图形 46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43280" y="4715376"/>
            <a:ext cx="546374" cy="546374"/>
          </a:xfrm>
          <a:prstGeom prst="rect">
            <a:avLst/>
          </a:prstGeom>
        </p:spPr>
      </p:pic>
      <p:pic>
        <p:nvPicPr>
          <p:cNvPr id="471" name="图形 47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19599" y="4724797"/>
            <a:ext cx="510133" cy="510133"/>
          </a:xfrm>
          <a:prstGeom prst="rect">
            <a:avLst/>
          </a:prstGeom>
        </p:spPr>
      </p:pic>
      <p:cxnSp>
        <p:nvCxnSpPr>
          <p:cNvPr id="472" name="直接连接符 471"/>
          <p:cNvCxnSpPr/>
          <p:nvPr/>
        </p:nvCxnSpPr>
        <p:spPr>
          <a:xfrm>
            <a:off x="8900351" y="5013801"/>
            <a:ext cx="188264" cy="1526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3" name="直接连接符 472"/>
          <p:cNvCxnSpPr/>
          <p:nvPr/>
        </p:nvCxnSpPr>
        <p:spPr>
          <a:xfrm>
            <a:off x="9422909" y="5015305"/>
            <a:ext cx="225206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4" name="直接连接符 473"/>
          <p:cNvCxnSpPr/>
          <p:nvPr/>
        </p:nvCxnSpPr>
        <p:spPr>
          <a:xfrm>
            <a:off x="10423731" y="5012588"/>
            <a:ext cx="251035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5" name="文本框 474"/>
              <p:cNvSpPr txBox="1"/>
              <p:nvPr/>
            </p:nvSpPr>
            <p:spPr>
              <a:xfrm>
                <a:off x="10695699" y="3803767"/>
                <a:ext cx="373962" cy="340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475" name="文本框 4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5699" y="3803767"/>
                <a:ext cx="373962" cy="340671"/>
              </a:xfrm>
              <a:prstGeom prst="rect">
                <a:avLst/>
              </a:prstGeom>
              <a:blipFill rotWithShape="1">
                <a:blip r:embed="rId31"/>
                <a:stretch>
                  <a:fillRect l="-105" t="-34" r="-24700" b="1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6" name="图形 47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6195" y="3936765"/>
            <a:ext cx="426791" cy="426791"/>
          </a:xfrm>
          <a:prstGeom prst="rect">
            <a:avLst/>
          </a:prstGeom>
        </p:spPr>
      </p:pic>
      <p:pic>
        <p:nvPicPr>
          <p:cNvPr id="477" name="图形 47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7132" y="3936067"/>
            <a:ext cx="424211" cy="424211"/>
          </a:xfrm>
          <a:prstGeom prst="rect">
            <a:avLst/>
          </a:prstGeom>
        </p:spPr>
      </p:pic>
      <p:pic>
        <p:nvPicPr>
          <p:cNvPr id="478" name="图形 47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38078" y="3941278"/>
            <a:ext cx="433243" cy="433243"/>
          </a:xfrm>
          <a:prstGeom prst="rect">
            <a:avLst/>
          </a:prstGeom>
        </p:spPr>
      </p:pic>
      <p:pic>
        <p:nvPicPr>
          <p:cNvPr id="479" name="图形 47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46670" y="4786851"/>
            <a:ext cx="438656" cy="438656"/>
          </a:xfrm>
          <a:prstGeom prst="rect">
            <a:avLst/>
          </a:prstGeom>
        </p:spPr>
      </p:pic>
      <p:pic>
        <p:nvPicPr>
          <p:cNvPr id="480" name="图形 47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53493" y="4795795"/>
            <a:ext cx="405195" cy="405195"/>
          </a:xfrm>
          <a:prstGeom prst="rect">
            <a:avLst/>
          </a:prstGeom>
        </p:spPr>
      </p:pic>
      <p:pic>
        <p:nvPicPr>
          <p:cNvPr id="481" name="图形 48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38990" y="4799228"/>
            <a:ext cx="390653" cy="3906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82" name="文本框 481"/>
              <p:cNvSpPr txBox="1"/>
              <p:nvPr/>
            </p:nvSpPr>
            <p:spPr>
              <a:xfrm>
                <a:off x="10712667" y="4589568"/>
                <a:ext cx="373962" cy="33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482" name="文本框 4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67" y="4589568"/>
                <a:ext cx="373962" cy="339645"/>
              </a:xfrm>
              <a:prstGeom prst="rect">
                <a:avLst/>
              </a:prstGeom>
              <a:blipFill rotWithShape="1">
                <a:blip r:embed="rId32"/>
                <a:stretch>
                  <a:fillRect l="-58" t="-125" r="-24747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3" name="图形 482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409540" y="4769596"/>
            <a:ext cx="251829" cy="251829"/>
          </a:xfrm>
          <a:prstGeom prst="rect">
            <a:avLst/>
          </a:prstGeom>
        </p:spPr>
      </p:pic>
      <p:cxnSp>
        <p:nvCxnSpPr>
          <p:cNvPr id="492" name="直接箭头连接符 491"/>
          <p:cNvCxnSpPr/>
          <p:nvPr/>
        </p:nvCxnSpPr>
        <p:spPr>
          <a:xfrm>
            <a:off x="8096392" y="2280171"/>
            <a:ext cx="2829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矩形: 圆角 495"/>
          <p:cNvSpPr/>
          <p:nvPr/>
        </p:nvSpPr>
        <p:spPr>
          <a:xfrm>
            <a:off x="747276" y="5788893"/>
            <a:ext cx="4219791" cy="22621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497" name="矩形: 圆角 496"/>
          <p:cNvSpPr/>
          <p:nvPr/>
        </p:nvSpPr>
        <p:spPr>
          <a:xfrm>
            <a:off x="5496892" y="5775920"/>
            <a:ext cx="4201280" cy="2262253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498" name="矩形: 圆角 497"/>
          <p:cNvSpPr/>
          <p:nvPr/>
        </p:nvSpPr>
        <p:spPr>
          <a:xfrm>
            <a:off x="10486363" y="5590169"/>
            <a:ext cx="2550160" cy="2592810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499" name="矩形 498"/>
          <p:cNvSpPr/>
          <p:nvPr/>
        </p:nvSpPr>
        <p:spPr>
          <a:xfrm>
            <a:off x="10647061" y="6223837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0" name="矩形 499"/>
          <p:cNvSpPr/>
          <p:nvPr/>
        </p:nvSpPr>
        <p:spPr>
          <a:xfrm>
            <a:off x="10801949" y="6223837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1" name="矩形 500"/>
          <p:cNvSpPr/>
          <p:nvPr/>
        </p:nvSpPr>
        <p:spPr>
          <a:xfrm>
            <a:off x="10955969" y="6223837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2" name="矩形 501"/>
          <p:cNvSpPr/>
          <p:nvPr/>
        </p:nvSpPr>
        <p:spPr>
          <a:xfrm>
            <a:off x="11111678" y="6223272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03" name="矩形 502"/>
          <p:cNvSpPr/>
          <p:nvPr/>
        </p:nvSpPr>
        <p:spPr>
          <a:xfrm>
            <a:off x="11266630" y="6223836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4" name="矩形 503"/>
          <p:cNvSpPr/>
          <p:nvPr/>
        </p:nvSpPr>
        <p:spPr>
          <a:xfrm>
            <a:off x="11413692" y="6223272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05" name="矩形 504"/>
          <p:cNvSpPr/>
          <p:nvPr/>
        </p:nvSpPr>
        <p:spPr>
          <a:xfrm>
            <a:off x="11568644" y="6223836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6" name="矩形 505"/>
          <p:cNvSpPr/>
          <p:nvPr/>
        </p:nvSpPr>
        <p:spPr>
          <a:xfrm>
            <a:off x="10650047" y="6618334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7" name="矩形 506"/>
          <p:cNvSpPr/>
          <p:nvPr/>
        </p:nvSpPr>
        <p:spPr>
          <a:xfrm>
            <a:off x="10804937" y="6618334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8" name="矩形 507"/>
          <p:cNvSpPr/>
          <p:nvPr/>
        </p:nvSpPr>
        <p:spPr>
          <a:xfrm>
            <a:off x="10958957" y="6618334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9" name="矩形 508"/>
          <p:cNvSpPr/>
          <p:nvPr/>
        </p:nvSpPr>
        <p:spPr>
          <a:xfrm>
            <a:off x="11114664" y="661776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10" name="矩形 509"/>
          <p:cNvSpPr/>
          <p:nvPr/>
        </p:nvSpPr>
        <p:spPr>
          <a:xfrm>
            <a:off x="11269618" y="6618333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1" name="矩形 510"/>
          <p:cNvSpPr/>
          <p:nvPr/>
        </p:nvSpPr>
        <p:spPr>
          <a:xfrm>
            <a:off x="11416680" y="661776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12" name="矩形 511"/>
          <p:cNvSpPr/>
          <p:nvPr/>
        </p:nvSpPr>
        <p:spPr>
          <a:xfrm>
            <a:off x="11571633" y="6618333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3" name="矩形 512"/>
          <p:cNvSpPr/>
          <p:nvPr/>
        </p:nvSpPr>
        <p:spPr>
          <a:xfrm>
            <a:off x="10647061" y="7417204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4" name="矩形 513"/>
          <p:cNvSpPr/>
          <p:nvPr/>
        </p:nvSpPr>
        <p:spPr>
          <a:xfrm>
            <a:off x="10801949" y="7417204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5" name="矩形 514"/>
          <p:cNvSpPr/>
          <p:nvPr/>
        </p:nvSpPr>
        <p:spPr>
          <a:xfrm>
            <a:off x="10955969" y="7417204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6" name="矩形 515"/>
          <p:cNvSpPr/>
          <p:nvPr/>
        </p:nvSpPr>
        <p:spPr>
          <a:xfrm>
            <a:off x="11111678" y="7416638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17" name="矩形 516"/>
          <p:cNvSpPr/>
          <p:nvPr/>
        </p:nvSpPr>
        <p:spPr>
          <a:xfrm>
            <a:off x="11266630" y="7417203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8" name="矩形 517"/>
          <p:cNvSpPr/>
          <p:nvPr/>
        </p:nvSpPr>
        <p:spPr>
          <a:xfrm>
            <a:off x="11413692" y="7416638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19" name="矩形 518"/>
          <p:cNvSpPr/>
          <p:nvPr/>
        </p:nvSpPr>
        <p:spPr>
          <a:xfrm>
            <a:off x="11568644" y="7417203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0" name="矩形 519"/>
          <p:cNvSpPr/>
          <p:nvPr/>
        </p:nvSpPr>
        <p:spPr>
          <a:xfrm>
            <a:off x="10650110" y="7787540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1" name="矩形 520"/>
          <p:cNvSpPr/>
          <p:nvPr/>
        </p:nvSpPr>
        <p:spPr>
          <a:xfrm>
            <a:off x="10804999" y="7787540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2" name="矩形 521"/>
          <p:cNvSpPr/>
          <p:nvPr/>
        </p:nvSpPr>
        <p:spPr>
          <a:xfrm>
            <a:off x="10959019" y="7787540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3" name="矩形 522"/>
          <p:cNvSpPr/>
          <p:nvPr/>
        </p:nvSpPr>
        <p:spPr>
          <a:xfrm>
            <a:off x="11114728" y="7786971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24" name="矩形 523"/>
          <p:cNvSpPr/>
          <p:nvPr/>
        </p:nvSpPr>
        <p:spPr>
          <a:xfrm>
            <a:off x="11269680" y="7787539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5" name="矩形 524"/>
          <p:cNvSpPr/>
          <p:nvPr/>
        </p:nvSpPr>
        <p:spPr>
          <a:xfrm>
            <a:off x="11416742" y="7786971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26" name="矩形 525"/>
          <p:cNvSpPr/>
          <p:nvPr/>
        </p:nvSpPr>
        <p:spPr>
          <a:xfrm>
            <a:off x="11571695" y="7787539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7" name="矩形 526"/>
          <p:cNvSpPr/>
          <p:nvPr/>
        </p:nvSpPr>
        <p:spPr>
          <a:xfrm>
            <a:off x="10647325" y="7013209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8" name="矩形 527"/>
          <p:cNvSpPr/>
          <p:nvPr/>
        </p:nvSpPr>
        <p:spPr>
          <a:xfrm>
            <a:off x="10802214" y="7013209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9" name="矩形 528"/>
          <p:cNvSpPr/>
          <p:nvPr/>
        </p:nvSpPr>
        <p:spPr>
          <a:xfrm>
            <a:off x="10956230" y="7013209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30" name="矩形 529"/>
          <p:cNvSpPr/>
          <p:nvPr/>
        </p:nvSpPr>
        <p:spPr>
          <a:xfrm>
            <a:off x="11111942" y="7012640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31" name="矩形 530"/>
          <p:cNvSpPr/>
          <p:nvPr/>
        </p:nvSpPr>
        <p:spPr>
          <a:xfrm>
            <a:off x="11266893" y="7013207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32" name="矩形 531"/>
          <p:cNvSpPr/>
          <p:nvPr/>
        </p:nvSpPr>
        <p:spPr>
          <a:xfrm>
            <a:off x="11413957" y="7012640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33" name="矩形 532"/>
          <p:cNvSpPr/>
          <p:nvPr/>
        </p:nvSpPr>
        <p:spPr>
          <a:xfrm>
            <a:off x="11568908" y="7013207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4" name="文本框 533"/>
              <p:cNvSpPr txBox="1"/>
              <p:nvPr/>
            </p:nvSpPr>
            <p:spPr>
              <a:xfrm>
                <a:off x="10750451" y="6357067"/>
                <a:ext cx="2031376" cy="2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User Embedding</a:t>
                </a:r>
                <a:endParaRPr lang="zh-CN" altLang="en-US" sz="1185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4" name="文本框 5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51" y="6357067"/>
                <a:ext cx="2031376" cy="274819"/>
              </a:xfrm>
              <a:prstGeom prst="rect">
                <a:avLst/>
              </a:prstGeom>
              <a:blipFill rotWithShape="1">
                <a:blip r:embed="rId35"/>
                <a:stretch>
                  <a:fillRect l="-26" t="-30" r="27" b="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5" name="文本框 534"/>
              <p:cNvSpPr txBox="1"/>
              <p:nvPr/>
            </p:nvSpPr>
            <p:spPr>
              <a:xfrm>
                <a:off x="10879386" y="6743437"/>
                <a:ext cx="1743874" cy="2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Item Embedding</a:t>
                </a:r>
                <a:endParaRPr lang="zh-CN" altLang="en-US" sz="1185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5" name="文本框 5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9386" y="6743437"/>
                <a:ext cx="1743874" cy="274819"/>
              </a:xfrm>
              <a:prstGeom prst="rect">
                <a:avLst/>
              </a:prstGeom>
              <a:blipFill rotWithShape="1">
                <a:blip r:embed="rId36"/>
                <a:stretch>
                  <a:fillRect l="-32" t="-135" r="5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6" name="文本框 535"/>
              <p:cNvSpPr txBox="1"/>
              <p:nvPr/>
            </p:nvSpPr>
            <p:spPr>
              <a:xfrm>
                <a:off x="10916666" y="7136753"/>
                <a:ext cx="2109446" cy="291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 Behavior Embedding</a:t>
                </a:r>
                <a:endParaRPr lang="zh-CN" altLang="en-US" sz="1185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6" name="文本框 5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6666" y="7136753"/>
                <a:ext cx="2109446" cy="291105"/>
              </a:xfrm>
              <a:prstGeom prst="rect">
                <a:avLst/>
              </a:prstGeom>
              <a:blipFill rotWithShape="1">
                <a:blip r:embed="rId37"/>
                <a:stretch>
                  <a:fillRect l="-18" t="-214" r="17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7" name="文本框 536"/>
              <p:cNvSpPr txBox="1"/>
              <p:nvPr/>
            </p:nvSpPr>
            <p:spPr>
              <a:xfrm>
                <a:off x="10892262" y="7533126"/>
                <a:ext cx="2193708" cy="2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 Behavior Embedding</a:t>
                </a:r>
                <a:endParaRPr lang="zh-CN" altLang="en-US" sz="1185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37" name="文本框 5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2262" y="7533126"/>
                <a:ext cx="2193708" cy="274819"/>
              </a:xfrm>
              <a:prstGeom prst="rect">
                <a:avLst/>
              </a:prstGeom>
              <a:blipFill rotWithShape="1">
                <a:blip r:embed="rId38"/>
                <a:stretch>
                  <a:fillRect l="-5" t="-44" r="24" b="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8" name="矩形 537"/>
          <p:cNvSpPr/>
          <p:nvPr/>
        </p:nvSpPr>
        <p:spPr>
          <a:xfrm rot="5400000">
            <a:off x="12162325" y="3763170"/>
            <a:ext cx="921868" cy="315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5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895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9" name="文本框 538"/>
          <p:cNvSpPr txBox="1"/>
          <p:nvPr/>
        </p:nvSpPr>
        <p:spPr>
          <a:xfrm>
            <a:off x="660224" y="5759660"/>
            <a:ext cx="4351845" cy="31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偏好感知的行为内</a:t>
            </a:r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增强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40" name="直接箭头连接符 539"/>
          <p:cNvCxnSpPr/>
          <p:nvPr/>
        </p:nvCxnSpPr>
        <p:spPr>
          <a:xfrm flipV="1">
            <a:off x="6407644" y="6976604"/>
            <a:ext cx="0" cy="1686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直接箭头连接符 540"/>
          <p:cNvCxnSpPr/>
          <p:nvPr/>
        </p:nvCxnSpPr>
        <p:spPr>
          <a:xfrm>
            <a:off x="7118765" y="6576869"/>
            <a:ext cx="19274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直接箭头连接符 541"/>
          <p:cNvCxnSpPr/>
          <p:nvPr/>
        </p:nvCxnSpPr>
        <p:spPr>
          <a:xfrm flipH="1">
            <a:off x="7811406" y="6587381"/>
            <a:ext cx="218823" cy="18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3" name="文本框 542"/>
              <p:cNvSpPr txBox="1"/>
              <p:nvPr/>
            </p:nvSpPr>
            <p:spPr>
              <a:xfrm>
                <a:off x="7117160" y="6261604"/>
                <a:ext cx="352504" cy="318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543" name="文本框 5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160" y="6261604"/>
                <a:ext cx="352504" cy="318998"/>
              </a:xfrm>
              <a:prstGeom prst="rect">
                <a:avLst/>
              </a:prstGeom>
              <a:blipFill rotWithShape="1">
                <a:blip r:embed="rId39"/>
                <a:stretch>
                  <a:fillRect l="-23" t="-158" r="-114164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4" name="矩形: 圆角 543"/>
          <p:cNvSpPr/>
          <p:nvPr/>
        </p:nvSpPr>
        <p:spPr>
          <a:xfrm>
            <a:off x="5647446" y="6130880"/>
            <a:ext cx="1477972" cy="843528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45" name="文本框 544"/>
          <p:cNvSpPr txBox="1"/>
          <p:nvPr/>
        </p:nvSpPr>
        <p:spPr>
          <a:xfrm>
            <a:off x="5321985" y="5761604"/>
            <a:ext cx="4442010" cy="31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偏好感知的行为间</a:t>
            </a:r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增强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6" name="矩形: 圆角 545"/>
          <p:cNvSpPr/>
          <p:nvPr/>
        </p:nvSpPr>
        <p:spPr>
          <a:xfrm>
            <a:off x="1049978" y="6071062"/>
            <a:ext cx="3616226" cy="1894800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47" name="矩形 546"/>
          <p:cNvSpPr/>
          <p:nvPr/>
        </p:nvSpPr>
        <p:spPr>
          <a:xfrm>
            <a:off x="1615969" y="6204461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48" name="矩形 547"/>
          <p:cNvSpPr/>
          <p:nvPr/>
        </p:nvSpPr>
        <p:spPr>
          <a:xfrm>
            <a:off x="1770861" y="6204461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49" name="矩形 548"/>
          <p:cNvSpPr/>
          <p:nvPr/>
        </p:nvSpPr>
        <p:spPr>
          <a:xfrm>
            <a:off x="1924880" y="6204461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0" name="矩形 549"/>
          <p:cNvSpPr/>
          <p:nvPr/>
        </p:nvSpPr>
        <p:spPr>
          <a:xfrm>
            <a:off x="2080587" y="6203894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51" name="矩形 550"/>
          <p:cNvSpPr/>
          <p:nvPr/>
        </p:nvSpPr>
        <p:spPr>
          <a:xfrm>
            <a:off x="2235538" y="6204460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2" name="矩形 551"/>
          <p:cNvSpPr/>
          <p:nvPr/>
        </p:nvSpPr>
        <p:spPr>
          <a:xfrm>
            <a:off x="2382603" y="6203894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53" name="矩形 552"/>
          <p:cNvSpPr/>
          <p:nvPr/>
        </p:nvSpPr>
        <p:spPr>
          <a:xfrm>
            <a:off x="2537554" y="6204460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cxnSp>
        <p:nvCxnSpPr>
          <p:cNvPr id="554" name="直接连接符 553"/>
          <p:cNvCxnSpPr/>
          <p:nvPr/>
        </p:nvCxnSpPr>
        <p:spPr>
          <a:xfrm>
            <a:off x="1317414" y="6521247"/>
            <a:ext cx="0" cy="167586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5" name="矩形 554"/>
          <p:cNvSpPr/>
          <p:nvPr/>
        </p:nvSpPr>
        <p:spPr>
          <a:xfrm>
            <a:off x="1610595" y="6783393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6" name="矩形 555"/>
          <p:cNvSpPr/>
          <p:nvPr/>
        </p:nvSpPr>
        <p:spPr>
          <a:xfrm>
            <a:off x="1765487" y="6783393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7" name="矩形 556"/>
          <p:cNvSpPr/>
          <p:nvPr/>
        </p:nvSpPr>
        <p:spPr>
          <a:xfrm>
            <a:off x="1919503" y="6783393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8" name="矩形 557"/>
          <p:cNvSpPr/>
          <p:nvPr/>
        </p:nvSpPr>
        <p:spPr>
          <a:xfrm>
            <a:off x="2075213" y="678282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59" name="矩形 558"/>
          <p:cNvSpPr/>
          <p:nvPr/>
        </p:nvSpPr>
        <p:spPr>
          <a:xfrm>
            <a:off x="2230165" y="6783392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0" name="矩形 559"/>
          <p:cNvSpPr/>
          <p:nvPr/>
        </p:nvSpPr>
        <p:spPr>
          <a:xfrm>
            <a:off x="2377227" y="678282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61" name="矩形 560"/>
          <p:cNvSpPr/>
          <p:nvPr/>
        </p:nvSpPr>
        <p:spPr>
          <a:xfrm>
            <a:off x="2532179" y="6783392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2" name="矩形 561"/>
          <p:cNvSpPr/>
          <p:nvPr/>
        </p:nvSpPr>
        <p:spPr>
          <a:xfrm>
            <a:off x="1615937" y="739786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3" name="矩形 562"/>
          <p:cNvSpPr/>
          <p:nvPr/>
        </p:nvSpPr>
        <p:spPr>
          <a:xfrm>
            <a:off x="1770827" y="739786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4" name="矩形 563"/>
          <p:cNvSpPr/>
          <p:nvPr/>
        </p:nvSpPr>
        <p:spPr>
          <a:xfrm>
            <a:off x="1924843" y="739786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5" name="矩形 564"/>
          <p:cNvSpPr/>
          <p:nvPr/>
        </p:nvSpPr>
        <p:spPr>
          <a:xfrm>
            <a:off x="2080552" y="7397300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66" name="矩形 565"/>
          <p:cNvSpPr/>
          <p:nvPr/>
        </p:nvSpPr>
        <p:spPr>
          <a:xfrm>
            <a:off x="2235505" y="7397864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7" name="矩形 566"/>
          <p:cNvSpPr/>
          <p:nvPr/>
        </p:nvSpPr>
        <p:spPr>
          <a:xfrm>
            <a:off x="2382569" y="7397300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68" name="矩形 567"/>
          <p:cNvSpPr/>
          <p:nvPr/>
        </p:nvSpPr>
        <p:spPr>
          <a:xfrm>
            <a:off x="2537519" y="7397864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9" name="文本框 568"/>
          <p:cNvSpPr txBox="1"/>
          <p:nvPr/>
        </p:nvSpPr>
        <p:spPr>
          <a:xfrm>
            <a:off x="2085824" y="6435156"/>
            <a:ext cx="757162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0" name="文本框 569"/>
          <p:cNvSpPr txBox="1"/>
          <p:nvPr/>
        </p:nvSpPr>
        <p:spPr>
          <a:xfrm>
            <a:off x="1979956" y="7031169"/>
            <a:ext cx="933566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1" name="矩形 570"/>
          <p:cNvSpPr/>
          <p:nvPr/>
        </p:nvSpPr>
        <p:spPr>
          <a:xfrm>
            <a:off x="2891406" y="620034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2" name="矩形 571"/>
          <p:cNvSpPr/>
          <p:nvPr/>
        </p:nvSpPr>
        <p:spPr>
          <a:xfrm>
            <a:off x="3046297" y="620034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3" name="矩形 572"/>
          <p:cNvSpPr/>
          <p:nvPr/>
        </p:nvSpPr>
        <p:spPr>
          <a:xfrm>
            <a:off x="3200316" y="620034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4" name="矩形 573"/>
          <p:cNvSpPr/>
          <p:nvPr/>
        </p:nvSpPr>
        <p:spPr>
          <a:xfrm>
            <a:off x="3356025" y="6199781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75" name="矩形 574"/>
          <p:cNvSpPr/>
          <p:nvPr/>
        </p:nvSpPr>
        <p:spPr>
          <a:xfrm>
            <a:off x="3510977" y="620034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6" name="矩形 575"/>
          <p:cNvSpPr/>
          <p:nvPr/>
        </p:nvSpPr>
        <p:spPr>
          <a:xfrm>
            <a:off x="3652665" y="6199781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77" name="矩形 576"/>
          <p:cNvSpPr/>
          <p:nvPr/>
        </p:nvSpPr>
        <p:spPr>
          <a:xfrm>
            <a:off x="3812992" y="620034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8" name="矩形 577"/>
          <p:cNvSpPr/>
          <p:nvPr/>
        </p:nvSpPr>
        <p:spPr>
          <a:xfrm>
            <a:off x="2885211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9" name="矩形 578"/>
          <p:cNvSpPr/>
          <p:nvPr/>
        </p:nvSpPr>
        <p:spPr>
          <a:xfrm>
            <a:off x="3040102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0" name="矩形 579"/>
          <p:cNvSpPr/>
          <p:nvPr/>
        </p:nvSpPr>
        <p:spPr>
          <a:xfrm>
            <a:off x="3194120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1" name="矩形 580"/>
          <p:cNvSpPr/>
          <p:nvPr/>
        </p:nvSpPr>
        <p:spPr>
          <a:xfrm>
            <a:off x="3349830" y="6777499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82" name="矩形 581"/>
          <p:cNvSpPr/>
          <p:nvPr/>
        </p:nvSpPr>
        <p:spPr>
          <a:xfrm>
            <a:off x="3504784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3" name="矩形 582"/>
          <p:cNvSpPr/>
          <p:nvPr/>
        </p:nvSpPr>
        <p:spPr>
          <a:xfrm>
            <a:off x="3651845" y="6777499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84" name="矩形 583"/>
          <p:cNvSpPr/>
          <p:nvPr/>
        </p:nvSpPr>
        <p:spPr>
          <a:xfrm>
            <a:off x="3806797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5" name="矩形 584"/>
          <p:cNvSpPr/>
          <p:nvPr/>
        </p:nvSpPr>
        <p:spPr>
          <a:xfrm>
            <a:off x="2909556" y="739695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6" name="矩形 585"/>
          <p:cNvSpPr/>
          <p:nvPr/>
        </p:nvSpPr>
        <p:spPr>
          <a:xfrm>
            <a:off x="3064448" y="739695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7" name="矩形 586"/>
          <p:cNvSpPr/>
          <p:nvPr/>
        </p:nvSpPr>
        <p:spPr>
          <a:xfrm>
            <a:off x="3218466" y="739695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8" name="矩形 587"/>
          <p:cNvSpPr/>
          <p:nvPr/>
        </p:nvSpPr>
        <p:spPr>
          <a:xfrm>
            <a:off x="3374174" y="7396389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89" name="矩形 588"/>
          <p:cNvSpPr/>
          <p:nvPr/>
        </p:nvSpPr>
        <p:spPr>
          <a:xfrm>
            <a:off x="3529125" y="739695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90" name="矩形 589"/>
          <p:cNvSpPr/>
          <p:nvPr/>
        </p:nvSpPr>
        <p:spPr>
          <a:xfrm>
            <a:off x="3676190" y="7396389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91" name="矩形 590"/>
          <p:cNvSpPr/>
          <p:nvPr/>
        </p:nvSpPr>
        <p:spPr>
          <a:xfrm>
            <a:off x="3831141" y="739695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cxnSp>
        <p:nvCxnSpPr>
          <p:cNvPr id="592" name="直接箭头连接符 591"/>
          <p:cNvCxnSpPr/>
          <p:nvPr/>
        </p:nvCxnSpPr>
        <p:spPr>
          <a:xfrm>
            <a:off x="3382277" y="6386962"/>
            <a:ext cx="0" cy="166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直接箭头连接符 592"/>
          <p:cNvCxnSpPr/>
          <p:nvPr/>
        </p:nvCxnSpPr>
        <p:spPr>
          <a:xfrm flipV="1">
            <a:off x="3383329" y="6592789"/>
            <a:ext cx="1726" cy="173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直接箭头连接符 593"/>
          <p:cNvCxnSpPr/>
          <p:nvPr/>
        </p:nvCxnSpPr>
        <p:spPr>
          <a:xfrm>
            <a:off x="3385331" y="7194373"/>
            <a:ext cx="5505" cy="1879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直接箭头连接符 594"/>
          <p:cNvCxnSpPr/>
          <p:nvPr/>
        </p:nvCxnSpPr>
        <p:spPr>
          <a:xfrm flipV="1">
            <a:off x="3383311" y="6963677"/>
            <a:ext cx="0" cy="188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矩形: 圆角 595"/>
          <p:cNvSpPr/>
          <p:nvPr/>
        </p:nvSpPr>
        <p:spPr>
          <a:xfrm>
            <a:off x="5656169" y="7150287"/>
            <a:ext cx="1901471" cy="724563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597" name="图形 59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7663" y="7572729"/>
            <a:ext cx="293511" cy="293511"/>
          </a:xfrm>
          <a:prstGeom prst="rect">
            <a:avLst/>
          </a:prstGeom>
        </p:spPr>
      </p:pic>
      <p:pic>
        <p:nvPicPr>
          <p:cNvPr id="598" name="图形 59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04335" y="7567172"/>
            <a:ext cx="314433" cy="3144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99" name="文本框 598"/>
              <p:cNvSpPr txBox="1"/>
              <p:nvPr/>
            </p:nvSpPr>
            <p:spPr>
              <a:xfrm>
                <a:off x="7241300" y="7138169"/>
                <a:ext cx="299094" cy="289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18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185" dirty="0"/>
              </a:p>
            </p:txBody>
          </p:sp>
        </mc:Choice>
        <mc:Fallback>
          <p:sp>
            <p:nvSpPr>
              <p:cNvPr id="599" name="文本框 5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300" y="7138169"/>
                <a:ext cx="299094" cy="289375"/>
              </a:xfrm>
              <a:prstGeom prst="rect">
                <a:avLst/>
              </a:prstGeom>
              <a:blipFill rotWithShape="1">
                <a:blip r:embed="rId40"/>
                <a:stretch>
                  <a:fillRect l="-132" t="-46" r="135" b="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0" name="图形 59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6529" y="7188369"/>
            <a:ext cx="262650" cy="262650"/>
          </a:xfrm>
          <a:prstGeom prst="rect">
            <a:avLst/>
          </a:prstGeom>
        </p:spPr>
      </p:pic>
      <p:pic>
        <p:nvPicPr>
          <p:cNvPr id="601" name="图形 60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0063" y="7186431"/>
            <a:ext cx="262650" cy="262650"/>
          </a:xfrm>
          <a:prstGeom prst="rect">
            <a:avLst/>
          </a:prstGeom>
        </p:spPr>
      </p:pic>
      <p:pic>
        <p:nvPicPr>
          <p:cNvPr id="602" name="图形 60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16236" y="7591362"/>
            <a:ext cx="249040" cy="249040"/>
          </a:xfrm>
          <a:prstGeom prst="rect">
            <a:avLst/>
          </a:prstGeom>
        </p:spPr>
      </p:pic>
      <p:pic>
        <p:nvPicPr>
          <p:cNvPr id="603" name="图形 60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12588" y="7601148"/>
            <a:ext cx="218965" cy="218965"/>
          </a:xfrm>
          <a:prstGeom prst="rect">
            <a:avLst/>
          </a:prstGeom>
        </p:spPr>
      </p:pic>
      <p:pic>
        <p:nvPicPr>
          <p:cNvPr id="604" name="图形 60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60477" y="7588870"/>
            <a:ext cx="254937" cy="254937"/>
          </a:xfrm>
          <a:prstGeom prst="rect">
            <a:avLst/>
          </a:prstGeom>
        </p:spPr>
      </p:pic>
      <p:pic>
        <p:nvPicPr>
          <p:cNvPr id="605" name="图形 60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435" y="7186028"/>
            <a:ext cx="262229" cy="262229"/>
          </a:xfrm>
          <a:prstGeom prst="rect">
            <a:avLst/>
          </a:prstGeom>
        </p:spPr>
      </p:pic>
      <p:cxnSp>
        <p:nvCxnSpPr>
          <p:cNvPr id="606" name="直接连接符 605"/>
          <p:cNvCxnSpPr>
            <a:stCxn id="600" idx="2"/>
            <a:endCxn id="602" idx="0"/>
          </p:cNvCxnSpPr>
          <p:nvPr/>
        </p:nvCxnSpPr>
        <p:spPr>
          <a:xfrm flipH="1">
            <a:off x="5840753" y="7451035"/>
            <a:ext cx="187095" cy="1403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7" name="直接连接符 606"/>
          <p:cNvCxnSpPr>
            <a:endCxn id="603" idx="0"/>
          </p:cNvCxnSpPr>
          <p:nvPr/>
        </p:nvCxnSpPr>
        <p:spPr>
          <a:xfrm>
            <a:off x="6036472" y="7450813"/>
            <a:ext cx="185594" cy="1503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8" name="直接连接符 607"/>
          <p:cNvCxnSpPr>
            <a:endCxn id="604" idx="0"/>
          </p:cNvCxnSpPr>
          <p:nvPr/>
        </p:nvCxnSpPr>
        <p:spPr>
          <a:xfrm>
            <a:off x="6636205" y="7468424"/>
            <a:ext cx="751734" cy="12044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9" name="直接连接符 608"/>
          <p:cNvCxnSpPr/>
          <p:nvPr/>
        </p:nvCxnSpPr>
        <p:spPr>
          <a:xfrm>
            <a:off x="6628499" y="7457356"/>
            <a:ext cx="240786" cy="2258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10" name="矩形: 圆角 609"/>
          <p:cNvSpPr/>
          <p:nvPr/>
        </p:nvSpPr>
        <p:spPr>
          <a:xfrm>
            <a:off x="7663773" y="7148278"/>
            <a:ext cx="1901471" cy="724563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611" name="图形 6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5265" y="7570717"/>
            <a:ext cx="293511" cy="293511"/>
          </a:xfrm>
          <a:prstGeom prst="rect">
            <a:avLst/>
          </a:prstGeom>
        </p:spPr>
      </p:pic>
      <p:pic>
        <p:nvPicPr>
          <p:cNvPr id="612" name="图形 6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11938" y="7565160"/>
            <a:ext cx="314433" cy="3144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13" name="文本框 612"/>
              <p:cNvSpPr txBox="1"/>
              <p:nvPr/>
            </p:nvSpPr>
            <p:spPr>
              <a:xfrm>
                <a:off x="9123294" y="7190357"/>
                <a:ext cx="299094" cy="298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18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185" dirty="0"/>
              </a:p>
            </p:txBody>
          </p:sp>
        </mc:Choice>
        <mc:Fallback>
          <p:sp>
            <p:nvSpPr>
              <p:cNvPr id="613" name="文本框 6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294" y="7190357"/>
                <a:ext cx="299094" cy="298159"/>
              </a:xfrm>
              <a:prstGeom prst="rect">
                <a:avLst/>
              </a:prstGeom>
              <a:blipFill rotWithShape="1">
                <a:blip r:embed="rId41"/>
                <a:stretch>
                  <a:fillRect l="-83" t="-85" r="-36643" b="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" name="图形 6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4133" y="7186358"/>
            <a:ext cx="262650" cy="262650"/>
          </a:xfrm>
          <a:prstGeom prst="rect">
            <a:avLst/>
          </a:prstGeom>
        </p:spPr>
      </p:pic>
      <p:pic>
        <p:nvPicPr>
          <p:cNvPr id="615" name="图形 6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144" y="7185099"/>
            <a:ext cx="262650" cy="262650"/>
          </a:xfrm>
          <a:prstGeom prst="rect">
            <a:avLst/>
          </a:prstGeom>
        </p:spPr>
      </p:pic>
      <p:pic>
        <p:nvPicPr>
          <p:cNvPr id="616" name="图形 6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23840" y="7589354"/>
            <a:ext cx="249040" cy="249040"/>
          </a:xfrm>
          <a:prstGeom prst="rect">
            <a:avLst/>
          </a:prstGeom>
        </p:spPr>
      </p:pic>
      <p:pic>
        <p:nvPicPr>
          <p:cNvPr id="617" name="图形 61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20189" y="7599137"/>
            <a:ext cx="218965" cy="218965"/>
          </a:xfrm>
          <a:prstGeom prst="rect">
            <a:avLst/>
          </a:prstGeom>
        </p:spPr>
      </p:pic>
      <p:pic>
        <p:nvPicPr>
          <p:cNvPr id="618" name="图形 61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80611" y="7633508"/>
            <a:ext cx="254937" cy="254937"/>
          </a:xfrm>
          <a:prstGeom prst="rect">
            <a:avLst/>
          </a:prstGeom>
        </p:spPr>
      </p:pic>
      <p:pic>
        <p:nvPicPr>
          <p:cNvPr id="619" name="图形 6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7131" y="7237945"/>
            <a:ext cx="262229" cy="262229"/>
          </a:xfrm>
          <a:prstGeom prst="rect">
            <a:avLst/>
          </a:prstGeom>
        </p:spPr>
      </p:pic>
      <p:cxnSp>
        <p:nvCxnSpPr>
          <p:cNvPr id="620" name="直接连接符 619"/>
          <p:cNvCxnSpPr>
            <a:stCxn id="614" idx="2"/>
            <a:endCxn id="616" idx="0"/>
          </p:cNvCxnSpPr>
          <p:nvPr/>
        </p:nvCxnSpPr>
        <p:spPr>
          <a:xfrm flipH="1">
            <a:off x="7848354" y="7449026"/>
            <a:ext cx="187095" cy="1403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1" name="直接连接符 620"/>
          <p:cNvCxnSpPr>
            <a:endCxn id="617" idx="0"/>
          </p:cNvCxnSpPr>
          <p:nvPr/>
        </p:nvCxnSpPr>
        <p:spPr>
          <a:xfrm>
            <a:off x="8044077" y="7448806"/>
            <a:ext cx="185594" cy="1503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2" name="直接连接符 621"/>
          <p:cNvCxnSpPr/>
          <p:nvPr/>
        </p:nvCxnSpPr>
        <p:spPr>
          <a:xfrm>
            <a:off x="8643813" y="7466420"/>
            <a:ext cx="343591" cy="15773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23" name="直接连接符 622"/>
          <p:cNvCxnSpPr/>
          <p:nvPr/>
        </p:nvCxnSpPr>
        <p:spPr>
          <a:xfrm flipH="1">
            <a:off x="8601026" y="7449954"/>
            <a:ext cx="45734" cy="178419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24" name="图形 6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381" y="6086080"/>
            <a:ext cx="426791" cy="426791"/>
          </a:xfrm>
          <a:prstGeom prst="rect">
            <a:avLst/>
          </a:prstGeom>
        </p:spPr>
      </p:pic>
      <p:pic>
        <p:nvPicPr>
          <p:cNvPr id="625" name="图形 6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713" y="6688833"/>
            <a:ext cx="424211" cy="424211"/>
          </a:xfrm>
          <a:prstGeom prst="rect">
            <a:avLst/>
          </a:prstGeom>
        </p:spPr>
      </p:pic>
      <p:pic>
        <p:nvPicPr>
          <p:cNvPr id="626" name="图形 6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9000" y="7236317"/>
            <a:ext cx="433243" cy="433243"/>
          </a:xfrm>
          <a:prstGeom prst="rect">
            <a:avLst/>
          </a:prstGeom>
        </p:spPr>
      </p:pic>
      <p:sp>
        <p:nvSpPr>
          <p:cNvPr id="627" name="文本框 626"/>
          <p:cNvSpPr txBox="1"/>
          <p:nvPr/>
        </p:nvSpPr>
        <p:spPr>
          <a:xfrm>
            <a:off x="3503605" y="6422071"/>
            <a:ext cx="592967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8" name="文本框 627"/>
          <p:cNvSpPr txBox="1"/>
          <p:nvPr/>
        </p:nvSpPr>
        <p:spPr>
          <a:xfrm>
            <a:off x="3485925" y="7026757"/>
            <a:ext cx="694301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29" name="直接箭头连接符 628"/>
          <p:cNvCxnSpPr/>
          <p:nvPr/>
        </p:nvCxnSpPr>
        <p:spPr>
          <a:xfrm>
            <a:off x="2035230" y="6395252"/>
            <a:ext cx="0" cy="166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直接箭头连接符 629"/>
          <p:cNvCxnSpPr/>
          <p:nvPr/>
        </p:nvCxnSpPr>
        <p:spPr>
          <a:xfrm flipV="1">
            <a:off x="2035251" y="6598344"/>
            <a:ext cx="1726" cy="173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直接箭头连接符 630"/>
          <p:cNvCxnSpPr/>
          <p:nvPr/>
        </p:nvCxnSpPr>
        <p:spPr>
          <a:xfrm>
            <a:off x="2044140" y="7217545"/>
            <a:ext cx="5505" cy="1879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直接箭头连接符 631"/>
          <p:cNvCxnSpPr/>
          <p:nvPr/>
        </p:nvCxnSpPr>
        <p:spPr>
          <a:xfrm flipV="1">
            <a:off x="2041639" y="6965364"/>
            <a:ext cx="0" cy="188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3" name="文本框 632"/>
              <p:cNvSpPr txBox="1"/>
              <p:nvPr/>
            </p:nvSpPr>
            <p:spPr>
              <a:xfrm>
                <a:off x="1121930" y="7629059"/>
                <a:ext cx="373962" cy="340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633" name="文本框 6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930" y="7629059"/>
                <a:ext cx="373962" cy="340671"/>
              </a:xfrm>
              <a:prstGeom prst="rect">
                <a:avLst/>
              </a:prstGeom>
              <a:blipFill rotWithShape="1">
                <a:blip r:embed="rId31"/>
                <a:stretch>
                  <a:fillRect l="-139" t="-50" r="-24666" b="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4" name="直接箭头连接符 633"/>
          <p:cNvCxnSpPr/>
          <p:nvPr/>
        </p:nvCxnSpPr>
        <p:spPr>
          <a:xfrm flipV="1">
            <a:off x="8824394" y="6921799"/>
            <a:ext cx="0" cy="1722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直接连接符 634"/>
          <p:cNvCxnSpPr/>
          <p:nvPr/>
        </p:nvCxnSpPr>
        <p:spPr>
          <a:xfrm>
            <a:off x="8646584" y="7459002"/>
            <a:ext cx="751734" cy="12044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6" name="直接连接符 635"/>
          <p:cNvCxnSpPr>
            <a:endCxn id="618" idx="0"/>
          </p:cNvCxnSpPr>
          <p:nvPr/>
        </p:nvCxnSpPr>
        <p:spPr>
          <a:xfrm>
            <a:off x="9103096" y="7501993"/>
            <a:ext cx="304977" cy="131521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40" name="矩形 639"/>
          <p:cNvSpPr/>
          <p:nvPr/>
        </p:nvSpPr>
        <p:spPr>
          <a:xfrm>
            <a:off x="5722747" y="624244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1" name="矩形 640"/>
          <p:cNvSpPr/>
          <p:nvPr/>
        </p:nvSpPr>
        <p:spPr>
          <a:xfrm>
            <a:off x="5877635" y="624244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2" name="矩形 641"/>
          <p:cNvSpPr/>
          <p:nvPr/>
        </p:nvSpPr>
        <p:spPr>
          <a:xfrm>
            <a:off x="6031655" y="624244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3" name="矩形 642"/>
          <p:cNvSpPr/>
          <p:nvPr/>
        </p:nvSpPr>
        <p:spPr>
          <a:xfrm>
            <a:off x="6187365" y="624187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44" name="矩形 643"/>
          <p:cNvSpPr/>
          <p:nvPr/>
        </p:nvSpPr>
        <p:spPr>
          <a:xfrm>
            <a:off x="5721602" y="661846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5" name="矩形 644"/>
          <p:cNvSpPr/>
          <p:nvPr/>
        </p:nvSpPr>
        <p:spPr>
          <a:xfrm>
            <a:off x="5876493" y="661846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6" name="矩形 645"/>
          <p:cNvSpPr/>
          <p:nvPr/>
        </p:nvSpPr>
        <p:spPr>
          <a:xfrm>
            <a:off x="6030512" y="661846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7" name="矩形 646"/>
          <p:cNvSpPr/>
          <p:nvPr/>
        </p:nvSpPr>
        <p:spPr>
          <a:xfrm>
            <a:off x="6186221" y="6617901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48" name="矩形 647"/>
          <p:cNvSpPr/>
          <p:nvPr/>
        </p:nvSpPr>
        <p:spPr>
          <a:xfrm>
            <a:off x="6450638" y="6190388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9" name="矩形 648"/>
          <p:cNvSpPr/>
          <p:nvPr/>
        </p:nvSpPr>
        <p:spPr>
          <a:xfrm>
            <a:off x="6605526" y="6190388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0" name="矩形 649"/>
          <p:cNvSpPr/>
          <p:nvPr/>
        </p:nvSpPr>
        <p:spPr>
          <a:xfrm>
            <a:off x="6759545" y="6190388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1" name="矩形 650"/>
          <p:cNvSpPr/>
          <p:nvPr/>
        </p:nvSpPr>
        <p:spPr>
          <a:xfrm>
            <a:off x="6915256" y="6189821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52" name="矩形 651"/>
          <p:cNvSpPr/>
          <p:nvPr/>
        </p:nvSpPr>
        <p:spPr>
          <a:xfrm>
            <a:off x="6452535" y="6487321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3" name="矩形 652"/>
          <p:cNvSpPr/>
          <p:nvPr/>
        </p:nvSpPr>
        <p:spPr>
          <a:xfrm>
            <a:off x="6607426" y="6487321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4" name="矩形 653"/>
          <p:cNvSpPr/>
          <p:nvPr/>
        </p:nvSpPr>
        <p:spPr>
          <a:xfrm>
            <a:off x="6761445" y="6487321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5" name="矩形 654"/>
          <p:cNvSpPr/>
          <p:nvPr/>
        </p:nvSpPr>
        <p:spPr>
          <a:xfrm>
            <a:off x="6917154" y="6486752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56" name="矩形 655"/>
          <p:cNvSpPr/>
          <p:nvPr/>
        </p:nvSpPr>
        <p:spPr>
          <a:xfrm>
            <a:off x="6449402" y="6744952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7" name="矩形 656"/>
          <p:cNvSpPr/>
          <p:nvPr/>
        </p:nvSpPr>
        <p:spPr>
          <a:xfrm>
            <a:off x="6604291" y="6744952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8" name="矩形 657"/>
          <p:cNvSpPr/>
          <p:nvPr/>
        </p:nvSpPr>
        <p:spPr>
          <a:xfrm>
            <a:off x="6758311" y="6744952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9" name="矩形 658"/>
          <p:cNvSpPr/>
          <p:nvPr/>
        </p:nvSpPr>
        <p:spPr>
          <a:xfrm>
            <a:off x="6914019" y="6744385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60" name="矩形: 圆角 659"/>
          <p:cNvSpPr/>
          <p:nvPr/>
        </p:nvSpPr>
        <p:spPr>
          <a:xfrm>
            <a:off x="8038313" y="6135672"/>
            <a:ext cx="1477972" cy="843528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61" name="矩形 660"/>
          <p:cNvSpPr/>
          <p:nvPr/>
        </p:nvSpPr>
        <p:spPr>
          <a:xfrm>
            <a:off x="8113612" y="624723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2" name="矩形 661"/>
          <p:cNvSpPr/>
          <p:nvPr/>
        </p:nvSpPr>
        <p:spPr>
          <a:xfrm>
            <a:off x="8268503" y="624723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3" name="矩形 662"/>
          <p:cNvSpPr/>
          <p:nvPr/>
        </p:nvSpPr>
        <p:spPr>
          <a:xfrm>
            <a:off x="8422522" y="624723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4" name="矩形 663"/>
          <p:cNvSpPr/>
          <p:nvPr/>
        </p:nvSpPr>
        <p:spPr>
          <a:xfrm>
            <a:off x="8578231" y="624666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65" name="矩形 664"/>
          <p:cNvSpPr/>
          <p:nvPr/>
        </p:nvSpPr>
        <p:spPr>
          <a:xfrm>
            <a:off x="8112469" y="6623260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6" name="矩形 665"/>
          <p:cNvSpPr/>
          <p:nvPr/>
        </p:nvSpPr>
        <p:spPr>
          <a:xfrm>
            <a:off x="8267360" y="6623260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7" name="矩形 666"/>
          <p:cNvSpPr/>
          <p:nvPr/>
        </p:nvSpPr>
        <p:spPr>
          <a:xfrm>
            <a:off x="8421378" y="6623260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8" name="矩形 667"/>
          <p:cNvSpPr/>
          <p:nvPr/>
        </p:nvSpPr>
        <p:spPr>
          <a:xfrm>
            <a:off x="8577087" y="6622691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69" name="矩形 668"/>
          <p:cNvSpPr/>
          <p:nvPr/>
        </p:nvSpPr>
        <p:spPr>
          <a:xfrm>
            <a:off x="8855071" y="6203894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0" name="矩形 669"/>
          <p:cNvSpPr/>
          <p:nvPr/>
        </p:nvSpPr>
        <p:spPr>
          <a:xfrm>
            <a:off x="9009961" y="6203894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1" name="矩形 670"/>
          <p:cNvSpPr/>
          <p:nvPr/>
        </p:nvSpPr>
        <p:spPr>
          <a:xfrm>
            <a:off x="9163979" y="6203894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2" name="矩形 671"/>
          <p:cNvSpPr/>
          <p:nvPr/>
        </p:nvSpPr>
        <p:spPr>
          <a:xfrm>
            <a:off x="9319687" y="6203325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73" name="矩形 672"/>
          <p:cNvSpPr/>
          <p:nvPr/>
        </p:nvSpPr>
        <p:spPr>
          <a:xfrm>
            <a:off x="8856966" y="6500825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4" name="矩形 673"/>
          <p:cNvSpPr/>
          <p:nvPr/>
        </p:nvSpPr>
        <p:spPr>
          <a:xfrm>
            <a:off x="9011857" y="6500825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5" name="矩形 674"/>
          <p:cNvSpPr/>
          <p:nvPr/>
        </p:nvSpPr>
        <p:spPr>
          <a:xfrm>
            <a:off x="9165877" y="6500825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6" name="矩形 675"/>
          <p:cNvSpPr/>
          <p:nvPr/>
        </p:nvSpPr>
        <p:spPr>
          <a:xfrm>
            <a:off x="9321586" y="6500257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77" name="矩形 676"/>
          <p:cNvSpPr/>
          <p:nvPr/>
        </p:nvSpPr>
        <p:spPr>
          <a:xfrm>
            <a:off x="8853834" y="6758456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8" name="矩形 677"/>
          <p:cNvSpPr/>
          <p:nvPr/>
        </p:nvSpPr>
        <p:spPr>
          <a:xfrm>
            <a:off x="9008725" y="6758456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9" name="矩形 678"/>
          <p:cNvSpPr/>
          <p:nvPr/>
        </p:nvSpPr>
        <p:spPr>
          <a:xfrm>
            <a:off x="9162743" y="6758456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80" name="矩形 679"/>
          <p:cNvSpPr/>
          <p:nvPr/>
        </p:nvSpPr>
        <p:spPr>
          <a:xfrm>
            <a:off x="9318452" y="6757888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681" name="图形 68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40363" y="7191525"/>
            <a:ext cx="546374" cy="546374"/>
          </a:xfrm>
          <a:prstGeom prst="rect">
            <a:avLst/>
          </a:prstGeom>
        </p:spPr>
      </p:pic>
      <p:cxnSp>
        <p:nvCxnSpPr>
          <p:cNvPr id="682" name="直接连接符 681"/>
          <p:cNvCxnSpPr/>
          <p:nvPr/>
        </p:nvCxnSpPr>
        <p:spPr>
          <a:xfrm>
            <a:off x="4206714" y="6509089"/>
            <a:ext cx="0" cy="179746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3" name="图形 68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71403" y="6084295"/>
            <a:ext cx="438656" cy="438656"/>
          </a:xfrm>
          <a:prstGeom prst="rect">
            <a:avLst/>
          </a:prstGeom>
        </p:spPr>
      </p:pic>
      <p:pic>
        <p:nvPicPr>
          <p:cNvPr id="684" name="图形 68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01823" y="6706110"/>
            <a:ext cx="405195" cy="4051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85" name="文本框 684"/>
              <p:cNvSpPr txBox="1"/>
              <p:nvPr/>
            </p:nvSpPr>
            <p:spPr>
              <a:xfrm>
                <a:off x="4001059" y="7616172"/>
                <a:ext cx="373962" cy="33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685" name="文本框 6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059" y="7616172"/>
                <a:ext cx="373962" cy="339645"/>
              </a:xfrm>
              <a:prstGeom prst="rect">
                <a:avLst/>
              </a:prstGeom>
              <a:blipFill rotWithShape="1">
                <a:blip r:embed="rId32"/>
                <a:stretch>
                  <a:fillRect l="-149" t="-182" r="-24656" b="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6" name="连接符: 肘形 685"/>
          <p:cNvCxnSpPr/>
          <p:nvPr/>
        </p:nvCxnSpPr>
        <p:spPr>
          <a:xfrm>
            <a:off x="2070546" y="7598758"/>
            <a:ext cx="425150" cy="151469"/>
          </a:xfrm>
          <a:prstGeom prst="bentConnector3">
            <a:avLst>
              <a:gd name="adj1" fmla="val 48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连接符: 肘形 686"/>
          <p:cNvCxnSpPr/>
          <p:nvPr/>
        </p:nvCxnSpPr>
        <p:spPr>
          <a:xfrm rot="10800000" flipV="1">
            <a:off x="3147319" y="7572111"/>
            <a:ext cx="389399" cy="191297"/>
          </a:xfrm>
          <a:prstGeom prst="bentConnector3">
            <a:avLst>
              <a:gd name="adj1" fmla="val 6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8" name="文本框 687"/>
              <p:cNvSpPr txBox="1"/>
              <p:nvPr/>
            </p:nvSpPr>
            <p:spPr>
              <a:xfrm>
                <a:off x="2374671" y="7652220"/>
                <a:ext cx="352504" cy="318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𝒊𝒏𝒓𝒂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688" name="文本框 6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671" y="7652220"/>
                <a:ext cx="352504" cy="318998"/>
              </a:xfrm>
              <a:prstGeom prst="rect">
                <a:avLst/>
              </a:prstGeom>
              <a:blipFill rotWithShape="1">
                <a:blip r:embed="rId42"/>
                <a:stretch>
                  <a:fillRect l="-115" t="-147" r="-101461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0" name="矩形: 圆角 689"/>
          <p:cNvSpPr/>
          <p:nvPr/>
        </p:nvSpPr>
        <p:spPr>
          <a:xfrm>
            <a:off x="10864633" y="5662344"/>
            <a:ext cx="1747831" cy="435468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加权去噪</a:t>
            </a:r>
            <a:r>
              <a:rPr lang="en-US" altLang="zh-CN" sz="14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GNN</a:t>
            </a:r>
            <a:endParaRPr lang="en-US" altLang="zh-CN" sz="142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1" name="文本框 690"/>
              <p:cNvSpPr txBox="1"/>
              <p:nvPr/>
            </p:nvSpPr>
            <p:spPr>
              <a:xfrm>
                <a:off x="10892261" y="7897447"/>
                <a:ext cx="2193708" cy="2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 Behavior Embedding</a:t>
                </a:r>
                <a:endParaRPr lang="zh-CN" altLang="en-US" sz="1185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91" name="文本框 6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2261" y="7897447"/>
                <a:ext cx="2193708" cy="274819"/>
              </a:xfrm>
              <a:prstGeom prst="rect">
                <a:avLst/>
              </a:prstGeom>
              <a:blipFill rotWithShape="1">
                <a:blip r:embed="rId43"/>
                <a:stretch>
                  <a:fillRect l="-5" t="-214" r="24" b="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7" name="直接连接符 696"/>
          <p:cNvCxnSpPr>
            <a:endCxn id="604" idx="0"/>
          </p:cNvCxnSpPr>
          <p:nvPr/>
        </p:nvCxnSpPr>
        <p:spPr>
          <a:xfrm>
            <a:off x="7158613" y="7453774"/>
            <a:ext cx="229335" cy="13510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8" name="直接箭头连接符 2"/>
          <p:cNvCxnSpPr/>
          <p:nvPr/>
        </p:nvCxnSpPr>
        <p:spPr>
          <a:xfrm rot="16200000" flipH="1">
            <a:off x="3405771" y="2938840"/>
            <a:ext cx="603936" cy="53463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直接箭头连接符 2"/>
          <p:cNvCxnSpPr/>
          <p:nvPr/>
        </p:nvCxnSpPr>
        <p:spPr>
          <a:xfrm rot="16200000" flipH="1">
            <a:off x="3735911" y="4064289"/>
            <a:ext cx="836798" cy="285218"/>
          </a:xfrm>
          <a:prstGeom prst="bentConnector3">
            <a:avLst>
              <a:gd name="adj1" fmla="val 10061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>
            <a:off x="9803487" y="3305015"/>
            <a:ext cx="0" cy="3998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2"/>
          <p:cNvCxnSpPr>
            <a:stCxn id="498" idx="0"/>
            <a:endCxn id="538" idx="2"/>
          </p:cNvCxnSpPr>
          <p:nvPr/>
        </p:nvCxnSpPr>
        <p:spPr>
          <a:xfrm rot="5400000" flipH="1" flipV="1">
            <a:off x="11278854" y="4403351"/>
            <a:ext cx="1669413" cy="70422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9710256" y="6900930"/>
            <a:ext cx="758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左大括号 253"/>
          <p:cNvSpPr/>
          <p:nvPr/>
        </p:nvSpPr>
        <p:spPr>
          <a:xfrm rot="5400000">
            <a:off x="5561199" y="-3085200"/>
            <a:ext cx="483453" cy="7531625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-1" fmla="*/ 318100 w 318100"/>
              <a:gd name="connsiteY0-2" fmla="*/ 5542084 h 5542084"/>
              <a:gd name="connsiteX1-3" fmla="*/ 159050 w 318100"/>
              <a:gd name="connsiteY1-4" fmla="*/ 5023632 h 5542084"/>
              <a:gd name="connsiteX2-5" fmla="*/ 159050 w 318100"/>
              <a:gd name="connsiteY2-6" fmla="*/ 3305289 h 5542084"/>
              <a:gd name="connsiteX3-7" fmla="*/ 0 w 318100"/>
              <a:gd name="connsiteY3-8" fmla="*/ 2786837 h 5542084"/>
              <a:gd name="connsiteX4-9" fmla="*/ 159050 w 318100"/>
              <a:gd name="connsiteY4-10" fmla="*/ 2268385 h 5542084"/>
              <a:gd name="connsiteX5-11" fmla="*/ 159050 w 318100"/>
              <a:gd name="connsiteY5-12" fmla="*/ 518452 h 5542084"/>
              <a:gd name="connsiteX6-13" fmla="*/ 318100 w 318100"/>
              <a:gd name="connsiteY6-14" fmla="*/ 0 h 5542084"/>
              <a:gd name="connsiteX0-15" fmla="*/ 318100 w 318100"/>
              <a:gd name="connsiteY0-16" fmla="*/ 5542084 h 5542084"/>
              <a:gd name="connsiteX1-17" fmla="*/ 159050 w 318100"/>
              <a:gd name="connsiteY1-18" fmla="*/ 5023632 h 5542084"/>
              <a:gd name="connsiteX2-19" fmla="*/ 159050 w 318100"/>
              <a:gd name="connsiteY2-20" fmla="*/ 3305289 h 5542084"/>
              <a:gd name="connsiteX3-21" fmla="*/ 0 w 318100"/>
              <a:gd name="connsiteY3-22" fmla="*/ 2786837 h 5542084"/>
              <a:gd name="connsiteX4-23" fmla="*/ 159050 w 318100"/>
              <a:gd name="connsiteY4-24" fmla="*/ 2268385 h 5542084"/>
              <a:gd name="connsiteX5-25" fmla="*/ 159050 w 318100"/>
              <a:gd name="connsiteY5-26" fmla="*/ 518452 h 5542084"/>
              <a:gd name="connsiteX6-27" fmla="*/ 318100 w 318100"/>
              <a:gd name="connsiteY6-28" fmla="*/ 0 h 5542084"/>
              <a:gd name="connsiteX7-29" fmla="*/ 318100 w 318100"/>
              <a:gd name="connsiteY7-30" fmla="*/ 5542084 h 5542084"/>
              <a:gd name="connsiteX0-31" fmla="*/ 318100 w 318100"/>
              <a:gd name="connsiteY0-32" fmla="*/ 5542084 h 5542084"/>
              <a:gd name="connsiteX1-33" fmla="*/ 159050 w 318100"/>
              <a:gd name="connsiteY1-34" fmla="*/ 5023632 h 5542084"/>
              <a:gd name="connsiteX2-35" fmla="*/ 159050 w 318100"/>
              <a:gd name="connsiteY2-36" fmla="*/ 3305289 h 5542084"/>
              <a:gd name="connsiteX3-37" fmla="*/ 69850 w 318100"/>
              <a:gd name="connsiteY3-38" fmla="*/ 2780487 h 5542084"/>
              <a:gd name="connsiteX4-39" fmla="*/ 159050 w 318100"/>
              <a:gd name="connsiteY4-40" fmla="*/ 2268385 h 5542084"/>
              <a:gd name="connsiteX5-41" fmla="*/ 159050 w 318100"/>
              <a:gd name="connsiteY5-42" fmla="*/ 518452 h 5542084"/>
              <a:gd name="connsiteX6-43" fmla="*/ 318100 w 318100"/>
              <a:gd name="connsiteY6-44" fmla="*/ 0 h 5542084"/>
              <a:gd name="connsiteX0-45" fmla="*/ 248250 w 248250"/>
              <a:gd name="connsiteY0-46" fmla="*/ 5542084 h 5542084"/>
              <a:gd name="connsiteX1-47" fmla="*/ 89200 w 248250"/>
              <a:gd name="connsiteY1-48" fmla="*/ 5023632 h 5542084"/>
              <a:gd name="connsiteX2-49" fmla="*/ 89200 w 248250"/>
              <a:gd name="connsiteY2-50" fmla="*/ 3305289 h 5542084"/>
              <a:gd name="connsiteX3-51" fmla="*/ 44450 w 248250"/>
              <a:gd name="connsiteY3-52" fmla="*/ 2791071 h 5542084"/>
              <a:gd name="connsiteX4-53" fmla="*/ 89200 w 248250"/>
              <a:gd name="connsiteY4-54" fmla="*/ 2268385 h 5542084"/>
              <a:gd name="connsiteX5-55" fmla="*/ 89200 w 248250"/>
              <a:gd name="connsiteY5-56" fmla="*/ 518452 h 5542084"/>
              <a:gd name="connsiteX6-57" fmla="*/ 248250 w 248250"/>
              <a:gd name="connsiteY6-58" fmla="*/ 0 h 5542084"/>
              <a:gd name="connsiteX7-59" fmla="*/ 248250 w 248250"/>
              <a:gd name="connsiteY7-60" fmla="*/ 5542084 h 5542084"/>
              <a:gd name="connsiteX0-61" fmla="*/ 248250 w 248250"/>
              <a:gd name="connsiteY0-62" fmla="*/ 5542084 h 5542084"/>
              <a:gd name="connsiteX1-63" fmla="*/ 89200 w 248250"/>
              <a:gd name="connsiteY1-64" fmla="*/ 5023632 h 5542084"/>
              <a:gd name="connsiteX2-65" fmla="*/ 89200 w 248250"/>
              <a:gd name="connsiteY2-66" fmla="*/ 3305289 h 5542084"/>
              <a:gd name="connsiteX3-67" fmla="*/ 0 w 248250"/>
              <a:gd name="connsiteY3-68" fmla="*/ 2780487 h 5542084"/>
              <a:gd name="connsiteX4-69" fmla="*/ 89200 w 248250"/>
              <a:gd name="connsiteY4-70" fmla="*/ 2268385 h 5542084"/>
              <a:gd name="connsiteX5-71" fmla="*/ 89200 w 248250"/>
              <a:gd name="connsiteY5-72" fmla="*/ 518452 h 5542084"/>
              <a:gd name="connsiteX6-73" fmla="*/ 248250 w 248250"/>
              <a:gd name="connsiteY6-74" fmla="*/ 0 h 55420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 sz="2135"/>
          </a:p>
        </p:txBody>
      </p:sp>
      <p:sp>
        <p:nvSpPr>
          <p:cNvPr id="13" name="文本框 12"/>
          <p:cNvSpPr txBox="1"/>
          <p:nvPr/>
        </p:nvSpPr>
        <p:spPr>
          <a:xfrm>
            <a:off x="875913" y="8588913"/>
            <a:ext cx="10054461" cy="346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6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偏好感知的表征增强模块</a:t>
            </a:r>
            <a:endParaRPr lang="zh-CN" altLang="en-US" sz="166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左大括号 253"/>
          <p:cNvSpPr/>
          <p:nvPr/>
        </p:nvSpPr>
        <p:spPr>
          <a:xfrm rot="16200000">
            <a:off x="5361000" y="4568296"/>
            <a:ext cx="483453" cy="7531625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-1" fmla="*/ 318100 w 318100"/>
              <a:gd name="connsiteY0-2" fmla="*/ 5542084 h 5542084"/>
              <a:gd name="connsiteX1-3" fmla="*/ 159050 w 318100"/>
              <a:gd name="connsiteY1-4" fmla="*/ 5023632 h 5542084"/>
              <a:gd name="connsiteX2-5" fmla="*/ 159050 w 318100"/>
              <a:gd name="connsiteY2-6" fmla="*/ 3305289 h 5542084"/>
              <a:gd name="connsiteX3-7" fmla="*/ 0 w 318100"/>
              <a:gd name="connsiteY3-8" fmla="*/ 2786837 h 5542084"/>
              <a:gd name="connsiteX4-9" fmla="*/ 159050 w 318100"/>
              <a:gd name="connsiteY4-10" fmla="*/ 2268385 h 5542084"/>
              <a:gd name="connsiteX5-11" fmla="*/ 159050 w 318100"/>
              <a:gd name="connsiteY5-12" fmla="*/ 518452 h 5542084"/>
              <a:gd name="connsiteX6-13" fmla="*/ 318100 w 318100"/>
              <a:gd name="connsiteY6-14" fmla="*/ 0 h 5542084"/>
              <a:gd name="connsiteX0-15" fmla="*/ 318100 w 318100"/>
              <a:gd name="connsiteY0-16" fmla="*/ 5542084 h 5542084"/>
              <a:gd name="connsiteX1-17" fmla="*/ 159050 w 318100"/>
              <a:gd name="connsiteY1-18" fmla="*/ 5023632 h 5542084"/>
              <a:gd name="connsiteX2-19" fmla="*/ 159050 w 318100"/>
              <a:gd name="connsiteY2-20" fmla="*/ 3305289 h 5542084"/>
              <a:gd name="connsiteX3-21" fmla="*/ 0 w 318100"/>
              <a:gd name="connsiteY3-22" fmla="*/ 2786837 h 5542084"/>
              <a:gd name="connsiteX4-23" fmla="*/ 159050 w 318100"/>
              <a:gd name="connsiteY4-24" fmla="*/ 2268385 h 5542084"/>
              <a:gd name="connsiteX5-25" fmla="*/ 159050 w 318100"/>
              <a:gd name="connsiteY5-26" fmla="*/ 518452 h 5542084"/>
              <a:gd name="connsiteX6-27" fmla="*/ 318100 w 318100"/>
              <a:gd name="connsiteY6-28" fmla="*/ 0 h 5542084"/>
              <a:gd name="connsiteX7-29" fmla="*/ 318100 w 318100"/>
              <a:gd name="connsiteY7-30" fmla="*/ 5542084 h 5542084"/>
              <a:gd name="connsiteX0-31" fmla="*/ 318100 w 318100"/>
              <a:gd name="connsiteY0-32" fmla="*/ 5542084 h 5542084"/>
              <a:gd name="connsiteX1-33" fmla="*/ 159050 w 318100"/>
              <a:gd name="connsiteY1-34" fmla="*/ 5023632 h 5542084"/>
              <a:gd name="connsiteX2-35" fmla="*/ 159050 w 318100"/>
              <a:gd name="connsiteY2-36" fmla="*/ 3305289 h 5542084"/>
              <a:gd name="connsiteX3-37" fmla="*/ 69850 w 318100"/>
              <a:gd name="connsiteY3-38" fmla="*/ 2780487 h 5542084"/>
              <a:gd name="connsiteX4-39" fmla="*/ 159050 w 318100"/>
              <a:gd name="connsiteY4-40" fmla="*/ 2268385 h 5542084"/>
              <a:gd name="connsiteX5-41" fmla="*/ 159050 w 318100"/>
              <a:gd name="connsiteY5-42" fmla="*/ 518452 h 5542084"/>
              <a:gd name="connsiteX6-43" fmla="*/ 318100 w 318100"/>
              <a:gd name="connsiteY6-44" fmla="*/ 0 h 5542084"/>
              <a:gd name="connsiteX0-45" fmla="*/ 248250 w 248250"/>
              <a:gd name="connsiteY0-46" fmla="*/ 5542084 h 5542084"/>
              <a:gd name="connsiteX1-47" fmla="*/ 89200 w 248250"/>
              <a:gd name="connsiteY1-48" fmla="*/ 5023632 h 5542084"/>
              <a:gd name="connsiteX2-49" fmla="*/ 89200 w 248250"/>
              <a:gd name="connsiteY2-50" fmla="*/ 3305289 h 5542084"/>
              <a:gd name="connsiteX3-51" fmla="*/ 44450 w 248250"/>
              <a:gd name="connsiteY3-52" fmla="*/ 2791071 h 5542084"/>
              <a:gd name="connsiteX4-53" fmla="*/ 89200 w 248250"/>
              <a:gd name="connsiteY4-54" fmla="*/ 2268385 h 5542084"/>
              <a:gd name="connsiteX5-55" fmla="*/ 89200 w 248250"/>
              <a:gd name="connsiteY5-56" fmla="*/ 518452 h 5542084"/>
              <a:gd name="connsiteX6-57" fmla="*/ 248250 w 248250"/>
              <a:gd name="connsiteY6-58" fmla="*/ 0 h 5542084"/>
              <a:gd name="connsiteX7-59" fmla="*/ 248250 w 248250"/>
              <a:gd name="connsiteY7-60" fmla="*/ 5542084 h 5542084"/>
              <a:gd name="connsiteX0-61" fmla="*/ 248250 w 248250"/>
              <a:gd name="connsiteY0-62" fmla="*/ 5542084 h 5542084"/>
              <a:gd name="connsiteX1-63" fmla="*/ 89200 w 248250"/>
              <a:gd name="connsiteY1-64" fmla="*/ 5023632 h 5542084"/>
              <a:gd name="connsiteX2-65" fmla="*/ 89200 w 248250"/>
              <a:gd name="connsiteY2-66" fmla="*/ 3305289 h 5542084"/>
              <a:gd name="connsiteX3-67" fmla="*/ 0 w 248250"/>
              <a:gd name="connsiteY3-68" fmla="*/ 2780487 h 5542084"/>
              <a:gd name="connsiteX4-69" fmla="*/ 89200 w 248250"/>
              <a:gd name="connsiteY4-70" fmla="*/ 2268385 h 5542084"/>
              <a:gd name="connsiteX5-71" fmla="*/ 89200 w 248250"/>
              <a:gd name="connsiteY5-72" fmla="*/ 518452 h 5542084"/>
              <a:gd name="connsiteX6-73" fmla="*/ 248250 w 248250"/>
              <a:gd name="connsiteY6-74" fmla="*/ 0 h 55420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 sz="2135"/>
          </a:p>
        </p:txBody>
      </p:sp>
      <p:sp>
        <p:nvSpPr>
          <p:cNvPr id="15" name="文本框 14"/>
          <p:cNvSpPr txBox="1"/>
          <p:nvPr/>
        </p:nvSpPr>
        <p:spPr>
          <a:xfrm>
            <a:off x="646523" y="80863"/>
            <a:ext cx="10054461" cy="346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6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行为间与行为内加权去噪模块</a:t>
            </a:r>
            <a:endParaRPr lang="zh-CN" altLang="en-US" sz="166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59"/>
          <p:cNvCxnSpPr/>
          <p:nvPr/>
        </p:nvCxnSpPr>
        <p:spPr>
          <a:xfrm flipH="1">
            <a:off x="8811434" y="2384863"/>
            <a:ext cx="185145" cy="3464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9007923" y="2392176"/>
            <a:ext cx="284515" cy="2975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9" name="直接连接符 448"/>
          <p:cNvCxnSpPr/>
          <p:nvPr/>
        </p:nvCxnSpPr>
        <p:spPr>
          <a:xfrm>
            <a:off x="9005381" y="2392176"/>
            <a:ext cx="661365" cy="33717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0" name="直接连接符 449"/>
          <p:cNvCxnSpPr/>
          <p:nvPr/>
        </p:nvCxnSpPr>
        <p:spPr>
          <a:xfrm flipH="1">
            <a:off x="9292436" y="2425577"/>
            <a:ext cx="480788" cy="264146"/>
          </a:xfrm>
          <a:prstGeom prst="line">
            <a:avLst/>
          </a:prstGeom>
          <a:ln>
            <a:solidFill>
              <a:srgbClr val="217BB7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3" name="直接连接符 452"/>
          <p:cNvCxnSpPr/>
          <p:nvPr/>
        </p:nvCxnSpPr>
        <p:spPr>
          <a:xfrm>
            <a:off x="9779278" y="2412110"/>
            <a:ext cx="34521" cy="29668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4" name="直接连接符 453"/>
          <p:cNvCxnSpPr/>
          <p:nvPr/>
        </p:nvCxnSpPr>
        <p:spPr>
          <a:xfrm>
            <a:off x="9767484" y="2418881"/>
            <a:ext cx="524424" cy="30797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6" name="直接连接符 455"/>
          <p:cNvCxnSpPr/>
          <p:nvPr/>
        </p:nvCxnSpPr>
        <p:spPr>
          <a:xfrm>
            <a:off x="9764638" y="2420755"/>
            <a:ext cx="1059735" cy="27536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7" name="直接连接符 456"/>
          <p:cNvCxnSpPr/>
          <p:nvPr/>
        </p:nvCxnSpPr>
        <p:spPr>
          <a:xfrm>
            <a:off x="10575851" y="2428923"/>
            <a:ext cx="254484" cy="274879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64" name="文本框 463"/>
          <p:cNvSpPr txBox="1"/>
          <p:nvPr/>
        </p:nvSpPr>
        <p:spPr>
          <a:xfrm rot="18187159">
            <a:off x="8578617" y="2380227"/>
            <a:ext cx="5475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5" name="文本框 464"/>
          <p:cNvSpPr txBox="1"/>
          <p:nvPr/>
        </p:nvSpPr>
        <p:spPr>
          <a:xfrm rot="2789807">
            <a:off x="8985047" y="2471311"/>
            <a:ext cx="2854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" name="文本框 483"/>
          <p:cNvSpPr txBox="1"/>
          <p:nvPr/>
        </p:nvSpPr>
        <p:spPr>
          <a:xfrm rot="1306858">
            <a:off x="9105035" y="2311515"/>
            <a:ext cx="249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5" name="文本框 484"/>
          <p:cNvSpPr txBox="1"/>
          <p:nvPr/>
        </p:nvSpPr>
        <p:spPr>
          <a:xfrm rot="19691586">
            <a:off x="9438372" y="2316949"/>
            <a:ext cx="3859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6" name="文本框 485"/>
          <p:cNvSpPr txBox="1"/>
          <p:nvPr/>
        </p:nvSpPr>
        <p:spPr>
          <a:xfrm>
            <a:off x="9727886" y="248452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7" name="文本框 486"/>
          <p:cNvSpPr txBox="1"/>
          <p:nvPr/>
        </p:nvSpPr>
        <p:spPr>
          <a:xfrm rot="21411695">
            <a:off x="10028450" y="246144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8" name="文本框 487"/>
          <p:cNvSpPr txBox="1"/>
          <p:nvPr/>
        </p:nvSpPr>
        <p:spPr>
          <a:xfrm rot="979085">
            <a:off x="10049635" y="2404104"/>
            <a:ext cx="69106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0" name="文本框 489"/>
          <p:cNvSpPr txBox="1"/>
          <p:nvPr/>
        </p:nvSpPr>
        <p:spPr>
          <a:xfrm rot="2772933">
            <a:off x="10491512" y="2462349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1" name="图形 490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3786" y="2399809"/>
            <a:ext cx="212382" cy="212382"/>
          </a:xfrm>
          <a:prstGeom prst="rect">
            <a:avLst/>
          </a:prstGeom>
        </p:spPr>
      </p:pic>
      <p:pic>
        <p:nvPicPr>
          <p:cNvPr id="493" name="图形 492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448190" y="2445589"/>
            <a:ext cx="212382" cy="212382"/>
          </a:xfrm>
          <a:prstGeom prst="rect">
            <a:avLst/>
          </a:prstGeom>
        </p:spPr>
      </p:pic>
      <p:pic>
        <p:nvPicPr>
          <p:cNvPr id="69" name="图形 6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92968" y="2625656"/>
            <a:ext cx="546374" cy="546374"/>
          </a:xfrm>
          <a:prstGeom prst="rect">
            <a:avLst/>
          </a:prstGeom>
        </p:spPr>
      </p:pic>
      <p:pic>
        <p:nvPicPr>
          <p:cNvPr id="70" name="图形 6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54529" y="2648788"/>
            <a:ext cx="510133" cy="510133"/>
          </a:xfrm>
          <a:prstGeom prst="rect">
            <a:avLst/>
          </a:prstGeom>
        </p:spPr>
      </p:pic>
      <p:pic>
        <p:nvPicPr>
          <p:cNvPr id="71" name="图形 7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26621" y="2674515"/>
            <a:ext cx="438656" cy="438656"/>
          </a:xfrm>
          <a:prstGeom prst="rect">
            <a:avLst/>
          </a:prstGeom>
        </p:spPr>
      </p:pic>
      <p:pic>
        <p:nvPicPr>
          <p:cNvPr id="72" name="图形 7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55983" y="2682468"/>
            <a:ext cx="405195" cy="405195"/>
          </a:xfrm>
          <a:prstGeom prst="rect">
            <a:avLst/>
          </a:prstGeom>
        </p:spPr>
      </p:pic>
      <p:pic>
        <p:nvPicPr>
          <p:cNvPr id="73" name="图形 7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35978" y="2702366"/>
            <a:ext cx="390653" cy="3906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1439</Words>
  <Application>WPS 演示</Application>
  <PresentationFormat>自定义</PresentationFormat>
  <Paragraphs>450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Cambria Math</vt:lpstr>
      <vt:lpstr>Times New Roman</vt:lpstr>
      <vt:lpstr>微软雅黑</vt:lpstr>
      <vt:lpstr>Calibri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红雨 樊</dc:creator>
  <cp:lastModifiedBy>樊红雨</cp:lastModifiedBy>
  <cp:revision>18</cp:revision>
  <dcterms:created xsi:type="dcterms:W3CDTF">2024-12-30T15:53:00Z</dcterms:created>
  <dcterms:modified xsi:type="dcterms:W3CDTF">2026-03-04T11:56:31Z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C70260E14C3C44CC9520AD40DB356378_12</vt:lpwstr>
  </property>
  <property fmtid="{D5CDD505-2E9C-101B-9397-08002B2CF9AE}" pid="3" name="KSOProductBuildVer">
    <vt:lpwstr>2052-12.1.0.25225</vt:lpwstr>
  </property>
</Properties>
</file>