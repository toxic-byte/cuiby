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2" userDrawn="1">
          <p15:clr>
            <a:srgbClr val="A4A3A4"/>
          </p15:clr>
        </p15:guide>
        <p15:guide id="2" pos="408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60D9"/>
    <a:srgbClr val="A183D1"/>
    <a:srgbClr val="8491C3"/>
    <a:srgbClr val="559BD4"/>
    <a:srgbClr val="4F8ED6"/>
    <a:srgbClr val="57A8D4"/>
    <a:srgbClr val="73C2CD"/>
    <a:srgbClr val="E5F1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644" autoAdjust="0"/>
  </p:normalViewPr>
  <p:slideViewPr>
    <p:cSldViewPr snapToGrid="0">
      <p:cViewPr>
        <p:scale>
          <a:sx n="300" d="100"/>
          <a:sy n="300" d="100"/>
        </p:scale>
        <p:origin x="-864" y="-1136"/>
      </p:cViewPr>
      <p:guideLst>
        <p:guide orient="horz" pos="2432"/>
        <p:guide pos="408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EC70AC-A5DE-4E3F-97F5-ED93C22422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550859-94A1-437A-8990-FDD4A3B200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632E4-AFC0-450D-A44B-1F6E48ABF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1C757B-61BC-4466-A8B1-974E7EFA7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DCFFAA-8B53-480E-978B-BAD85CC0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6082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D1D35-0A16-420C-9E87-F72BC543B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439A60-F8E8-43CF-AC34-0EE8B517B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CD4D94-5E36-44C4-A61C-5BBD275D5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EBC590-B6DE-4D7B-A742-D7A0667FC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2CA047-DA48-4366-86FA-18BC22030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7960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B5BFE-4E8B-429E-8B5F-A71A3B42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FC5B74-8A67-4C53-9FEF-CAF0E902F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ED7569-F0BA-4C1F-8A24-E4FCB3825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1D5E67-C41F-4A34-A13C-BBDAF378E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AFA7BC-DE12-4C74-8FF4-B4268C000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185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4BB166-B604-47ED-8219-B6D7E2616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01AF77-C7E0-4918-8185-D6E1C41B6C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6B7875E-923F-45EE-9C94-C5A3CD630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01DFBC-BA58-427E-AD97-3C3E6C861F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CEFD6C-7D37-4009-AE6B-F6C56188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D7F26B-12B9-48F2-ADA0-DF5DC406C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1694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9B38AF-3361-4037-9AD1-9BF9D9C00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33676-5CD3-486C-91D0-4F961E15A6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FAB6A7D-20DE-4342-94E9-3CC4E2997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4E473C6-E243-4F1A-A731-4254E23F08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557FCA-1096-4982-AD87-57ECC295A1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4F88E92-C252-4EEE-B627-C13C4BFBE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152239B-D6FB-41F8-82DC-24DBFE2F1F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7FF850-C741-4533-AF88-2FB152BEC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7715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28C8B6-43F4-4404-BEC3-E1795078F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A42F396-BC48-499D-9526-C98B49442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7B3F41-1DEC-4638-A943-4E4F8B75C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04EB07E-D9C9-432E-9592-11B42E9C0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817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D580CA-9C34-48F6-B4B1-BD8C700E4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2B2E8DE-7ED0-40F1-A52A-2024997BE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8C07556-CF01-451C-9D90-DD9842F88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047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2E5522-A02B-47FD-846D-ABCF64038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0D94D5-89A1-4BAE-9A53-B33FD6686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75507D1-2D3D-44A0-BF14-95ED2151C7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9B6CE7-C2EF-42BF-BFC5-639CF1F8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C059E6-8D89-43B8-AD9A-CE54ED5BE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402426E-3CDD-4F8E-A68E-9FA345799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8677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83D423-B641-4917-91D4-CB60B017A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B336EF-D42A-4E13-B935-15CD77B54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5A4D1A-274A-45BB-AE74-F0FE24668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1C3BDE-25BC-4224-9052-C18DAD5F9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B1FB70-945C-4181-8BC7-0E191E01E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60B21C5-7D4C-459D-BB5B-4A10670DB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05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1A9946-5F53-4DBF-AE07-1E7ADD1F0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4A2A52-F1B6-4B71-A93A-5AB068AC2D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1FF6E0-9785-482B-912D-E8DEF15AC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B22F75-95D7-40DB-A5B2-DBF21861C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EF4192-8445-47BD-A38F-F762D75CC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192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9E3767-E62F-44A8-95C0-F467BA579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FAC50D-CD64-4CE9-9636-E639BAE6D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DAC3187-4AFC-4A60-A230-F3A77E788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809C38-1AA3-4870-9A62-5231246EB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313BF5-56D0-4B5A-9C23-B3CBD00FE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6028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66DD648-425B-40CD-B70A-DAD4503E2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4D4174-A2C4-4640-9B54-66057C5F2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74F22-F7DB-4A99-80BF-98DA4553D7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8677A-3EE8-4AE8-B534-32EA24A6853C}" type="datetimeFigureOut">
              <a:rPr lang="zh-CN" altLang="en-US" smtClean="0"/>
              <a:t>2024/10/8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2C482E-C1D6-49ED-A809-36C2B82F70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9C4406-BA74-4347-9BCC-0752C6B392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C579BF-24D6-4B1E-9CD1-A6C7175485B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595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sv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sv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svg"/><Relationship Id="rId41" Type="http://schemas.openxmlformats.org/officeDocument/2006/relationships/image" Target="../media/image4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9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svg"/><Relationship Id="rId26" Type="http://schemas.openxmlformats.org/officeDocument/2006/relationships/image" Target="../media/image60.png"/><Relationship Id="rId3" Type="http://schemas.openxmlformats.org/officeDocument/2006/relationships/image" Target="../media/image2.svg"/><Relationship Id="rId21" Type="http://schemas.openxmlformats.org/officeDocument/2006/relationships/image" Target="../media/image55.png"/><Relationship Id="rId34" Type="http://schemas.openxmlformats.org/officeDocument/2006/relationships/image" Target="../media/image68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17" Type="http://schemas.openxmlformats.org/officeDocument/2006/relationships/image" Target="../media/image18.png"/><Relationship Id="rId25" Type="http://schemas.openxmlformats.org/officeDocument/2006/relationships/image" Target="../media/image59.png"/><Relationship Id="rId33" Type="http://schemas.openxmlformats.org/officeDocument/2006/relationships/image" Target="../media/image67.png"/><Relationship Id="rId2" Type="http://schemas.openxmlformats.org/officeDocument/2006/relationships/image" Target="../media/image1.png"/><Relationship Id="rId16" Type="http://schemas.openxmlformats.org/officeDocument/2006/relationships/image" Target="../media/image17.svg"/><Relationship Id="rId20" Type="http://schemas.openxmlformats.org/officeDocument/2006/relationships/image" Target="../media/image54.png"/><Relationship Id="rId29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12.png"/><Relationship Id="rId24" Type="http://schemas.openxmlformats.org/officeDocument/2006/relationships/image" Target="../media/image58.png"/><Relationship Id="rId32" Type="http://schemas.openxmlformats.org/officeDocument/2006/relationships/image" Target="../media/image66.png"/><Relationship Id="rId5" Type="http://schemas.openxmlformats.org/officeDocument/2006/relationships/image" Target="../media/image4.svg"/><Relationship Id="rId15" Type="http://schemas.openxmlformats.org/officeDocument/2006/relationships/image" Target="../media/image16.png"/><Relationship Id="rId23" Type="http://schemas.openxmlformats.org/officeDocument/2006/relationships/image" Target="../media/image57.png"/><Relationship Id="rId28" Type="http://schemas.openxmlformats.org/officeDocument/2006/relationships/image" Target="../media/image62.png"/><Relationship Id="rId10" Type="http://schemas.openxmlformats.org/officeDocument/2006/relationships/image" Target="../media/image11.svg"/><Relationship Id="rId19" Type="http://schemas.openxmlformats.org/officeDocument/2006/relationships/image" Target="../media/image53.png"/><Relationship Id="rId31" Type="http://schemas.openxmlformats.org/officeDocument/2006/relationships/image" Target="../media/image65.png"/><Relationship Id="rId4" Type="http://schemas.openxmlformats.org/officeDocument/2006/relationships/image" Target="../media/image3.png"/><Relationship Id="rId9" Type="http://schemas.openxmlformats.org/officeDocument/2006/relationships/image" Target="../media/image10.png"/><Relationship Id="rId14" Type="http://schemas.openxmlformats.org/officeDocument/2006/relationships/image" Target="../media/image15.svg"/><Relationship Id="rId22" Type="http://schemas.openxmlformats.org/officeDocument/2006/relationships/image" Target="../media/image56.png"/><Relationship Id="rId27" Type="http://schemas.openxmlformats.org/officeDocument/2006/relationships/image" Target="../media/image61.png"/><Relationship Id="rId30" Type="http://schemas.openxmlformats.org/officeDocument/2006/relationships/image" Target="../media/image64.png"/><Relationship Id="rId35" Type="http://schemas.openxmlformats.org/officeDocument/2006/relationships/image" Target="../media/image69.png"/><Relationship Id="rId8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49.svg"/><Relationship Id="rId3" Type="http://schemas.openxmlformats.org/officeDocument/2006/relationships/image" Target="../media/image2.svg"/><Relationship Id="rId7" Type="http://schemas.openxmlformats.org/officeDocument/2006/relationships/image" Target="../media/image13.svg"/><Relationship Id="rId12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8DDC82-0956-4F06-BAA8-AC303508A284}"/>
              </a:ext>
            </a:extLst>
          </p:cNvPr>
          <p:cNvSpPr/>
          <p:nvPr/>
        </p:nvSpPr>
        <p:spPr>
          <a:xfrm>
            <a:off x="1215497" y="469764"/>
            <a:ext cx="2407312" cy="366485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DCF462A-4060-47C6-B61A-AAC18203A782}"/>
              </a:ext>
            </a:extLst>
          </p:cNvPr>
          <p:cNvSpPr/>
          <p:nvPr/>
        </p:nvSpPr>
        <p:spPr>
          <a:xfrm>
            <a:off x="1293219" y="567469"/>
            <a:ext cx="2255537" cy="1161407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F2263CA-3B3E-4F38-99A3-50F4D2D12514}"/>
              </a:ext>
            </a:extLst>
          </p:cNvPr>
          <p:cNvCxnSpPr>
            <a:cxnSpLocks/>
          </p:cNvCxnSpPr>
          <p:nvPr/>
        </p:nvCxnSpPr>
        <p:spPr>
          <a:xfrm flipH="1">
            <a:off x="1502668" y="981906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7" name="图形 6">
            <a:extLst>
              <a:ext uri="{FF2B5EF4-FFF2-40B4-BE49-F238E27FC236}">
                <a16:creationId xmlns:a16="http://schemas.microsoft.com/office/drawing/2014/main" id="{49FA832A-5E94-4228-B46D-3A5A9E34BD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4148" y="1212037"/>
            <a:ext cx="460789" cy="460789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1CA38360-64E3-4B7B-B053-3FE088A8B7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56982" y="1194361"/>
            <a:ext cx="430225" cy="430225"/>
          </a:xfrm>
          <a:prstGeom prst="rect">
            <a:avLst/>
          </a:prstGeom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13F70FF-5CA0-4F58-A2C4-CBD8DF4C257F}"/>
              </a:ext>
            </a:extLst>
          </p:cNvPr>
          <p:cNvCxnSpPr>
            <a:cxnSpLocks/>
          </p:cNvCxnSpPr>
          <p:nvPr/>
        </p:nvCxnSpPr>
        <p:spPr>
          <a:xfrm>
            <a:off x="1693173" y="981906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F27B305-347C-479F-9EB1-52CBF05E6004}"/>
              </a:ext>
            </a:extLst>
          </p:cNvPr>
          <p:cNvCxnSpPr>
            <a:cxnSpLocks/>
          </p:cNvCxnSpPr>
          <p:nvPr/>
        </p:nvCxnSpPr>
        <p:spPr>
          <a:xfrm>
            <a:off x="1693173" y="981906"/>
            <a:ext cx="593567" cy="32510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D0BA72D4-51D0-4A70-9E79-C4C23B198FDE}"/>
              </a:ext>
            </a:extLst>
          </p:cNvPr>
          <p:cNvCxnSpPr>
            <a:cxnSpLocks/>
          </p:cNvCxnSpPr>
          <p:nvPr/>
        </p:nvCxnSpPr>
        <p:spPr>
          <a:xfrm flipH="1">
            <a:off x="1912445" y="993848"/>
            <a:ext cx="425290" cy="273527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9974DAA-CC47-4EF3-8FB4-C6720004A330}"/>
              </a:ext>
            </a:extLst>
          </p:cNvPr>
          <p:cNvCxnSpPr>
            <a:cxnSpLocks/>
          </p:cNvCxnSpPr>
          <p:nvPr/>
        </p:nvCxnSpPr>
        <p:spPr>
          <a:xfrm>
            <a:off x="2337735" y="993848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E232A457-2FC5-47C6-96E9-936690671652}"/>
              </a:ext>
            </a:extLst>
          </p:cNvPr>
          <p:cNvCxnSpPr>
            <a:cxnSpLocks/>
          </p:cNvCxnSpPr>
          <p:nvPr/>
        </p:nvCxnSpPr>
        <p:spPr>
          <a:xfrm>
            <a:off x="2326411" y="996486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4745961-16A2-4DB2-9756-016BB66EBAC4}"/>
              </a:ext>
            </a:extLst>
          </p:cNvPr>
          <p:cNvCxnSpPr>
            <a:cxnSpLocks/>
          </p:cNvCxnSpPr>
          <p:nvPr/>
        </p:nvCxnSpPr>
        <p:spPr>
          <a:xfrm>
            <a:off x="2337735" y="993848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90041F5-6F8B-448C-94A1-1D728140F2BB}"/>
              </a:ext>
            </a:extLst>
          </p:cNvPr>
          <p:cNvCxnSpPr>
            <a:cxnSpLocks/>
            <a:stCxn id="43" idx="2"/>
          </p:cNvCxnSpPr>
          <p:nvPr/>
        </p:nvCxnSpPr>
        <p:spPr>
          <a:xfrm>
            <a:off x="2976118" y="973199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FC274B8-71BB-4FCD-927E-C1454BC65D04}"/>
              </a:ext>
            </a:extLst>
          </p:cNvPr>
          <p:cNvSpPr/>
          <p:nvPr/>
        </p:nvSpPr>
        <p:spPr>
          <a:xfrm>
            <a:off x="1293219" y="1762098"/>
            <a:ext cx="2262866" cy="1147966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97D87A73-8773-4F27-916B-6A1ED88CD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49264" y="2388220"/>
            <a:ext cx="460789" cy="460789"/>
          </a:xfrm>
          <a:prstGeom prst="rect">
            <a:avLst/>
          </a:pr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FA7A7D4A-222C-46ED-A84D-68C127F2FA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82050" y="2391778"/>
            <a:ext cx="430225" cy="430225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679C7BEF-DDFB-40AB-B913-14D2391BAE96}"/>
              </a:ext>
            </a:extLst>
          </p:cNvPr>
          <p:cNvCxnSpPr>
            <a:cxnSpLocks/>
          </p:cNvCxnSpPr>
          <p:nvPr/>
        </p:nvCxnSpPr>
        <p:spPr>
          <a:xfrm flipH="1">
            <a:off x="1521921" y="2164989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383CCFDC-873C-4C3C-A099-448269DDCC98}"/>
              </a:ext>
            </a:extLst>
          </p:cNvPr>
          <p:cNvCxnSpPr>
            <a:cxnSpLocks/>
          </p:cNvCxnSpPr>
          <p:nvPr/>
        </p:nvCxnSpPr>
        <p:spPr>
          <a:xfrm>
            <a:off x="1667746" y="2178465"/>
            <a:ext cx="656553" cy="3148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242CAB5-190A-482B-A444-7D3172BD6FB9}"/>
              </a:ext>
            </a:extLst>
          </p:cNvPr>
          <p:cNvCxnSpPr>
            <a:cxnSpLocks/>
          </p:cNvCxnSpPr>
          <p:nvPr/>
        </p:nvCxnSpPr>
        <p:spPr>
          <a:xfrm flipH="1">
            <a:off x="2353638" y="2175572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713DFD3-904A-406C-8961-2DCF2692DD94}"/>
              </a:ext>
            </a:extLst>
          </p:cNvPr>
          <p:cNvCxnSpPr>
            <a:cxnSpLocks/>
          </p:cNvCxnSpPr>
          <p:nvPr/>
        </p:nvCxnSpPr>
        <p:spPr>
          <a:xfrm>
            <a:off x="2369003" y="2176880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0F4D500E-B81C-46E3-ADD2-9FBA0FED3066}"/>
              </a:ext>
            </a:extLst>
          </p:cNvPr>
          <p:cNvCxnSpPr>
            <a:cxnSpLocks/>
          </p:cNvCxnSpPr>
          <p:nvPr/>
        </p:nvCxnSpPr>
        <p:spPr>
          <a:xfrm>
            <a:off x="3021910" y="2175152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C712FD5-A9E9-4C8B-8211-0C014A7E7566}"/>
              </a:ext>
            </a:extLst>
          </p:cNvPr>
          <p:cNvSpPr/>
          <p:nvPr/>
        </p:nvSpPr>
        <p:spPr>
          <a:xfrm>
            <a:off x="1294617" y="2956862"/>
            <a:ext cx="2261468" cy="1147966"/>
          </a:xfrm>
          <a:prstGeom prst="roundRect">
            <a:avLst>
              <a:gd name="adj" fmla="val 3512"/>
            </a:avLst>
          </a:prstGeom>
          <a:noFill/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5" name="图形 24">
            <a:extLst>
              <a:ext uri="{FF2B5EF4-FFF2-40B4-BE49-F238E27FC236}">
                <a16:creationId xmlns:a16="http://schemas.microsoft.com/office/drawing/2014/main" id="{1B164970-A357-4826-90D6-FE5A0605A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65038" y="3569516"/>
            <a:ext cx="460789" cy="460789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55F0BFB3-A423-4E4D-AB15-03C9E717D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75361" y="3594648"/>
            <a:ext cx="430225" cy="430225"/>
          </a:xfrm>
          <a:prstGeom prst="rect">
            <a:avLst/>
          </a:prstGeom>
        </p:spPr>
      </p:pic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2A8BA395-41AD-4880-8869-45FFB6376CC3}"/>
              </a:ext>
            </a:extLst>
          </p:cNvPr>
          <p:cNvCxnSpPr>
            <a:cxnSpLocks/>
          </p:cNvCxnSpPr>
          <p:nvPr/>
        </p:nvCxnSpPr>
        <p:spPr>
          <a:xfrm flipH="1">
            <a:off x="1519888" y="3349927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FBEA1B6E-88C3-4113-9E4F-52E5D0592626}"/>
              </a:ext>
            </a:extLst>
          </p:cNvPr>
          <p:cNvCxnSpPr>
            <a:cxnSpLocks/>
            <a:stCxn id="38" idx="2"/>
          </p:cNvCxnSpPr>
          <p:nvPr/>
        </p:nvCxnSpPr>
        <p:spPr>
          <a:xfrm>
            <a:off x="1653384" y="3348186"/>
            <a:ext cx="286153" cy="28947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E9D26510-B80D-490B-AEFE-3D31C91E349B}"/>
              </a:ext>
            </a:extLst>
          </p:cNvPr>
          <p:cNvCxnSpPr>
            <a:cxnSpLocks/>
          </p:cNvCxnSpPr>
          <p:nvPr/>
        </p:nvCxnSpPr>
        <p:spPr>
          <a:xfrm>
            <a:off x="2358625" y="3351327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50FFB02B-4F0D-48E5-AF80-F2572834D4F6}"/>
              </a:ext>
            </a:extLst>
          </p:cNvPr>
          <p:cNvCxnSpPr>
            <a:cxnSpLocks/>
          </p:cNvCxnSpPr>
          <p:nvPr/>
        </p:nvCxnSpPr>
        <p:spPr>
          <a:xfrm>
            <a:off x="2366970" y="3352635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16C256A-FF27-41DD-9274-18AE0FCE8BE3}"/>
                  </a:ext>
                </a:extLst>
              </p:cNvPr>
              <p:cNvSpPr txBox="1"/>
              <p:nvPr/>
            </p:nvSpPr>
            <p:spPr>
              <a:xfrm>
                <a:off x="3158807" y="547756"/>
                <a:ext cx="315383" cy="2895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𝒗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916C256A-FF27-41DD-9274-18AE0FCE8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8807" y="547756"/>
                <a:ext cx="315383" cy="289503"/>
              </a:xfrm>
              <a:prstGeom prst="rect">
                <a:avLst/>
              </a:prstGeom>
              <a:blipFill>
                <a:blip r:embed="rId6"/>
                <a:stretch>
                  <a:fillRect r="-13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68E60B-011A-40D0-B8FD-AEEE4F1A1002}"/>
                  </a:ext>
                </a:extLst>
              </p:cNvPr>
              <p:cNvSpPr txBox="1"/>
              <p:nvPr/>
            </p:nvSpPr>
            <p:spPr>
              <a:xfrm>
                <a:off x="3093863" y="1744408"/>
                <a:ext cx="31538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𝒄𝒂𝒓𝒕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FE68E60B-011A-40D0-B8FD-AEEE4F1A1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3863" y="1744408"/>
                <a:ext cx="315383" cy="276999"/>
              </a:xfrm>
              <a:prstGeom prst="rect">
                <a:avLst/>
              </a:prstGeom>
              <a:blipFill>
                <a:blip r:embed="rId7"/>
                <a:stretch>
                  <a:fillRect r="-490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92CF9B6-F7E4-4DD8-A014-2885C2189272}"/>
                  </a:ext>
                </a:extLst>
              </p:cNvPr>
              <p:cNvSpPr txBox="1"/>
              <p:nvPr/>
            </p:nvSpPr>
            <p:spPr>
              <a:xfrm>
                <a:off x="3139615" y="2921667"/>
                <a:ext cx="315383" cy="3133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𝒃𝒖𝒚</m:t>
                          </m:r>
                        </m:sup>
                      </m:sSubSup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592CF9B6-F7E4-4DD8-A014-2885C2189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9615" y="2921667"/>
                <a:ext cx="315383" cy="313356"/>
              </a:xfrm>
              <a:prstGeom prst="rect">
                <a:avLst/>
              </a:prstGeom>
              <a:blipFill>
                <a:blip r:embed="rId8"/>
                <a:stretch>
                  <a:fillRect r="-40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4" name="图形 33">
            <a:extLst>
              <a:ext uri="{FF2B5EF4-FFF2-40B4-BE49-F238E27FC236}">
                <a16:creationId xmlns:a16="http://schemas.microsoft.com/office/drawing/2014/main" id="{2E39BB4C-5F88-4DFE-9667-E2A83430D7D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9688" y="607083"/>
            <a:ext cx="359938" cy="359938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7BF1B2D3-2615-4F48-88CE-C71A8BA02F7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72546" y="607130"/>
            <a:ext cx="357763" cy="357763"/>
          </a:xfrm>
          <a:prstGeom prst="rect">
            <a:avLst/>
          </a:prstGeom>
        </p:spPr>
      </p:pic>
      <p:pic>
        <p:nvPicPr>
          <p:cNvPr id="36" name="图形 35">
            <a:extLst>
              <a:ext uri="{FF2B5EF4-FFF2-40B4-BE49-F238E27FC236}">
                <a16:creationId xmlns:a16="http://schemas.microsoft.com/office/drawing/2014/main" id="{2A4BF48E-D660-42BB-9ADD-62F076962F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92517" y="1799927"/>
            <a:ext cx="359938" cy="359938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A7A4AC2B-D516-4C51-9FC6-54550A3B8A3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90775" y="1800669"/>
            <a:ext cx="357763" cy="357763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DE958CFE-C293-449B-A712-F12796A849F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73415" y="2988248"/>
            <a:ext cx="359938" cy="359938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A8B97721-9823-477B-BA52-27E4DF618A7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3871" y="2992164"/>
            <a:ext cx="357763" cy="357763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BF3104B5-B70A-4B60-A930-047AC6A3A78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39810" y="1258149"/>
            <a:ext cx="369944" cy="369944"/>
          </a:xfrm>
          <a:prstGeom prst="rect">
            <a:avLst/>
          </a:prstGeom>
        </p:spPr>
      </p:pic>
      <p:pic>
        <p:nvPicPr>
          <p:cNvPr id="41" name="图形 40">
            <a:extLst>
              <a:ext uri="{FF2B5EF4-FFF2-40B4-BE49-F238E27FC236}">
                <a16:creationId xmlns:a16="http://schemas.microsoft.com/office/drawing/2014/main" id="{BF06E5EA-6BBC-4517-92AB-D1072BE8B70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39830" y="1248193"/>
            <a:ext cx="341725" cy="341725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99394989-56E1-4479-8280-B48031F9F90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39331" y="1269998"/>
            <a:ext cx="329461" cy="329461"/>
          </a:xfrm>
          <a:prstGeom prst="rect">
            <a:avLst/>
          </a:prstGeom>
        </p:spPr>
      </p:pic>
      <p:pic>
        <p:nvPicPr>
          <p:cNvPr id="43" name="图形 42">
            <a:extLst>
              <a:ext uri="{FF2B5EF4-FFF2-40B4-BE49-F238E27FC236}">
                <a16:creationId xmlns:a16="http://schemas.microsoft.com/office/drawing/2014/main" id="{A3B694D1-C5B5-4149-8BC4-B528A8835FA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3428" y="607820"/>
            <a:ext cx="365379" cy="365379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5A85B707-AF34-4D48-8211-CEC97A586C2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9087" y="1799610"/>
            <a:ext cx="365379" cy="365379"/>
          </a:xfrm>
          <a:prstGeom prst="rect">
            <a:avLst/>
          </a:prstGeom>
        </p:spPr>
      </p:pic>
      <p:pic>
        <p:nvPicPr>
          <p:cNvPr id="45" name="图形 44">
            <a:extLst>
              <a:ext uri="{FF2B5EF4-FFF2-40B4-BE49-F238E27FC236}">
                <a16:creationId xmlns:a16="http://schemas.microsoft.com/office/drawing/2014/main" id="{F86DF001-A0B7-44D9-A712-B1641B4A4D5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47731" y="2389663"/>
            <a:ext cx="369944" cy="369944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DC5C2C45-073B-41AC-8BF6-699F937C91A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70721" y="2417339"/>
            <a:ext cx="341725" cy="341725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12712F1D-2DD6-4DC2-8BBB-E432C50572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61101" y="2442086"/>
            <a:ext cx="329461" cy="329461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7401C7F7-AC61-4DF5-9426-856D5472606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360708" y="3570554"/>
            <a:ext cx="369944" cy="369944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5659F5F8-FE4B-415E-8C76-C9F4D7883FA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83698" y="3598230"/>
            <a:ext cx="341725" cy="341725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020F9131-340C-48EC-BC18-186A23B376E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074078" y="3622977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92B1E94D-C537-4A5B-A152-65B573616890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796366" y="2990768"/>
            <a:ext cx="365379" cy="365379"/>
          </a:xfrm>
          <a:prstGeom prst="rect">
            <a:avLst/>
          </a:prstGeom>
        </p:spPr>
      </p:pic>
      <p:cxnSp>
        <p:nvCxnSpPr>
          <p:cNvPr id="52" name="直接箭头连接符 51">
            <a:extLst>
              <a:ext uri="{FF2B5EF4-FFF2-40B4-BE49-F238E27FC236}">
                <a16:creationId xmlns:a16="http://schemas.microsoft.com/office/drawing/2014/main" id="{61CE3DD1-9AF1-41DB-9C16-005DBF0859E6}"/>
              </a:ext>
            </a:extLst>
          </p:cNvPr>
          <p:cNvCxnSpPr>
            <a:cxnSpLocks/>
          </p:cNvCxnSpPr>
          <p:nvPr/>
        </p:nvCxnSpPr>
        <p:spPr>
          <a:xfrm>
            <a:off x="3716231" y="2432869"/>
            <a:ext cx="519885" cy="2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F344870D-298A-4F9F-9FFE-3B9872C1E983}"/>
              </a:ext>
            </a:extLst>
          </p:cNvPr>
          <p:cNvSpPr/>
          <p:nvPr/>
        </p:nvSpPr>
        <p:spPr>
          <a:xfrm>
            <a:off x="4356406" y="1899601"/>
            <a:ext cx="2271450" cy="1367430"/>
          </a:xfrm>
          <a:prstGeom prst="roundRect">
            <a:avLst>
              <a:gd name="adj" fmla="val 9114"/>
            </a:avLst>
          </a:prstGeom>
          <a:solidFill>
            <a:schemeClr val="accent6">
              <a:lumMod val="20000"/>
              <a:lumOff val="80000"/>
            </a:schemeClr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2" name="直接连接符 101">
            <a:extLst>
              <a:ext uri="{FF2B5EF4-FFF2-40B4-BE49-F238E27FC236}">
                <a16:creationId xmlns:a16="http://schemas.microsoft.com/office/drawing/2014/main" id="{2B6F31F2-2A4D-43E0-A017-CF74F7485635}"/>
              </a:ext>
            </a:extLst>
          </p:cNvPr>
          <p:cNvCxnSpPr>
            <a:cxnSpLocks/>
            <a:stCxn id="109" idx="2"/>
            <a:endCxn id="114" idx="0"/>
          </p:cNvCxnSpPr>
          <p:nvPr/>
        </p:nvCxnSpPr>
        <p:spPr>
          <a:xfrm flipH="1">
            <a:off x="4608714" y="2287144"/>
            <a:ext cx="195322" cy="415698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29507D38-4981-4322-8FB8-834A54566EBE}"/>
              </a:ext>
            </a:extLst>
          </p:cNvPr>
          <p:cNvCxnSpPr>
            <a:cxnSpLocks/>
            <a:endCxn id="115" idx="0"/>
          </p:cNvCxnSpPr>
          <p:nvPr/>
        </p:nvCxnSpPr>
        <p:spPr>
          <a:xfrm>
            <a:off x="4805461" y="2299314"/>
            <a:ext cx="232015" cy="411946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11F04175-6EEA-4D99-87CE-84A4DD5BAB9B}"/>
              </a:ext>
            </a:extLst>
          </p:cNvPr>
          <p:cNvCxnSpPr>
            <a:cxnSpLocks/>
            <a:stCxn id="110" idx="2"/>
            <a:endCxn id="115" idx="0"/>
          </p:cNvCxnSpPr>
          <p:nvPr/>
        </p:nvCxnSpPr>
        <p:spPr>
          <a:xfrm flipH="1">
            <a:off x="5037476" y="2285016"/>
            <a:ext cx="428331" cy="426244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C35729F5-2662-4BDC-9D69-B0621CBFABED}"/>
              </a:ext>
            </a:extLst>
          </p:cNvPr>
          <p:cNvCxnSpPr>
            <a:cxnSpLocks/>
          </p:cNvCxnSpPr>
          <p:nvPr/>
        </p:nvCxnSpPr>
        <p:spPr>
          <a:xfrm>
            <a:off x="5471060" y="2296907"/>
            <a:ext cx="46555" cy="45570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0607C22B-7FDC-4323-9BF1-19D8CDE3BDB4}"/>
              </a:ext>
            </a:extLst>
          </p:cNvPr>
          <p:cNvCxnSpPr>
            <a:cxnSpLocks/>
          </p:cNvCxnSpPr>
          <p:nvPr/>
        </p:nvCxnSpPr>
        <p:spPr>
          <a:xfrm>
            <a:off x="5474596" y="2295130"/>
            <a:ext cx="358973" cy="45726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C99DBCB2-125C-4001-B8B8-37E9E91FDE02}"/>
              </a:ext>
            </a:extLst>
          </p:cNvPr>
          <p:cNvCxnSpPr>
            <a:cxnSpLocks/>
            <a:stCxn id="110" idx="2"/>
            <a:endCxn id="116" idx="0"/>
          </p:cNvCxnSpPr>
          <p:nvPr/>
        </p:nvCxnSpPr>
        <p:spPr>
          <a:xfrm>
            <a:off x="5465807" y="2285016"/>
            <a:ext cx="837173" cy="427220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9" name="图形 108">
            <a:extLst>
              <a:ext uri="{FF2B5EF4-FFF2-40B4-BE49-F238E27FC236}">
                <a16:creationId xmlns:a16="http://schemas.microsoft.com/office/drawing/2014/main" id="{349778D1-5186-4552-A8E6-D74890C52F2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4067" y="1927206"/>
            <a:ext cx="359938" cy="359938"/>
          </a:xfrm>
          <a:prstGeom prst="rect">
            <a:avLst/>
          </a:prstGeom>
        </p:spPr>
      </p:pic>
      <p:pic>
        <p:nvPicPr>
          <p:cNvPr id="110" name="图形 109">
            <a:extLst>
              <a:ext uri="{FF2B5EF4-FFF2-40B4-BE49-F238E27FC236}">
                <a16:creationId xmlns:a16="http://schemas.microsoft.com/office/drawing/2014/main" id="{85A861F6-EC9E-4907-8379-B1071DF2408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86925" y="1927253"/>
            <a:ext cx="357763" cy="357763"/>
          </a:xfrm>
          <a:prstGeom prst="rect">
            <a:avLst/>
          </a:prstGeom>
        </p:spPr>
      </p:pic>
      <p:pic>
        <p:nvPicPr>
          <p:cNvPr id="111" name="图形 110">
            <a:extLst>
              <a:ext uri="{FF2B5EF4-FFF2-40B4-BE49-F238E27FC236}">
                <a16:creationId xmlns:a16="http://schemas.microsoft.com/office/drawing/2014/main" id="{3F29C55D-7520-4CB6-BFCE-6695A60DE69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907807" y="1927943"/>
            <a:ext cx="365379" cy="365379"/>
          </a:xfrm>
          <a:prstGeom prst="rect">
            <a:avLst/>
          </a:prstGeom>
        </p:spPr>
      </p:pic>
      <p:pic>
        <p:nvPicPr>
          <p:cNvPr id="112" name="图形 111">
            <a:extLst>
              <a:ext uri="{FF2B5EF4-FFF2-40B4-BE49-F238E27FC236}">
                <a16:creationId xmlns:a16="http://schemas.microsoft.com/office/drawing/2014/main" id="{5A9B0BAB-D42F-442F-8610-E0511B0898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0666" y="2661444"/>
            <a:ext cx="460789" cy="460789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B0366441-962C-48E4-8230-2F3EB36E62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88630" y="2666779"/>
            <a:ext cx="430225" cy="430225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43FB9B83-4884-42F8-B7D5-B74B3A42F0C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423742" y="2702842"/>
            <a:ext cx="369944" cy="369944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F00A7379-6CA4-4069-BA9F-E6D72F1153F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866613" y="2711260"/>
            <a:ext cx="341725" cy="34172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EC8B1918-8C2E-4CAD-9DB2-F037054F3FE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138249" y="2712236"/>
            <a:ext cx="329461" cy="329461"/>
          </a:xfrm>
          <a:prstGeom prst="rect">
            <a:avLst/>
          </a:prstGeom>
        </p:spPr>
      </p:pic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9836F7B-F553-498E-9246-D25AE74FAB49}"/>
              </a:ext>
            </a:extLst>
          </p:cNvPr>
          <p:cNvCxnSpPr>
            <a:cxnSpLocks/>
            <a:stCxn id="111" idx="2"/>
            <a:endCxn id="116" idx="0"/>
          </p:cNvCxnSpPr>
          <p:nvPr/>
        </p:nvCxnSpPr>
        <p:spPr>
          <a:xfrm>
            <a:off x="6090497" y="2293322"/>
            <a:ext cx="212483" cy="418914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C99F331B-9055-40AE-962E-C2A5F1F67FBC}"/>
              </a:ext>
            </a:extLst>
          </p:cNvPr>
          <p:cNvCxnSpPr>
            <a:cxnSpLocks/>
          </p:cNvCxnSpPr>
          <p:nvPr/>
        </p:nvCxnSpPr>
        <p:spPr>
          <a:xfrm>
            <a:off x="4798494" y="2290095"/>
            <a:ext cx="604692" cy="45097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B1D2BA9-485F-44DD-862C-C7CF35AF2E38}"/>
                  </a:ext>
                </a:extLst>
              </p:cNvPr>
              <p:cNvSpPr txBox="1"/>
              <p:nvPr/>
            </p:nvSpPr>
            <p:spPr>
              <a:xfrm rot="17876131">
                <a:off x="4128797" y="2393914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𝟔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5B1D2BA9-485F-44DD-862C-C7CF35AF2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876131">
                <a:off x="4128797" y="2393914"/>
                <a:ext cx="886206" cy="23436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BF3B757B-1372-4ABE-8260-DB7FA8BCF5AD}"/>
                  </a:ext>
                </a:extLst>
              </p:cNvPr>
              <p:cNvSpPr txBox="1"/>
              <p:nvPr/>
            </p:nvSpPr>
            <p:spPr>
              <a:xfrm rot="2278121">
                <a:off x="4661978" y="2314253"/>
                <a:ext cx="854223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0" name="文本框 119">
                <a:extLst>
                  <a:ext uri="{FF2B5EF4-FFF2-40B4-BE49-F238E27FC236}">
                    <a16:creationId xmlns:a16="http://schemas.microsoft.com/office/drawing/2014/main" id="{BF3B757B-1372-4ABE-8260-DB7FA8BCF5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2278121">
                <a:off x="4661978" y="2314253"/>
                <a:ext cx="854223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1" name="文本框 120">
            <a:extLst>
              <a:ext uri="{FF2B5EF4-FFF2-40B4-BE49-F238E27FC236}">
                <a16:creationId xmlns:a16="http://schemas.microsoft.com/office/drawing/2014/main" id="{44AE5719-1A53-4EBB-998A-DF04E43FC800}"/>
              </a:ext>
            </a:extLst>
          </p:cNvPr>
          <p:cNvSpPr txBox="1"/>
          <p:nvPr/>
        </p:nvSpPr>
        <p:spPr>
          <a:xfrm rot="18950264">
            <a:off x="5178675" y="2240469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文本框 121">
            <a:extLst>
              <a:ext uri="{FF2B5EF4-FFF2-40B4-BE49-F238E27FC236}">
                <a16:creationId xmlns:a16="http://schemas.microsoft.com/office/drawing/2014/main" id="{AF5B991A-E7CC-436C-97A3-4F54E787BCD5}"/>
              </a:ext>
            </a:extLst>
          </p:cNvPr>
          <p:cNvSpPr txBox="1"/>
          <p:nvPr/>
        </p:nvSpPr>
        <p:spPr>
          <a:xfrm rot="4779640">
            <a:off x="5427210" y="2447728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CEC049AC-0156-4D97-8451-753C0627E794}"/>
              </a:ext>
            </a:extLst>
          </p:cNvPr>
          <p:cNvSpPr txBox="1"/>
          <p:nvPr/>
        </p:nvSpPr>
        <p:spPr>
          <a:xfrm rot="3015268">
            <a:off x="5629033" y="2392794"/>
            <a:ext cx="20551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8F0C80A-FF42-496F-861B-B599BE1E35B9}"/>
                  </a:ext>
                </a:extLst>
              </p:cNvPr>
              <p:cNvSpPr txBox="1"/>
              <p:nvPr/>
            </p:nvSpPr>
            <p:spPr>
              <a:xfrm rot="3722880">
                <a:off x="4469230" y="2517956"/>
                <a:ext cx="886206" cy="2343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/>
              </a:p>
            </p:txBody>
          </p:sp>
        </mc:Choice>
        <mc:Fallback xmlns="">
          <p:sp>
            <p:nvSpPr>
              <p:cNvPr id="124" name="文本框 123">
                <a:extLst>
                  <a:ext uri="{FF2B5EF4-FFF2-40B4-BE49-F238E27FC236}">
                    <a16:creationId xmlns:a16="http://schemas.microsoft.com/office/drawing/2014/main" id="{38F0C80A-FF42-496F-861B-B599BE1E35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3722880">
                <a:off x="4469230" y="2517956"/>
                <a:ext cx="886206" cy="234360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073A656-45E4-47FC-87C8-C88768E5567F}"/>
                  </a:ext>
                </a:extLst>
              </p:cNvPr>
              <p:cNvSpPr txBox="1"/>
              <p:nvPr/>
            </p:nvSpPr>
            <p:spPr>
              <a:xfrm rot="1600804">
                <a:off x="5425098" y="2307323"/>
                <a:ext cx="886206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smtClean="0">
                          <a:solidFill>
                            <a:srgbClr val="217BB7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zh-CN" altLang="en-US" sz="900" b="1" dirty="0">
                  <a:solidFill>
                    <a:srgbClr val="217BB7"/>
                  </a:solidFill>
                </a:endParaRPr>
              </a:p>
            </p:txBody>
          </p:sp>
        </mc:Choice>
        <mc:Fallback xmlns="">
          <p:sp>
            <p:nvSpPr>
              <p:cNvPr id="125" name="文本框 124">
                <a:extLst>
                  <a:ext uri="{FF2B5EF4-FFF2-40B4-BE49-F238E27FC236}">
                    <a16:creationId xmlns:a16="http://schemas.microsoft.com/office/drawing/2014/main" id="{C073A656-45E4-47FC-87C8-C88768E55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600804">
                <a:off x="5425098" y="2307323"/>
                <a:ext cx="886206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6" name="文本框 125">
            <a:extLst>
              <a:ext uri="{FF2B5EF4-FFF2-40B4-BE49-F238E27FC236}">
                <a16:creationId xmlns:a16="http://schemas.microsoft.com/office/drawing/2014/main" id="{FD413A86-E051-4451-B7E7-B432150F33A9}"/>
              </a:ext>
            </a:extLst>
          </p:cNvPr>
          <p:cNvSpPr txBox="1"/>
          <p:nvPr/>
        </p:nvSpPr>
        <p:spPr>
          <a:xfrm rot="3845669">
            <a:off x="5858441" y="2405548"/>
            <a:ext cx="886206" cy="23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F4B3B3"/>
                </a:solidFill>
              </a:rPr>
              <a:t>3</a:t>
            </a:r>
            <a:endParaRPr lang="zh-CN" altLang="en-US" sz="900" b="1" dirty="0">
              <a:solidFill>
                <a:srgbClr val="F4B3B3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6D6E3A1-B877-4D42-BD47-C282629C8127}"/>
                  </a:ext>
                </a:extLst>
              </p:cNvPr>
              <p:cNvSpPr txBox="1"/>
              <p:nvPr/>
            </p:nvSpPr>
            <p:spPr>
              <a:xfrm>
                <a:off x="2794585" y="3252879"/>
                <a:ext cx="1027831" cy="236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𝒃𝒖𝒚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𝟑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96D6E3A1-B877-4D42-BD47-C282629C81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585" y="3252879"/>
                <a:ext cx="1027831" cy="23609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5F9DEAA-C915-4111-B479-E199774FA735}"/>
                  </a:ext>
                </a:extLst>
              </p:cNvPr>
              <p:cNvSpPr txBox="1"/>
              <p:nvPr/>
            </p:nvSpPr>
            <p:spPr>
              <a:xfrm>
                <a:off x="2802446" y="2050480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𝒄𝒂𝒓𝒕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𝟐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29" name="文本框 128">
                <a:extLst>
                  <a:ext uri="{FF2B5EF4-FFF2-40B4-BE49-F238E27FC236}">
                    <a16:creationId xmlns:a16="http://schemas.microsoft.com/office/drawing/2014/main" id="{75F9DEAA-C915-4111-B479-E199774FA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2446" y="2050480"/>
                <a:ext cx="1027831" cy="2308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A813426-9308-4FA1-B4B6-B2DD4A110C74}"/>
                  </a:ext>
                </a:extLst>
              </p:cNvPr>
              <p:cNvSpPr txBox="1"/>
              <p:nvPr/>
            </p:nvSpPr>
            <p:spPr>
              <a:xfrm>
                <a:off x="2833229" y="724511"/>
                <a:ext cx="102783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p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𝒘</m:t>
                          </m:r>
                        </m:e>
                        <m:sup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𝒑𝒗</m:t>
                          </m:r>
                        </m:sup>
                      </m:sSup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900" b="1" i="1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𝟏</m:t>
                      </m:r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0" name="文本框 129">
                <a:extLst>
                  <a:ext uri="{FF2B5EF4-FFF2-40B4-BE49-F238E27FC236}">
                    <a16:creationId xmlns:a16="http://schemas.microsoft.com/office/drawing/2014/main" id="{8A813426-9308-4FA1-B4B6-B2DD4A110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3229" y="724511"/>
                <a:ext cx="1027831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6813D6FE-27C5-4679-9B19-F76767671C75}"/>
                  </a:ext>
                </a:extLst>
              </p:cNvPr>
              <p:cNvSpPr txBox="1"/>
              <p:nvPr/>
            </p:nvSpPr>
            <p:spPr>
              <a:xfrm>
                <a:off x="1151197" y="87029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6813D6FE-27C5-4679-9B19-F76767671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1197" y="870296"/>
                <a:ext cx="658461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A6E3D8-D597-44DA-A909-5299AE66DB7B}"/>
                  </a:ext>
                </a:extLst>
              </p:cNvPr>
              <p:cNvSpPr txBox="1"/>
              <p:nvPr/>
            </p:nvSpPr>
            <p:spPr>
              <a:xfrm>
                <a:off x="1825183" y="86986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18A6E3D8-D597-44DA-A909-5299AE66D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5183" y="869862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D8DA78F8-EE77-4B5E-8EE4-FA211CA67203}"/>
                  </a:ext>
                </a:extLst>
              </p:cNvPr>
              <p:cNvSpPr txBox="1"/>
              <p:nvPr/>
            </p:nvSpPr>
            <p:spPr>
              <a:xfrm>
                <a:off x="2561366" y="88566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D8DA78F8-EE77-4B5E-8EE4-FA211CA672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366" y="885661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FC2C57C-E507-44DC-BC0C-EA89F180F79E}"/>
                  </a:ext>
                </a:extLst>
              </p:cNvPr>
              <p:cNvSpPr txBox="1"/>
              <p:nvPr/>
            </p:nvSpPr>
            <p:spPr>
              <a:xfrm>
                <a:off x="1215497" y="150844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EFC2C57C-E507-44DC-BC0C-EA89F180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497" y="1508445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06704A3-593D-44B4-BB73-7D684C103166}"/>
                  </a:ext>
                </a:extLst>
              </p:cNvPr>
              <p:cNvSpPr txBox="1"/>
              <p:nvPr/>
            </p:nvSpPr>
            <p:spPr>
              <a:xfrm>
                <a:off x="1589770" y="152406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206704A3-593D-44B4-BB73-7D684C103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9770" y="1524062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E2F5F4B5-5CB5-4BD9-BF05-656837961C83}"/>
                  </a:ext>
                </a:extLst>
              </p:cNvPr>
              <p:cNvSpPr txBox="1"/>
              <p:nvPr/>
            </p:nvSpPr>
            <p:spPr>
              <a:xfrm>
                <a:off x="2059499" y="153407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E2F5F4B5-5CB5-4BD9-BF05-656837961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9499" y="1534079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7351DA2-A7C3-4E25-81FF-0E81D7909E6D}"/>
                  </a:ext>
                </a:extLst>
              </p:cNvPr>
              <p:cNvSpPr txBox="1"/>
              <p:nvPr/>
            </p:nvSpPr>
            <p:spPr>
              <a:xfrm>
                <a:off x="2476034" y="152950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97351DA2-A7C3-4E25-81FF-0E81D7909E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034" y="1529501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8C082D-AA1F-4E7E-8757-14C09FEC2BD5}"/>
                  </a:ext>
                </a:extLst>
              </p:cNvPr>
              <p:cNvSpPr txBox="1"/>
              <p:nvPr/>
            </p:nvSpPr>
            <p:spPr>
              <a:xfrm>
                <a:off x="2912662" y="152393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2B8C082D-AA1F-4E7E-8757-14C09FEC2B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662" y="1523939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3CD88A6-7C04-4EEB-AFA8-8D41E4B0F04D}"/>
                  </a:ext>
                </a:extLst>
              </p:cNvPr>
              <p:cNvSpPr txBox="1"/>
              <p:nvPr/>
            </p:nvSpPr>
            <p:spPr>
              <a:xfrm>
                <a:off x="1253984" y="267385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63CD88A6-7C04-4EEB-AFA8-8D41E4B0F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3984" y="2673858"/>
                <a:ext cx="658461" cy="230832"/>
              </a:xfrm>
              <a:prstGeom prst="rect">
                <a:avLst/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39918E2-2359-44EF-95E7-4D2425FF7DDD}"/>
                  </a:ext>
                </a:extLst>
              </p:cNvPr>
              <p:cNvSpPr txBox="1"/>
              <p:nvPr/>
            </p:nvSpPr>
            <p:spPr>
              <a:xfrm>
                <a:off x="1628257" y="268947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139918E2-2359-44EF-95E7-4D2425FF7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8257" y="2689475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BCA2B62-4558-452F-AD11-F5E9B8AD18BA}"/>
                  </a:ext>
                </a:extLst>
              </p:cNvPr>
              <p:cNvSpPr txBox="1"/>
              <p:nvPr/>
            </p:nvSpPr>
            <p:spPr>
              <a:xfrm>
                <a:off x="2097986" y="269949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7BCA2B62-4558-452F-AD11-F5E9B8AD1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986" y="2699492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310034F-5815-480B-A222-E43C322838C8}"/>
                  </a:ext>
                </a:extLst>
              </p:cNvPr>
              <p:cNvSpPr txBox="1"/>
              <p:nvPr/>
            </p:nvSpPr>
            <p:spPr>
              <a:xfrm>
                <a:off x="2514521" y="269491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4" name="文本框 143">
                <a:extLst>
                  <a:ext uri="{FF2B5EF4-FFF2-40B4-BE49-F238E27FC236}">
                    <a16:creationId xmlns:a16="http://schemas.microsoft.com/office/drawing/2014/main" id="{F310034F-5815-480B-A222-E43C32283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4521" y="2694914"/>
                <a:ext cx="658461" cy="230832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024E7DD8-B6AC-4F00-974A-7D1AD5A58653}"/>
                  </a:ext>
                </a:extLst>
              </p:cNvPr>
              <p:cNvSpPr txBox="1"/>
              <p:nvPr/>
            </p:nvSpPr>
            <p:spPr>
              <a:xfrm>
                <a:off x="2951149" y="26893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024E7DD8-B6AC-4F00-974A-7D1AD5A586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1149" y="2689352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BE653C9-183A-44E8-9D48-E8BE63C9E459}"/>
                  </a:ext>
                </a:extLst>
              </p:cNvPr>
              <p:cNvSpPr txBox="1"/>
              <p:nvPr/>
            </p:nvSpPr>
            <p:spPr>
              <a:xfrm>
                <a:off x="1255079" y="385133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2BE653C9-183A-44E8-9D48-E8BE63C9E4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5079" y="3851336"/>
                <a:ext cx="658461" cy="230832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9F95024-3F32-4A8B-8271-AF3CCBDBEFFC}"/>
                  </a:ext>
                </a:extLst>
              </p:cNvPr>
              <p:cNvSpPr txBox="1"/>
              <p:nvPr/>
            </p:nvSpPr>
            <p:spPr>
              <a:xfrm>
                <a:off x="1629352" y="386695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E9F95024-3F32-4A8B-8271-AF3CCBDBEF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9352" y="386695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07E06078-3E38-49A9-AC2A-160661AF5496}"/>
                  </a:ext>
                </a:extLst>
              </p:cNvPr>
              <p:cNvSpPr txBox="1"/>
              <p:nvPr/>
            </p:nvSpPr>
            <p:spPr>
              <a:xfrm>
                <a:off x="2099081" y="387697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07E06078-3E38-49A9-AC2A-160661AF5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081" y="3876970"/>
                <a:ext cx="658461" cy="2308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B57E5B2-3139-42D7-B798-FB2BCEF8F115}"/>
                  </a:ext>
                </a:extLst>
              </p:cNvPr>
              <p:cNvSpPr txBox="1"/>
              <p:nvPr/>
            </p:nvSpPr>
            <p:spPr>
              <a:xfrm>
                <a:off x="2515616" y="387239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B57E5B2-3139-42D7-B798-FB2BCEF8F1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5616" y="3872392"/>
                <a:ext cx="658461" cy="230832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9268EA3-1A4D-4B52-BCFD-E36F3E8EA5E1}"/>
                  </a:ext>
                </a:extLst>
              </p:cNvPr>
              <p:cNvSpPr txBox="1"/>
              <p:nvPr/>
            </p:nvSpPr>
            <p:spPr>
              <a:xfrm>
                <a:off x="2952244" y="386683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39268EA3-1A4D-4B52-BCFD-E36F3E8EA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2244" y="3866830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62C89B3-7AAB-46BD-B001-436276E238F3}"/>
                  </a:ext>
                </a:extLst>
              </p:cNvPr>
              <p:cNvSpPr txBox="1"/>
              <p:nvPr/>
            </p:nvSpPr>
            <p:spPr>
              <a:xfrm>
                <a:off x="1141638" y="203780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162C89B3-7AAB-46BD-B001-436276E238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638" y="2037804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CD762B28-1CAF-4C5A-AAF7-3D8F179B2587}"/>
                  </a:ext>
                </a:extLst>
              </p:cNvPr>
              <p:cNvSpPr txBox="1"/>
              <p:nvPr/>
            </p:nvSpPr>
            <p:spPr>
              <a:xfrm>
                <a:off x="1815624" y="203737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CD762B28-1CAF-4C5A-AAF7-3D8F179B25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5624" y="2037370"/>
                <a:ext cx="658461" cy="2308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576A53B-E678-468E-B612-0D1999AEF1FA}"/>
                  </a:ext>
                </a:extLst>
              </p:cNvPr>
              <p:cNvSpPr txBox="1"/>
              <p:nvPr/>
            </p:nvSpPr>
            <p:spPr>
              <a:xfrm>
                <a:off x="2551807" y="205316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0576A53B-E678-468E-B612-0D1999AEF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1807" y="2053169"/>
                <a:ext cx="658461" cy="2308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A911C8A-6487-4980-8ECB-25A1EA044A7B}"/>
                  </a:ext>
                </a:extLst>
              </p:cNvPr>
              <p:cNvSpPr txBox="1"/>
              <p:nvPr/>
            </p:nvSpPr>
            <p:spPr>
              <a:xfrm>
                <a:off x="1236034" y="325166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DA911C8A-6487-4980-8ECB-25A1EA044A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034" y="3251666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D19014A-BBF5-415C-8EAC-B00F695242CD}"/>
                  </a:ext>
                </a:extLst>
              </p:cNvPr>
              <p:cNvSpPr txBox="1"/>
              <p:nvPr/>
            </p:nvSpPr>
            <p:spPr>
              <a:xfrm>
                <a:off x="1910020" y="325123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AD19014A-BBF5-415C-8EAC-B00F69524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20" y="3251232"/>
                <a:ext cx="658461" cy="230832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49AAD67F-7DF7-4991-9283-FD800672A884}"/>
                  </a:ext>
                </a:extLst>
              </p:cNvPr>
              <p:cNvSpPr txBox="1"/>
              <p:nvPr/>
            </p:nvSpPr>
            <p:spPr>
              <a:xfrm>
                <a:off x="2646203" y="326703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49AAD67F-7DF7-4991-9283-FD800672A8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203" y="3267031"/>
                <a:ext cx="658461" cy="230832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EC35940-53D5-4EE2-B1F9-4107A6D82F70}"/>
                  </a:ext>
                </a:extLst>
              </p:cNvPr>
              <p:cNvSpPr txBox="1"/>
              <p:nvPr/>
            </p:nvSpPr>
            <p:spPr>
              <a:xfrm>
                <a:off x="4300380" y="217016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AEC35940-53D5-4EE2-B1F9-4107A6D82F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0380" y="2170163"/>
                <a:ext cx="658461" cy="230832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0A1D6B3A-20B6-408E-8EEA-5FDA4CB954B0}"/>
                  </a:ext>
                </a:extLst>
              </p:cNvPr>
              <p:cNvSpPr txBox="1"/>
              <p:nvPr/>
            </p:nvSpPr>
            <p:spPr>
              <a:xfrm>
                <a:off x="4974366" y="216972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0A1D6B3A-20B6-408E-8EEA-5FDA4CB954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4366" y="2169729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808D04A-FF21-4D2B-82BB-98AFEFF660E9}"/>
                  </a:ext>
                </a:extLst>
              </p:cNvPr>
              <p:cNvSpPr txBox="1"/>
              <p:nvPr/>
            </p:nvSpPr>
            <p:spPr>
              <a:xfrm>
                <a:off x="5710549" y="218552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D808D04A-FF21-4D2B-82BB-98AFEFF66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9" y="2185528"/>
                <a:ext cx="658461" cy="230832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C711BC0-2360-4A6A-B28F-98B4AC290B39}"/>
                  </a:ext>
                </a:extLst>
              </p:cNvPr>
              <p:cNvSpPr txBox="1"/>
              <p:nvPr/>
            </p:nvSpPr>
            <p:spPr>
              <a:xfrm>
                <a:off x="4312892" y="297544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3C711BC0-2360-4A6A-B28F-98B4AC290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2892" y="2975440"/>
                <a:ext cx="658461" cy="230832"/>
              </a:xfrm>
              <a:prstGeom prst="rect">
                <a:avLst/>
              </a:prstGeom>
              <a:blipFill>
                <a:blip r:embed="rId4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585CF86-82CB-4036-A1E5-9FB079791CE8}"/>
                  </a:ext>
                </a:extLst>
              </p:cNvPr>
              <p:cNvSpPr txBox="1"/>
              <p:nvPr/>
            </p:nvSpPr>
            <p:spPr>
              <a:xfrm>
                <a:off x="4687165" y="299105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F585CF86-82CB-4036-A1E5-9FB079791C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165" y="2991057"/>
                <a:ext cx="658461" cy="230832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CE3F5C8-FF37-4965-9CC3-F51A6800B3D7}"/>
                  </a:ext>
                </a:extLst>
              </p:cNvPr>
              <p:cNvSpPr txBox="1"/>
              <p:nvPr/>
            </p:nvSpPr>
            <p:spPr>
              <a:xfrm>
                <a:off x="5156894" y="30010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7CE3F5C8-FF37-4965-9CC3-F51A6800B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6894" y="3001074"/>
                <a:ext cx="658461" cy="230832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674EC4F3-4994-43EE-8D4C-5F2285E5F8AF}"/>
                  </a:ext>
                </a:extLst>
              </p:cNvPr>
              <p:cNvSpPr txBox="1"/>
              <p:nvPr/>
            </p:nvSpPr>
            <p:spPr>
              <a:xfrm>
                <a:off x="5573429" y="299649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674EC4F3-4994-43EE-8D4C-5F2285E5F8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429" y="2996496"/>
                <a:ext cx="658461" cy="230832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1358FADA-64E6-4BC9-BC54-48E4DEE2F00A}"/>
                  </a:ext>
                </a:extLst>
              </p:cNvPr>
              <p:cNvSpPr txBox="1"/>
              <p:nvPr/>
            </p:nvSpPr>
            <p:spPr>
              <a:xfrm>
                <a:off x="6010057" y="299093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1358FADA-64E6-4BC9-BC54-48E4DEE2F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057" y="2990934"/>
                <a:ext cx="658461" cy="2308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0154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C7C32DE-E1D9-405B-AEF1-F23C31B1C634}"/>
              </a:ext>
            </a:extLst>
          </p:cNvPr>
          <p:cNvSpPr/>
          <p:nvPr/>
        </p:nvSpPr>
        <p:spPr>
          <a:xfrm>
            <a:off x="1258615" y="1383771"/>
            <a:ext cx="4331502" cy="2233559"/>
          </a:xfrm>
          <a:prstGeom prst="roundRect">
            <a:avLst>
              <a:gd name="adj" fmla="val 3512"/>
            </a:avLst>
          </a:prstGeom>
          <a:solidFill>
            <a:schemeClr val="bg1"/>
          </a:solidFill>
          <a:ln w="190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E483AE15-9D05-4C7D-9C82-3EB40CF91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582" y="1425676"/>
            <a:ext cx="460789" cy="460789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267D1537-1181-4FF5-A2E2-934BAF3262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2557" y="1821666"/>
            <a:ext cx="430225" cy="430225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01E093B4-C02A-4122-A887-1C0290D3B9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55299" y="1479656"/>
            <a:ext cx="369944" cy="369944"/>
          </a:xfrm>
          <a:prstGeom prst="rect">
            <a:avLst/>
          </a:prstGeom>
        </p:spPr>
      </p:pic>
      <p:pic>
        <p:nvPicPr>
          <p:cNvPr id="38" name="图形 37">
            <a:extLst>
              <a:ext uri="{FF2B5EF4-FFF2-40B4-BE49-F238E27FC236}">
                <a16:creationId xmlns:a16="http://schemas.microsoft.com/office/drawing/2014/main" id="{31252B18-EB61-4228-8F62-459EA33389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95757" y="1865917"/>
            <a:ext cx="341725" cy="34172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5A4762B9-4767-4691-9EE6-C227A95BD8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5052" y="1489282"/>
            <a:ext cx="329461" cy="329461"/>
          </a:xfrm>
          <a:prstGeom prst="rect">
            <a:avLst/>
          </a:prstGeom>
        </p:spPr>
      </p:pic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C1941BFF-3FD0-4748-9AB3-059D05385F44}"/>
              </a:ext>
            </a:extLst>
          </p:cNvPr>
          <p:cNvSpPr/>
          <p:nvPr/>
        </p:nvSpPr>
        <p:spPr>
          <a:xfrm>
            <a:off x="1520737" y="1448976"/>
            <a:ext cx="1317538" cy="7965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D15C0028-4F8D-4CAD-AB8C-5EB78370BDD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23251" y="1865917"/>
            <a:ext cx="379622" cy="379622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52FCEB-DCBC-4345-AACC-DF88E55C6E62}"/>
              </a:ext>
            </a:extLst>
          </p:cNvPr>
          <p:cNvSpPr txBox="1"/>
          <p:nvPr/>
        </p:nvSpPr>
        <p:spPr>
          <a:xfrm>
            <a:off x="1260445" y="2236958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Behavior Interactions 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F9711F80-A9E4-4269-8F76-559948AEC7A4}"/>
              </a:ext>
            </a:extLst>
          </p:cNvPr>
          <p:cNvSpPr/>
          <p:nvPr/>
        </p:nvSpPr>
        <p:spPr>
          <a:xfrm>
            <a:off x="3157685" y="619101"/>
            <a:ext cx="3285591" cy="379622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559BD4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2" name="图形 61">
            <a:extLst>
              <a:ext uri="{FF2B5EF4-FFF2-40B4-BE49-F238E27FC236}">
                <a16:creationId xmlns:a16="http://schemas.microsoft.com/office/drawing/2014/main" id="{B1BD3538-855F-4BA2-AF8A-12699D5D3E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3707" y="2681046"/>
            <a:ext cx="369944" cy="369944"/>
          </a:xfrm>
          <a:prstGeom prst="rect">
            <a:avLst/>
          </a:prstGeom>
        </p:spPr>
      </p:pic>
      <p:sp>
        <p:nvSpPr>
          <p:cNvPr id="74" name="矩形: 圆角 73">
            <a:extLst>
              <a:ext uri="{FF2B5EF4-FFF2-40B4-BE49-F238E27FC236}">
                <a16:creationId xmlns:a16="http://schemas.microsoft.com/office/drawing/2014/main" id="{5ED50D85-AFA0-45C9-8906-8F76E958BA00}"/>
              </a:ext>
            </a:extLst>
          </p:cNvPr>
          <p:cNvSpPr/>
          <p:nvPr/>
        </p:nvSpPr>
        <p:spPr>
          <a:xfrm>
            <a:off x="2092099" y="603955"/>
            <a:ext cx="793060" cy="312159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3" name="图形 82">
            <a:extLst>
              <a:ext uri="{FF2B5EF4-FFF2-40B4-BE49-F238E27FC236}">
                <a16:creationId xmlns:a16="http://schemas.microsoft.com/office/drawing/2014/main" id="{82D057A1-9E7D-4FB9-A99F-868D53D9DB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8470" y="2665441"/>
            <a:ext cx="430225" cy="430225"/>
          </a:xfrm>
          <a:prstGeom prst="rect">
            <a:avLst/>
          </a:prstGeom>
        </p:spPr>
      </p:pic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6C656FC3-AA21-49C3-BF43-EC8B2BF7BABD}"/>
              </a:ext>
            </a:extLst>
          </p:cNvPr>
          <p:cNvSpPr/>
          <p:nvPr/>
        </p:nvSpPr>
        <p:spPr>
          <a:xfrm>
            <a:off x="1083231" y="603956"/>
            <a:ext cx="867231" cy="312159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DFB84C7-EBE3-4680-A7A1-7DF05EA6F807}"/>
              </a:ext>
            </a:extLst>
          </p:cNvPr>
          <p:cNvSpPr txBox="1"/>
          <p:nvPr/>
        </p:nvSpPr>
        <p:spPr>
          <a:xfrm>
            <a:off x="1229333" y="3285191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Behavior Interactions 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DD9B5EA-62B0-4FBC-A2AC-8836DD724CC0}"/>
              </a:ext>
            </a:extLst>
          </p:cNvPr>
          <p:cNvSpPr/>
          <p:nvPr/>
        </p:nvSpPr>
        <p:spPr>
          <a:xfrm>
            <a:off x="1505080" y="2505709"/>
            <a:ext cx="1317538" cy="7965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2A60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FC8D6F6-6989-4D73-811E-50626E9B5BB7}"/>
              </a:ext>
            </a:extLst>
          </p:cNvPr>
          <p:cNvSpPr/>
          <p:nvPr/>
        </p:nvSpPr>
        <p:spPr>
          <a:xfrm>
            <a:off x="3766530" y="3032415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5CFE5B0-EFBE-4D56-A03E-D288F726B134}"/>
              </a:ext>
            </a:extLst>
          </p:cNvPr>
          <p:cNvSpPr txBox="1"/>
          <p:nvPr/>
        </p:nvSpPr>
        <p:spPr>
          <a:xfrm>
            <a:off x="3473177" y="3379922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True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956413-49F8-4680-BEF3-8742BA7999C6}"/>
              </a:ext>
            </a:extLst>
          </p:cNvPr>
          <p:cNvSpPr txBox="1"/>
          <p:nvPr/>
        </p:nvSpPr>
        <p:spPr>
          <a:xfrm>
            <a:off x="3489461" y="1772399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3" name="图形 32">
            <a:extLst>
              <a:ext uri="{FF2B5EF4-FFF2-40B4-BE49-F238E27FC236}">
                <a16:creationId xmlns:a16="http://schemas.microsoft.com/office/drawing/2014/main" id="{1F07B993-A4EF-4FAB-8B17-0180E44BFBC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5500" y="3032580"/>
            <a:ext cx="369944" cy="369944"/>
          </a:xfrm>
          <a:prstGeom prst="rect">
            <a:avLst/>
          </a:prstGeom>
        </p:spPr>
      </p:pic>
      <p:pic>
        <p:nvPicPr>
          <p:cNvPr id="35" name="图形 34">
            <a:extLst>
              <a:ext uri="{FF2B5EF4-FFF2-40B4-BE49-F238E27FC236}">
                <a16:creationId xmlns:a16="http://schemas.microsoft.com/office/drawing/2014/main" id="{338BFC48-9058-44FA-BB75-59B5ADAC9C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112" y="2995621"/>
            <a:ext cx="430225" cy="430225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748DAFCD-81D6-40E0-B67E-C0C6FDFFFAFF}"/>
              </a:ext>
            </a:extLst>
          </p:cNvPr>
          <p:cNvSpPr/>
          <p:nvPr/>
        </p:nvSpPr>
        <p:spPr>
          <a:xfrm>
            <a:off x="3099591" y="2399475"/>
            <a:ext cx="379622" cy="1674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83173207-E355-4FCC-93EA-6D5DF3D89571}"/>
              </a:ext>
            </a:extLst>
          </p:cNvPr>
          <p:cNvSpPr/>
          <p:nvPr/>
        </p:nvSpPr>
        <p:spPr>
          <a:xfrm>
            <a:off x="3775021" y="1470619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BCEF0EA8-E551-40DD-91D0-162E7A31620B}"/>
              </a:ext>
            </a:extLst>
          </p:cNvPr>
          <p:cNvSpPr txBox="1"/>
          <p:nvPr/>
        </p:nvSpPr>
        <p:spPr>
          <a:xfrm>
            <a:off x="3267433" y="2296631"/>
            <a:ext cx="2538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Exploratory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6C1CFA74-A6C7-49FA-9D08-9AA21DA754FE}"/>
              </a:ext>
            </a:extLst>
          </p:cNvPr>
          <p:cNvSpPr/>
          <p:nvPr/>
        </p:nvSpPr>
        <p:spPr>
          <a:xfrm>
            <a:off x="3776756" y="1980703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7D185F76-0F47-48A4-8A42-22BFB3371232}"/>
              </a:ext>
            </a:extLst>
          </p:cNvPr>
          <p:cNvSpPr txBox="1"/>
          <p:nvPr/>
        </p:nvSpPr>
        <p:spPr>
          <a:xfrm>
            <a:off x="3489462" y="2811633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Interactions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995864E2-8EE0-4637-89CC-7A5C929A061E}"/>
              </a:ext>
            </a:extLst>
          </p:cNvPr>
          <p:cNvSpPr/>
          <p:nvPr/>
        </p:nvSpPr>
        <p:spPr>
          <a:xfrm>
            <a:off x="3772766" y="2505709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5" name="图形 44">
            <a:extLst>
              <a:ext uri="{FF2B5EF4-FFF2-40B4-BE49-F238E27FC236}">
                <a16:creationId xmlns:a16="http://schemas.microsoft.com/office/drawing/2014/main" id="{745C44FF-D87E-489B-9B62-B80B4DFFA2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581" y="2509817"/>
            <a:ext cx="341725" cy="341725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88760A7F-115F-4C98-968E-E955D9CA4DE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50075" y="2509817"/>
            <a:ext cx="379622" cy="379622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4ED7DAE5-BA29-49B6-954E-B0EBDC72A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4847" y="1407626"/>
            <a:ext cx="460789" cy="460789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455B956B-6DA2-4FB5-A8CA-AE2809D8E74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0510" y="2001967"/>
            <a:ext cx="329461" cy="329461"/>
          </a:xfrm>
          <a:prstGeom prst="rect">
            <a:avLst/>
          </a:prstGeom>
        </p:spPr>
      </p:pic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1CECAF6-3B94-438D-8EEB-BC71024DF7BB}"/>
              </a:ext>
            </a:extLst>
          </p:cNvPr>
          <p:cNvSpPr/>
          <p:nvPr/>
        </p:nvSpPr>
        <p:spPr>
          <a:xfrm>
            <a:off x="1555298" y="1500489"/>
            <a:ext cx="377283" cy="707153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C4B07FFA-585D-45C9-A40C-46C13307D4D9}"/>
              </a:ext>
            </a:extLst>
          </p:cNvPr>
          <p:cNvSpPr/>
          <p:nvPr/>
        </p:nvSpPr>
        <p:spPr>
          <a:xfrm>
            <a:off x="1654216" y="2665442"/>
            <a:ext cx="974479" cy="417582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595137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6CB97091-01F2-46CD-85F2-93576111841C}"/>
              </a:ext>
            </a:extLst>
          </p:cNvPr>
          <p:cNvSpPr/>
          <p:nvPr/>
        </p:nvSpPr>
        <p:spPr>
          <a:xfrm>
            <a:off x="2063449" y="633927"/>
            <a:ext cx="2255537" cy="1235459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13E8CBA1-BCDD-4A04-824B-0FBDD26E2B3C}"/>
              </a:ext>
            </a:extLst>
          </p:cNvPr>
          <p:cNvCxnSpPr>
            <a:cxnSpLocks/>
          </p:cNvCxnSpPr>
          <p:nvPr/>
        </p:nvCxnSpPr>
        <p:spPr>
          <a:xfrm flipH="1">
            <a:off x="2272898" y="1048364"/>
            <a:ext cx="190505" cy="29185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6" name="图形 35">
            <a:extLst>
              <a:ext uri="{FF2B5EF4-FFF2-40B4-BE49-F238E27FC236}">
                <a16:creationId xmlns:a16="http://schemas.microsoft.com/office/drawing/2014/main" id="{188C4E27-50E3-416A-B35C-F2D6D5EBE6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14378" y="1278495"/>
            <a:ext cx="460789" cy="460789"/>
          </a:xfrm>
          <a:prstGeom prst="rect">
            <a:avLst/>
          </a:prstGeom>
        </p:spPr>
      </p:pic>
      <p:pic>
        <p:nvPicPr>
          <p:cNvPr id="37" name="图形 36">
            <a:extLst>
              <a:ext uri="{FF2B5EF4-FFF2-40B4-BE49-F238E27FC236}">
                <a16:creationId xmlns:a16="http://schemas.microsoft.com/office/drawing/2014/main" id="{6EEB5C64-9A04-4CF0-89C2-81D6C68CD0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7212" y="1260819"/>
            <a:ext cx="430225" cy="430225"/>
          </a:xfrm>
          <a:prstGeom prst="rect">
            <a:avLst/>
          </a:prstGeom>
        </p:spPr>
      </p:pic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8A2131AE-6325-4C8E-8E7E-F1CCBC517809}"/>
              </a:ext>
            </a:extLst>
          </p:cNvPr>
          <p:cNvCxnSpPr>
            <a:cxnSpLocks/>
          </p:cNvCxnSpPr>
          <p:nvPr/>
        </p:nvCxnSpPr>
        <p:spPr>
          <a:xfrm>
            <a:off x="2463403" y="1048364"/>
            <a:ext cx="219272" cy="28546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82CCB20-690C-44CB-A969-CFA39CB75374}"/>
              </a:ext>
            </a:extLst>
          </p:cNvPr>
          <p:cNvCxnSpPr>
            <a:cxnSpLocks/>
          </p:cNvCxnSpPr>
          <p:nvPr/>
        </p:nvCxnSpPr>
        <p:spPr>
          <a:xfrm>
            <a:off x="3107965" y="1060306"/>
            <a:ext cx="50995" cy="32325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5740F046-61D7-481D-A354-D08AD0523A70}"/>
              </a:ext>
            </a:extLst>
          </p:cNvPr>
          <p:cNvCxnSpPr>
            <a:cxnSpLocks/>
          </p:cNvCxnSpPr>
          <p:nvPr/>
        </p:nvCxnSpPr>
        <p:spPr>
          <a:xfrm>
            <a:off x="3096641" y="1062944"/>
            <a:ext cx="436962" cy="24792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8724277F-99DF-49F4-9D17-95E546CEBECB}"/>
              </a:ext>
            </a:extLst>
          </p:cNvPr>
          <p:cNvCxnSpPr>
            <a:cxnSpLocks/>
          </p:cNvCxnSpPr>
          <p:nvPr/>
        </p:nvCxnSpPr>
        <p:spPr>
          <a:xfrm>
            <a:off x="3107965" y="1060306"/>
            <a:ext cx="873874" cy="302003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4C806AB-3F3D-4C17-BFCF-20E070C1814D}"/>
              </a:ext>
            </a:extLst>
          </p:cNvPr>
          <p:cNvCxnSpPr>
            <a:cxnSpLocks/>
            <a:stCxn id="51" idx="2"/>
          </p:cNvCxnSpPr>
          <p:nvPr/>
        </p:nvCxnSpPr>
        <p:spPr>
          <a:xfrm>
            <a:off x="3746348" y="1039657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3AA5152-1FF1-4CA5-A51C-7A8672B927F3}"/>
                  </a:ext>
                </a:extLst>
              </p:cNvPr>
              <p:cNvSpPr txBox="1"/>
              <p:nvPr/>
            </p:nvSpPr>
            <p:spPr>
              <a:xfrm>
                <a:off x="3877784" y="596192"/>
                <a:ext cx="315383" cy="3288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b="1" dirty="0"/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33AA5152-1FF1-4CA5-A51C-7A8672B927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784" y="596192"/>
                <a:ext cx="315383" cy="328808"/>
              </a:xfrm>
              <a:prstGeom prst="rect">
                <a:avLst/>
              </a:prstGeom>
              <a:blipFill>
                <a:blip r:embed="rId6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图形 45">
            <a:extLst>
              <a:ext uri="{FF2B5EF4-FFF2-40B4-BE49-F238E27FC236}">
                <a16:creationId xmlns:a16="http://schemas.microsoft.com/office/drawing/2014/main" id="{5F062DF1-4319-4A8A-8D51-F1A95C3E7DD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9918" y="673541"/>
            <a:ext cx="359938" cy="359938"/>
          </a:xfrm>
          <a:prstGeom prst="rect">
            <a:avLst/>
          </a:prstGeom>
        </p:spPr>
      </p:pic>
      <p:pic>
        <p:nvPicPr>
          <p:cNvPr id="47" name="图形 46">
            <a:extLst>
              <a:ext uri="{FF2B5EF4-FFF2-40B4-BE49-F238E27FC236}">
                <a16:creationId xmlns:a16="http://schemas.microsoft.com/office/drawing/2014/main" id="{392CDCEF-02D8-41BA-9C77-BC2F5F4FFB4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42776" y="673588"/>
            <a:ext cx="357763" cy="357763"/>
          </a:xfrm>
          <a:prstGeom prst="rect">
            <a:avLst/>
          </a:prstGeom>
        </p:spPr>
      </p:pic>
      <p:pic>
        <p:nvPicPr>
          <p:cNvPr id="48" name="图形 47">
            <a:extLst>
              <a:ext uri="{FF2B5EF4-FFF2-40B4-BE49-F238E27FC236}">
                <a16:creationId xmlns:a16="http://schemas.microsoft.com/office/drawing/2014/main" id="{B2714732-85E7-4638-B6E7-77E44B91043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0040" y="1324607"/>
            <a:ext cx="369944" cy="369944"/>
          </a:xfrm>
          <a:prstGeom prst="rect">
            <a:avLst/>
          </a:prstGeom>
        </p:spPr>
      </p:pic>
      <p:pic>
        <p:nvPicPr>
          <p:cNvPr id="49" name="图形 48">
            <a:extLst>
              <a:ext uri="{FF2B5EF4-FFF2-40B4-BE49-F238E27FC236}">
                <a16:creationId xmlns:a16="http://schemas.microsoft.com/office/drawing/2014/main" id="{AF105E74-A148-4DC1-9CF8-48594EFC4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0060" y="1314651"/>
            <a:ext cx="341725" cy="341725"/>
          </a:xfrm>
          <a:prstGeom prst="rect">
            <a:avLst/>
          </a:prstGeom>
        </p:spPr>
      </p:pic>
      <p:pic>
        <p:nvPicPr>
          <p:cNvPr id="50" name="图形 49">
            <a:extLst>
              <a:ext uri="{FF2B5EF4-FFF2-40B4-BE49-F238E27FC236}">
                <a16:creationId xmlns:a16="http://schemas.microsoft.com/office/drawing/2014/main" id="{0EE41BE1-3E0E-4566-A272-2F467384E862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09561" y="1336456"/>
            <a:ext cx="329461" cy="329461"/>
          </a:xfrm>
          <a:prstGeom prst="rect">
            <a:avLst/>
          </a:prstGeom>
        </p:spPr>
      </p:pic>
      <p:pic>
        <p:nvPicPr>
          <p:cNvPr id="51" name="图形 50">
            <a:extLst>
              <a:ext uri="{FF2B5EF4-FFF2-40B4-BE49-F238E27FC236}">
                <a16:creationId xmlns:a16="http://schemas.microsoft.com/office/drawing/2014/main" id="{A15C9611-A986-41C6-83FB-BD01EDFA046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63658" y="674278"/>
            <a:ext cx="365379" cy="365379"/>
          </a:xfrm>
          <a:prstGeom prst="rect">
            <a:avLst/>
          </a:prstGeom>
        </p:spPr>
      </p:pic>
      <p:sp>
        <p:nvSpPr>
          <p:cNvPr id="52" name="文本框 51">
            <a:extLst>
              <a:ext uri="{FF2B5EF4-FFF2-40B4-BE49-F238E27FC236}">
                <a16:creationId xmlns:a16="http://schemas.microsoft.com/office/drawing/2014/main" id="{E73BF2B8-D2FA-4F91-ABAE-D63A043A8CC3}"/>
              </a:ext>
            </a:extLst>
          </p:cNvPr>
          <p:cNvSpPr txBox="1"/>
          <p:nvPr/>
        </p:nvSpPr>
        <p:spPr>
          <a:xfrm rot="18187159">
            <a:off x="2006020" y="1000863"/>
            <a:ext cx="6737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3E85800-1164-4CF0-BDBD-F2416111F0D8}"/>
              </a:ext>
            </a:extLst>
          </p:cNvPr>
          <p:cNvSpPr txBox="1"/>
          <p:nvPr/>
        </p:nvSpPr>
        <p:spPr>
          <a:xfrm rot="3471750">
            <a:off x="2257445" y="1161649"/>
            <a:ext cx="60737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9C30DB44-1A22-4463-B3A7-EE8C300F0476}"/>
              </a:ext>
            </a:extLst>
          </p:cNvPr>
          <p:cNvSpPr txBox="1"/>
          <p:nvPr/>
        </p:nvSpPr>
        <p:spPr>
          <a:xfrm>
            <a:off x="2980734" y="1137672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CE5321E-1E9E-4A0B-95E4-85DC87D18426}"/>
              </a:ext>
            </a:extLst>
          </p:cNvPr>
          <p:cNvSpPr txBox="1"/>
          <p:nvPr/>
        </p:nvSpPr>
        <p:spPr>
          <a:xfrm rot="21411695">
            <a:off x="3182156" y="1134054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F6B1D0B-5990-4E1E-9094-EFB89F05FA35}"/>
              </a:ext>
            </a:extLst>
          </p:cNvPr>
          <p:cNvSpPr txBox="1"/>
          <p:nvPr/>
        </p:nvSpPr>
        <p:spPr>
          <a:xfrm rot="1147766">
            <a:off x="3127765" y="1034707"/>
            <a:ext cx="88905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85EEA5C6-D3C8-4983-93A4-43D3E65A9605}"/>
              </a:ext>
            </a:extLst>
          </p:cNvPr>
          <p:cNvSpPr/>
          <p:nvPr/>
        </p:nvSpPr>
        <p:spPr>
          <a:xfrm>
            <a:off x="2063449" y="1936510"/>
            <a:ext cx="2246217" cy="1209423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0" name="图形 59">
            <a:extLst>
              <a:ext uri="{FF2B5EF4-FFF2-40B4-BE49-F238E27FC236}">
                <a16:creationId xmlns:a16="http://schemas.microsoft.com/office/drawing/2014/main" id="{24019887-A7AA-4E86-9635-7A6D12CA7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6571" y="2575536"/>
            <a:ext cx="460789" cy="460789"/>
          </a:xfrm>
          <a:prstGeom prst="rect">
            <a:avLst/>
          </a:prstGeom>
        </p:spPr>
      </p:pic>
      <p:pic>
        <p:nvPicPr>
          <p:cNvPr id="61" name="图形 60">
            <a:extLst>
              <a:ext uri="{FF2B5EF4-FFF2-40B4-BE49-F238E27FC236}">
                <a16:creationId xmlns:a16="http://schemas.microsoft.com/office/drawing/2014/main" id="{EB73BC0E-DF50-4678-96EF-436A7A9DB1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29357" y="2579094"/>
            <a:ext cx="430225" cy="430225"/>
          </a:xfrm>
          <a:prstGeom prst="rect">
            <a:avLst/>
          </a:prstGeom>
        </p:spPr>
      </p:pic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ACA4502C-CDA4-412D-87C3-64ADB72A7F4B}"/>
              </a:ext>
            </a:extLst>
          </p:cNvPr>
          <p:cNvCxnSpPr>
            <a:cxnSpLocks/>
          </p:cNvCxnSpPr>
          <p:nvPr/>
        </p:nvCxnSpPr>
        <p:spPr>
          <a:xfrm flipH="1">
            <a:off x="2269228" y="2352305"/>
            <a:ext cx="140353" cy="270174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D1B400A5-C5BA-4BF8-992C-D475F22BBE4C}"/>
              </a:ext>
            </a:extLst>
          </p:cNvPr>
          <p:cNvCxnSpPr>
            <a:cxnSpLocks/>
          </p:cNvCxnSpPr>
          <p:nvPr/>
        </p:nvCxnSpPr>
        <p:spPr>
          <a:xfrm flipH="1">
            <a:off x="3100945" y="2362888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BC3A3F08-A16E-4F84-96EC-7BBF589A7678}"/>
              </a:ext>
            </a:extLst>
          </p:cNvPr>
          <p:cNvCxnSpPr>
            <a:cxnSpLocks/>
          </p:cNvCxnSpPr>
          <p:nvPr/>
        </p:nvCxnSpPr>
        <p:spPr>
          <a:xfrm>
            <a:off x="3116310" y="2364196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3CBB464D-D580-4579-A64F-8A1C0D14B756}"/>
              </a:ext>
            </a:extLst>
          </p:cNvPr>
          <p:cNvCxnSpPr>
            <a:cxnSpLocks/>
          </p:cNvCxnSpPr>
          <p:nvPr/>
        </p:nvCxnSpPr>
        <p:spPr>
          <a:xfrm>
            <a:off x="3769217" y="2362468"/>
            <a:ext cx="220967" cy="287538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9511CAA-0BDA-4302-8620-A92EE374F274}"/>
                  </a:ext>
                </a:extLst>
              </p:cNvPr>
              <p:cNvSpPr txBox="1"/>
              <p:nvPr/>
            </p:nvSpPr>
            <p:spPr>
              <a:xfrm>
                <a:off x="3890988" y="1910857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𝒄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9511CAA-0BDA-4302-8620-A92EE374F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0988" y="1910857"/>
                <a:ext cx="315383" cy="318613"/>
              </a:xfrm>
              <a:prstGeom prst="rect">
                <a:avLst/>
              </a:prstGeom>
              <a:blipFill>
                <a:blip r:embed="rId19"/>
                <a:stretch>
                  <a:fillRect r="-44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8" name="图形 67">
            <a:extLst>
              <a:ext uri="{FF2B5EF4-FFF2-40B4-BE49-F238E27FC236}">
                <a16:creationId xmlns:a16="http://schemas.microsoft.com/office/drawing/2014/main" id="{45ED32B6-30E6-4FC4-84D4-1868F36FC2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39824" y="1987243"/>
            <a:ext cx="359938" cy="359938"/>
          </a:xfrm>
          <a:prstGeom prst="rect">
            <a:avLst/>
          </a:prstGeom>
        </p:spPr>
      </p:pic>
      <p:pic>
        <p:nvPicPr>
          <p:cNvPr id="69" name="图形 68">
            <a:extLst>
              <a:ext uri="{FF2B5EF4-FFF2-40B4-BE49-F238E27FC236}">
                <a16:creationId xmlns:a16="http://schemas.microsoft.com/office/drawing/2014/main" id="{2306F356-008C-48D1-9ED2-90EB58E16C2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8082" y="1987985"/>
            <a:ext cx="357763" cy="357763"/>
          </a:xfrm>
          <a:prstGeom prst="rect">
            <a:avLst/>
          </a:prstGeom>
        </p:spPr>
      </p:pic>
      <p:pic>
        <p:nvPicPr>
          <p:cNvPr id="70" name="图形 69">
            <a:extLst>
              <a:ext uri="{FF2B5EF4-FFF2-40B4-BE49-F238E27FC236}">
                <a16:creationId xmlns:a16="http://schemas.microsoft.com/office/drawing/2014/main" id="{F0709D58-3995-41EC-A592-E8C5EBDC170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46394" y="1986926"/>
            <a:ext cx="365379" cy="365379"/>
          </a:xfrm>
          <a:prstGeom prst="rect">
            <a:avLst/>
          </a:prstGeom>
        </p:spPr>
      </p:pic>
      <p:pic>
        <p:nvPicPr>
          <p:cNvPr id="71" name="图形 70">
            <a:extLst>
              <a:ext uri="{FF2B5EF4-FFF2-40B4-BE49-F238E27FC236}">
                <a16:creationId xmlns:a16="http://schemas.microsoft.com/office/drawing/2014/main" id="{1607D710-7C77-4D7D-AA65-209A215C1B0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05767" y="2599023"/>
            <a:ext cx="369944" cy="369944"/>
          </a:xfrm>
          <a:prstGeom prst="rect">
            <a:avLst/>
          </a:prstGeom>
        </p:spPr>
      </p:pic>
      <p:pic>
        <p:nvPicPr>
          <p:cNvPr id="72" name="图形 71">
            <a:extLst>
              <a:ext uri="{FF2B5EF4-FFF2-40B4-BE49-F238E27FC236}">
                <a16:creationId xmlns:a16="http://schemas.microsoft.com/office/drawing/2014/main" id="{F9FB46D0-0FD0-4970-90A4-A08F694B53F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18028" y="2604655"/>
            <a:ext cx="341725" cy="341725"/>
          </a:xfrm>
          <a:prstGeom prst="rect">
            <a:avLst/>
          </a:prstGeom>
        </p:spPr>
      </p:pic>
      <p:pic>
        <p:nvPicPr>
          <p:cNvPr id="73" name="图形 72">
            <a:extLst>
              <a:ext uri="{FF2B5EF4-FFF2-40B4-BE49-F238E27FC236}">
                <a16:creationId xmlns:a16="http://schemas.microsoft.com/office/drawing/2014/main" id="{AE0E2FCB-975C-4ADE-B372-F56FBCF1F92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08408" y="2629402"/>
            <a:ext cx="329461" cy="329461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EF942B5F-D55E-45EF-9BC4-2E582D642D34}"/>
              </a:ext>
            </a:extLst>
          </p:cNvPr>
          <p:cNvSpPr txBox="1"/>
          <p:nvPr/>
        </p:nvSpPr>
        <p:spPr>
          <a:xfrm rot="18187159">
            <a:off x="1953654" y="2366008"/>
            <a:ext cx="5736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6+1=7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5B5330C6-F8BB-41E2-9B4A-E4CF9F2E5DBA}"/>
              </a:ext>
            </a:extLst>
          </p:cNvPr>
          <p:cNvSpPr txBox="1"/>
          <p:nvPr/>
        </p:nvSpPr>
        <p:spPr>
          <a:xfrm rot="5400000">
            <a:off x="2669347" y="2449031"/>
            <a:ext cx="62789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2+4=6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A57EDFEE-BAB2-47D9-990F-0009A98E94DA}"/>
              </a:ext>
            </a:extLst>
          </p:cNvPr>
          <p:cNvSpPr txBox="1"/>
          <p:nvPr/>
        </p:nvSpPr>
        <p:spPr>
          <a:xfrm>
            <a:off x="3379544" y="2311991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矩形: 圆角 77">
            <a:extLst>
              <a:ext uri="{FF2B5EF4-FFF2-40B4-BE49-F238E27FC236}">
                <a16:creationId xmlns:a16="http://schemas.microsoft.com/office/drawing/2014/main" id="{ED2E0651-3ACC-461E-BC00-17EBDAF27589}"/>
              </a:ext>
            </a:extLst>
          </p:cNvPr>
          <p:cNvSpPr/>
          <p:nvPr/>
        </p:nvSpPr>
        <p:spPr>
          <a:xfrm>
            <a:off x="2069915" y="3215988"/>
            <a:ext cx="2249071" cy="1209216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9" name="图形 78">
            <a:extLst>
              <a:ext uri="{FF2B5EF4-FFF2-40B4-BE49-F238E27FC236}">
                <a16:creationId xmlns:a16="http://schemas.microsoft.com/office/drawing/2014/main" id="{D69FCAB6-FBA3-4844-A03F-8FE12AFAB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0844" y="3860554"/>
            <a:ext cx="460789" cy="460789"/>
          </a:xfrm>
          <a:prstGeom prst="rect">
            <a:avLst/>
          </a:prstGeom>
        </p:spPr>
      </p:pic>
      <p:pic>
        <p:nvPicPr>
          <p:cNvPr id="80" name="图形 79">
            <a:extLst>
              <a:ext uri="{FF2B5EF4-FFF2-40B4-BE49-F238E27FC236}">
                <a16:creationId xmlns:a16="http://schemas.microsoft.com/office/drawing/2014/main" id="{9E84972E-3162-4C09-AAC6-93FB31745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31167" y="3885686"/>
            <a:ext cx="430225" cy="430225"/>
          </a:xfrm>
          <a:prstGeom prst="rect">
            <a:avLst/>
          </a:prstGeom>
        </p:spPr>
      </p:pic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D88F0E0D-7B53-49A7-B0C1-4B8A7385FFD4}"/>
              </a:ext>
            </a:extLst>
          </p:cNvPr>
          <p:cNvCxnSpPr>
            <a:cxnSpLocks/>
          </p:cNvCxnSpPr>
          <p:nvPr/>
        </p:nvCxnSpPr>
        <p:spPr>
          <a:xfrm flipH="1">
            <a:off x="2275694" y="3640965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F3C1E3FD-85C6-4C51-A7D8-0CA04C26C528}"/>
              </a:ext>
            </a:extLst>
          </p:cNvPr>
          <p:cNvCxnSpPr>
            <a:cxnSpLocks/>
          </p:cNvCxnSpPr>
          <p:nvPr/>
        </p:nvCxnSpPr>
        <p:spPr>
          <a:xfrm>
            <a:off x="2417988" y="3624928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2B092D0A-2F0E-4CD8-A6BE-6D596B264085}"/>
              </a:ext>
            </a:extLst>
          </p:cNvPr>
          <p:cNvCxnSpPr>
            <a:cxnSpLocks/>
          </p:cNvCxnSpPr>
          <p:nvPr/>
        </p:nvCxnSpPr>
        <p:spPr>
          <a:xfrm>
            <a:off x="3114431" y="3642365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8C1F75DF-68D4-45BF-B1EE-6EDB2607B077}"/>
              </a:ext>
            </a:extLst>
          </p:cNvPr>
          <p:cNvCxnSpPr>
            <a:cxnSpLocks/>
          </p:cNvCxnSpPr>
          <p:nvPr/>
        </p:nvCxnSpPr>
        <p:spPr>
          <a:xfrm>
            <a:off x="3122776" y="3643673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64FC0B9-0B99-45B1-BD3F-94F8F0626ECA}"/>
                  </a:ext>
                </a:extLst>
              </p:cNvPr>
              <p:cNvSpPr txBox="1"/>
              <p:nvPr/>
            </p:nvSpPr>
            <p:spPr>
              <a:xfrm>
                <a:off x="3877431" y="3188509"/>
                <a:ext cx="315383" cy="318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𝒅𝒆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D64FC0B9-0B99-45B1-BD3F-94F8F0626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7431" y="3188509"/>
                <a:ext cx="315383" cy="318613"/>
              </a:xfrm>
              <a:prstGeom prst="rect">
                <a:avLst/>
              </a:prstGeom>
              <a:blipFill>
                <a:blip r:embed="rId20"/>
                <a:stretch>
                  <a:fillRect r="-480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6" name="图形 85">
            <a:extLst>
              <a:ext uri="{FF2B5EF4-FFF2-40B4-BE49-F238E27FC236}">
                <a16:creationId xmlns:a16="http://schemas.microsoft.com/office/drawing/2014/main" id="{AF94BECD-4537-414C-8482-A6B6BA0AA89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42267" y="3251131"/>
            <a:ext cx="359938" cy="359938"/>
          </a:xfrm>
          <a:prstGeom prst="rect">
            <a:avLst/>
          </a:prstGeom>
        </p:spPr>
      </p:pic>
      <p:pic>
        <p:nvPicPr>
          <p:cNvPr id="87" name="图形 86">
            <a:extLst>
              <a:ext uri="{FF2B5EF4-FFF2-40B4-BE49-F238E27FC236}">
                <a16:creationId xmlns:a16="http://schemas.microsoft.com/office/drawing/2014/main" id="{261610A5-96EA-46A4-AEEF-8DF1538A953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38494" y="3255348"/>
            <a:ext cx="357763" cy="357763"/>
          </a:xfrm>
          <a:prstGeom prst="rect">
            <a:avLst/>
          </a:prstGeom>
        </p:spPr>
      </p:pic>
      <p:pic>
        <p:nvPicPr>
          <p:cNvPr id="88" name="图形 87">
            <a:extLst>
              <a:ext uri="{FF2B5EF4-FFF2-40B4-BE49-F238E27FC236}">
                <a16:creationId xmlns:a16="http://schemas.microsoft.com/office/drawing/2014/main" id="{D945B887-2A3E-4FB0-BB46-F992760CA64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16514" y="3861592"/>
            <a:ext cx="369944" cy="369944"/>
          </a:xfrm>
          <a:prstGeom prst="rect">
            <a:avLst/>
          </a:prstGeom>
        </p:spPr>
      </p:pic>
      <p:pic>
        <p:nvPicPr>
          <p:cNvPr id="89" name="图形 88">
            <a:extLst>
              <a:ext uri="{FF2B5EF4-FFF2-40B4-BE49-F238E27FC236}">
                <a16:creationId xmlns:a16="http://schemas.microsoft.com/office/drawing/2014/main" id="{1FEA7C43-D02E-45E2-BDD0-83792F6A730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39504" y="3889268"/>
            <a:ext cx="341725" cy="341725"/>
          </a:xfrm>
          <a:prstGeom prst="rect">
            <a:avLst/>
          </a:prstGeom>
        </p:spPr>
      </p:pic>
      <p:pic>
        <p:nvPicPr>
          <p:cNvPr id="90" name="图形 89">
            <a:extLst>
              <a:ext uri="{FF2B5EF4-FFF2-40B4-BE49-F238E27FC236}">
                <a16:creationId xmlns:a16="http://schemas.microsoft.com/office/drawing/2014/main" id="{6FA991FE-9F1B-44FD-92B6-2F5CC1B4704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829884" y="3914015"/>
            <a:ext cx="329461" cy="329461"/>
          </a:xfrm>
          <a:prstGeom prst="rect">
            <a:avLst/>
          </a:prstGeom>
        </p:spPr>
      </p:pic>
      <p:pic>
        <p:nvPicPr>
          <p:cNvPr id="91" name="图形 90">
            <a:extLst>
              <a:ext uri="{FF2B5EF4-FFF2-40B4-BE49-F238E27FC236}">
                <a16:creationId xmlns:a16="http://schemas.microsoft.com/office/drawing/2014/main" id="{AE45CD68-45A1-4C4A-9E6F-D024DD18471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542365" y="3254452"/>
            <a:ext cx="365379" cy="365379"/>
          </a:xfrm>
          <a:prstGeom prst="rect">
            <a:avLst/>
          </a:prstGeom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B93500CB-384B-4C85-8590-35B217CAE079}"/>
              </a:ext>
            </a:extLst>
          </p:cNvPr>
          <p:cNvSpPr txBox="1"/>
          <p:nvPr/>
        </p:nvSpPr>
        <p:spPr>
          <a:xfrm rot="17941028">
            <a:off x="1957048" y="3657526"/>
            <a:ext cx="60714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1+6=7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DAB1398D-80C0-49F3-A5B6-7A8A6A8B038F}"/>
              </a:ext>
            </a:extLst>
          </p:cNvPr>
          <p:cNvSpPr txBox="1"/>
          <p:nvPr/>
        </p:nvSpPr>
        <p:spPr>
          <a:xfrm rot="2377545">
            <a:off x="2500143" y="3646267"/>
            <a:ext cx="35165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0BD1B2EC-1078-4EE6-B76A-B68EEA93A30F}"/>
              </a:ext>
            </a:extLst>
          </p:cNvPr>
          <p:cNvSpPr txBox="1"/>
          <p:nvPr/>
        </p:nvSpPr>
        <p:spPr>
          <a:xfrm rot="2596385">
            <a:off x="2931242" y="3737907"/>
            <a:ext cx="635277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1+4=5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FC3D5FC7-5730-476C-B687-A55DF909732D}"/>
              </a:ext>
            </a:extLst>
          </p:cNvPr>
          <p:cNvSpPr txBox="1"/>
          <p:nvPr/>
        </p:nvSpPr>
        <p:spPr>
          <a:xfrm>
            <a:off x="3442335" y="3589786"/>
            <a:ext cx="256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217BB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CN" altLang="en-US" sz="900" b="1" dirty="0">
              <a:solidFill>
                <a:srgbClr val="217BB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8119F3DF-2620-4876-BA91-0C665185CAFF}"/>
              </a:ext>
            </a:extLst>
          </p:cNvPr>
          <p:cNvSpPr txBox="1"/>
          <p:nvPr/>
        </p:nvSpPr>
        <p:spPr>
          <a:xfrm rot="3119561">
            <a:off x="3729299" y="1160645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id="{A0C57066-891E-4FE6-A765-E063DC525442}"/>
              </a:ext>
            </a:extLst>
          </p:cNvPr>
          <p:cNvSpPr txBox="1"/>
          <p:nvPr/>
        </p:nvSpPr>
        <p:spPr>
          <a:xfrm rot="3119561">
            <a:off x="3699193" y="2461563"/>
            <a:ext cx="70740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b="1" dirty="0">
                <a:solidFill>
                  <a:srgbClr val="F4B3B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1+3=4</a:t>
            </a:r>
            <a:endParaRPr lang="zh-CN" altLang="en-US" sz="900" b="1" dirty="0">
              <a:solidFill>
                <a:srgbClr val="F4B3B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FCE11C0-7705-4709-8827-24AEF4EDB9B2}"/>
              </a:ext>
            </a:extLst>
          </p:cNvPr>
          <p:cNvCxnSpPr>
            <a:cxnSpLocks/>
          </p:cNvCxnSpPr>
          <p:nvPr/>
        </p:nvCxnSpPr>
        <p:spPr>
          <a:xfrm>
            <a:off x="4436522" y="2528172"/>
            <a:ext cx="519885" cy="229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矩形: 圆角 103">
            <a:extLst>
              <a:ext uri="{FF2B5EF4-FFF2-40B4-BE49-F238E27FC236}">
                <a16:creationId xmlns:a16="http://schemas.microsoft.com/office/drawing/2014/main" id="{CF0D931C-B4B8-4E2B-836B-46046849912D}"/>
              </a:ext>
            </a:extLst>
          </p:cNvPr>
          <p:cNvSpPr/>
          <p:nvPr/>
        </p:nvSpPr>
        <p:spPr>
          <a:xfrm>
            <a:off x="5081499" y="1963988"/>
            <a:ext cx="2249071" cy="1224521"/>
          </a:xfrm>
          <a:prstGeom prst="roundRect">
            <a:avLst>
              <a:gd name="adj" fmla="val 3512"/>
            </a:avLst>
          </a:prstGeom>
          <a:solidFill>
            <a:srgbClr val="E5F1DD"/>
          </a:solidFill>
          <a:ln w="1905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5" name="图形 104">
            <a:extLst>
              <a:ext uri="{FF2B5EF4-FFF2-40B4-BE49-F238E27FC236}">
                <a16:creationId xmlns:a16="http://schemas.microsoft.com/office/drawing/2014/main" id="{F0BC64A2-6519-4E1D-BA7E-8D9C78F3F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32428" y="2608555"/>
            <a:ext cx="460789" cy="460789"/>
          </a:xfrm>
          <a:prstGeom prst="rect">
            <a:avLst/>
          </a:prstGeom>
        </p:spPr>
      </p:pic>
      <p:pic>
        <p:nvPicPr>
          <p:cNvPr id="106" name="图形 105">
            <a:extLst>
              <a:ext uri="{FF2B5EF4-FFF2-40B4-BE49-F238E27FC236}">
                <a16:creationId xmlns:a16="http://schemas.microsoft.com/office/drawing/2014/main" id="{C9FD07F3-9EF7-47BE-B97D-AC592E6971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42751" y="2633687"/>
            <a:ext cx="430225" cy="430225"/>
          </a:xfrm>
          <a:prstGeom prst="rect">
            <a:avLst/>
          </a:prstGeom>
        </p:spPr>
      </p:pic>
      <p:cxnSp>
        <p:nvCxnSpPr>
          <p:cNvPr id="107" name="直接连接符 106">
            <a:extLst>
              <a:ext uri="{FF2B5EF4-FFF2-40B4-BE49-F238E27FC236}">
                <a16:creationId xmlns:a16="http://schemas.microsoft.com/office/drawing/2014/main" id="{D8D872FD-647A-4E7F-A2D1-28DE1A1EA5EC}"/>
              </a:ext>
            </a:extLst>
          </p:cNvPr>
          <p:cNvCxnSpPr>
            <a:cxnSpLocks/>
          </p:cNvCxnSpPr>
          <p:nvPr/>
        </p:nvCxnSpPr>
        <p:spPr>
          <a:xfrm flipH="1">
            <a:off x="5287278" y="2388966"/>
            <a:ext cx="135795" cy="260991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8" name="直接连接符 107">
            <a:extLst>
              <a:ext uri="{FF2B5EF4-FFF2-40B4-BE49-F238E27FC236}">
                <a16:creationId xmlns:a16="http://schemas.microsoft.com/office/drawing/2014/main" id="{55E712E2-5D2A-4C7F-8CFA-BA9B876FE6E5}"/>
              </a:ext>
            </a:extLst>
          </p:cNvPr>
          <p:cNvCxnSpPr>
            <a:cxnSpLocks/>
          </p:cNvCxnSpPr>
          <p:nvPr/>
        </p:nvCxnSpPr>
        <p:spPr>
          <a:xfrm>
            <a:off x="5429572" y="2372929"/>
            <a:ext cx="290401" cy="275619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1FBB62DF-3AEE-4ED9-B21F-4F145920901F}"/>
              </a:ext>
            </a:extLst>
          </p:cNvPr>
          <p:cNvCxnSpPr>
            <a:cxnSpLocks/>
          </p:cNvCxnSpPr>
          <p:nvPr/>
        </p:nvCxnSpPr>
        <p:spPr>
          <a:xfrm>
            <a:off x="6126015" y="2390366"/>
            <a:ext cx="347996" cy="331556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0" name="直接连接符 109">
            <a:extLst>
              <a:ext uri="{FF2B5EF4-FFF2-40B4-BE49-F238E27FC236}">
                <a16:creationId xmlns:a16="http://schemas.microsoft.com/office/drawing/2014/main" id="{332B0654-4A89-4806-AB4E-AA97852E720B}"/>
              </a:ext>
            </a:extLst>
          </p:cNvPr>
          <p:cNvCxnSpPr>
            <a:cxnSpLocks/>
          </p:cNvCxnSpPr>
          <p:nvPr/>
        </p:nvCxnSpPr>
        <p:spPr>
          <a:xfrm>
            <a:off x="6134360" y="2391674"/>
            <a:ext cx="865529" cy="300695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49B2666-1B96-4E86-BE1C-726B5C4410D5}"/>
                  </a:ext>
                </a:extLst>
              </p:cNvPr>
              <p:cNvSpPr txBox="1"/>
              <p:nvPr/>
            </p:nvSpPr>
            <p:spPr>
              <a:xfrm>
                <a:off x="6889015" y="1936510"/>
                <a:ext cx="315383" cy="3007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1" i="1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𝑹</m:t>
                          </m:r>
                        </m:sub>
                        <m:sup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𝒂𝒖𝒈</m:t>
                          </m:r>
                        </m:sup>
                      </m:sSub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349B2666-1B96-4E86-BE1C-726B5C4410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9015" y="1936510"/>
                <a:ext cx="315383" cy="300723"/>
              </a:xfrm>
              <a:prstGeom prst="rect">
                <a:avLst/>
              </a:prstGeom>
              <a:blipFill>
                <a:blip r:embed="rId21"/>
                <a:stretch>
                  <a:fillRect r="-42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图形 111">
            <a:extLst>
              <a:ext uri="{FF2B5EF4-FFF2-40B4-BE49-F238E27FC236}">
                <a16:creationId xmlns:a16="http://schemas.microsoft.com/office/drawing/2014/main" id="{65AEA06F-2CA4-4F0E-91D3-1C736B5C04C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53851" y="1999132"/>
            <a:ext cx="359938" cy="359938"/>
          </a:xfrm>
          <a:prstGeom prst="rect">
            <a:avLst/>
          </a:prstGeom>
        </p:spPr>
      </p:pic>
      <p:pic>
        <p:nvPicPr>
          <p:cNvPr id="113" name="图形 112">
            <a:extLst>
              <a:ext uri="{FF2B5EF4-FFF2-40B4-BE49-F238E27FC236}">
                <a16:creationId xmlns:a16="http://schemas.microsoft.com/office/drawing/2014/main" id="{C869DC99-657D-46C7-8464-9B689FA1BD5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50078" y="2003349"/>
            <a:ext cx="357763" cy="357763"/>
          </a:xfrm>
          <a:prstGeom prst="rect">
            <a:avLst/>
          </a:prstGeom>
        </p:spPr>
      </p:pic>
      <p:pic>
        <p:nvPicPr>
          <p:cNvPr id="114" name="图形 113">
            <a:extLst>
              <a:ext uri="{FF2B5EF4-FFF2-40B4-BE49-F238E27FC236}">
                <a16:creationId xmlns:a16="http://schemas.microsoft.com/office/drawing/2014/main" id="{624AF86E-F5E8-4A74-B026-0D95DF10350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28098" y="2609593"/>
            <a:ext cx="369944" cy="369944"/>
          </a:xfrm>
          <a:prstGeom prst="rect">
            <a:avLst/>
          </a:prstGeom>
        </p:spPr>
      </p:pic>
      <p:pic>
        <p:nvPicPr>
          <p:cNvPr id="115" name="图形 114">
            <a:extLst>
              <a:ext uri="{FF2B5EF4-FFF2-40B4-BE49-F238E27FC236}">
                <a16:creationId xmlns:a16="http://schemas.microsoft.com/office/drawing/2014/main" id="{E91A3230-2D26-490D-AA47-C27966A7F5D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1088" y="2637269"/>
            <a:ext cx="341725" cy="341725"/>
          </a:xfrm>
          <a:prstGeom prst="rect">
            <a:avLst/>
          </a:prstGeom>
        </p:spPr>
      </p:pic>
      <p:pic>
        <p:nvPicPr>
          <p:cNvPr id="116" name="图形 115">
            <a:extLst>
              <a:ext uri="{FF2B5EF4-FFF2-40B4-BE49-F238E27FC236}">
                <a16:creationId xmlns:a16="http://schemas.microsoft.com/office/drawing/2014/main" id="{99273FBA-0E0C-4222-A774-DEEA3907A11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41468" y="2662016"/>
            <a:ext cx="329461" cy="329461"/>
          </a:xfrm>
          <a:prstGeom prst="rect">
            <a:avLst/>
          </a:prstGeom>
        </p:spPr>
      </p:pic>
      <p:pic>
        <p:nvPicPr>
          <p:cNvPr id="117" name="图形 116">
            <a:extLst>
              <a:ext uri="{FF2B5EF4-FFF2-40B4-BE49-F238E27FC236}">
                <a16:creationId xmlns:a16="http://schemas.microsoft.com/office/drawing/2014/main" id="{176512A1-4F24-45DD-B5E4-F49D17085FCC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553949" y="2002453"/>
            <a:ext cx="365379" cy="365379"/>
          </a:xfrm>
          <a:prstGeom prst="rect">
            <a:avLst/>
          </a:prstGeom>
        </p:spPr>
      </p:pic>
      <p:cxnSp>
        <p:nvCxnSpPr>
          <p:cNvPr id="122" name="直接连接符 121">
            <a:extLst>
              <a:ext uri="{FF2B5EF4-FFF2-40B4-BE49-F238E27FC236}">
                <a16:creationId xmlns:a16="http://schemas.microsoft.com/office/drawing/2014/main" id="{82884994-DB3D-4868-BCE4-E0C320CF3B9E}"/>
              </a:ext>
            </a:extLst>
          </p:cNvPr>
          <p:cNvCxnSpPr>
            <a:cxnSpLocks/>
          </p:cNvCxnSpPr>
          <p:nvPr/>
        </p:nvCxnSpPr>
        <p:spPr>
          <a:xfrm flipH="1">
            <a:off x="6118995" y="2383125"/>
            <a:ext cx="7020" cy="317791"/>
          </a:xfrm>
          <a:prstGeom prst="line">
            <a:avLst/>
          </a:prstGeom>
          <a:ln>
            <a:solidFill>
              <a:srgbClr val="217BB7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>
            <a:extLst>
              <a:ext uri="{FF2B5EF4-FFF2-40B4-BE49-F238E27FC236}">
                <a16:creationId xmlns:a16="http://schemas.microsoft.com/office/drawing/2014/main" id="{4681CA9E-2FA1-4AF1-ADA3-81D507851193}"/>
              </a:ext>
            </a:extLst>
          </p:cNvPr>
          <p:cNvCxnSpPr>
            <a:cxnSpLocks/>
          </p:cNvCxnSpPr>
          <p:nvPr/>
        </p:nvCxnSpPr>
        <p:spPr>
          <a:xfrm>
            <a:off x="6783593" y="2369140"/>
            <a:ext cx="235491" cy="322652"/>
          </a:xfrm>
          <a:prstGeom prst="line">
            <a:avLst/>
          </a:prstGeom>
          <a:ln>
            <a:solidFill>
              <a:srgbClr val="F4B3B3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5B2DEC8F-A668-4E53-820E-46A4967C4ED7}"/>
                  </a:ext>
                </a:extLst>
              </p:cNvPr>
              <p:cNvSpPr txBox="1"/>
              <p:nvPr/>
            </p:nvSpPr>
            <p:spPr>
              <a:xfrm>
                <a:off x="1934046" y="9030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1" name="文本框 130">
                <a:extLst>
                  <a:ext uri="{FF2B5EF4-FFF2-40B4-BE49-F238E27FC236}">
                    <a16:creationId xmlns:a16="http://schemas.microsoft.com/office/drawing/2014/main" id="{5B2DEC8F-A668-4E53-820E-46A4967C4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4046" y="903052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1DC9010-536A-4F4C-A053-2D0DA977307A}"/>
                  </a:ext>
                </a:extLst>
              </p:cNvPr>
              <p:cNvSpPr txBox="1"/>
              <p:nvPr/>
            </p:nvSpPr>
            <p:spPr>
              <a:xfrm>
                <a:off x="2621206" y="90896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2" name="文本框 131">
                <a:extLst>
                  <a:ext uri="{FF2B5EF4-FFF2-40B4-BE49-F238E27FC236}">
                    <a16:creationId xmlns:a16="http://schemas.microsoft.com/office/drawing/2014/main" id="{A1DC9010-536A-4F4C-A053-2D0DA97730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1206" y="908968"/>
                <a:ext cx="658461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B91D080-2EC9-4DF1-879E-6DE598B96ADE}"/>
                  </a:ext>
                </a:extLst>
              </p:cNvPr>
              <p:cNvSpPr txBox="1"/>
              <p:nvPr/>
            </p:nvSpPr>
            <p:spPr>
              <a:xfrm>
                <a:off x="3312951" y="918852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3" name="文本框 132">
                <a:extLst>
                  <a:ext uri="{FF2B5EF4-FFF2-40B4-BE49-F238E27FC236}">
                    <a16:creationId xmlns:a16="http://schemas.microsoft.com/office/drawing/2014/main" id="{4B91D080-2EC9-4DF1-879E-6DE598B96A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951" y="918852"/>
                <a:ext cx="658461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9C66433-8A8A-4B70-97A6-8750D2065AA8}"/>
                  </a:ext>
                </a:extLst>
              </p:cNvPr>
              <p:cNvSpPr txBox="1"/>
              <p:nvPr/>
            </p:nvSpPr>
            <p:spPr>
              <a:xfrm>
                <a:off x="1900978" y="215781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4" name="文本框 133">
                <a:extLst>
                  <a:ext uri="{FF2B5EF4-FFF2-40B4-BE49-F238E27FC236}">
                    <a16:creationId xmlns:a16="http://schemas.microsoft.com/office/drawing/2014/main" id="{C9C66433-8A8A-4B70-97A6-8750D2065A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978" y="2157819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DE36412-AAC0-45C1-BE69-10FE89859DF9}"/>
                  </a:ext>
                </a:extLst>
              </p:cNvPr>
              <p:cNvSpPr txBox="1"/>
              <p:nvPr/>
            </p:nvSpPr>
            <p:spPr>
              <a:xfrm>
                <a:off x="2588138" y="2163735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5" name="文本框 134">
                <a:extLst>
                  <a:ext uri="{FF2B5EF4-FFF2-40B4-BE49-F238E27FC236}">
                    <a16:creationId xmlns:a16="http://schemas.microsoft.com/office/drawing/2014/main" id="{DDE36412-AAC0-45C1-BE69-10FE89859D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138" y="2163735"/>
                <a:ext cx="658461" cy="2308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5D4F169-A691-41B2-B936-4C40FC1AC3A6}"/>
                  </a:ext>
                </a:extLst>
              </p:cNvPr>
              <p:cNvSpPr txBox="1"/>
              <p:nvPr/>
            </p:nvSpPr>
            <p:spPr>
              <a:xfrm>
                <a:off x="3279883" y="2173619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6" name="文本框 135">
                <a:extLst>
                  <a:ext uri="{FF2B5EF4-FFF2-40B4-BE49-F238E27FC236}">
                    <a16:creationId xmlns:a16="http://schemas.microsoft.com/office/drawing/2014/main" id="{D5D4F169-A691-41B2-B936-4C40FC1AC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9883" y="2173619"/>
                <a:ext cx="658461" cy="2308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454DF77-14C6-478D-9761-813E4E9CDBF2}"/>
                  </a:ext>
                </a:extLst>
              </p:cNvPr>
              <p:cNvSpPr txBox="1"/>
              <p:nvPr/>
            </p:nvSpPr>
            <p:spPr>
              <a:xfrm>
                <a:off x="1892564" y="34335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1454DF77-14C6-478D-9761-813E4E9CD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2564" y="3433574"/>
                <a:ext cx="658461" cy="2308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547F73F-7BFB-400F-BC73-0FB89E6C6BDC}"/>
                  </a:ext>
                </a:extLst>
              </p:cNvPr>
              <p:cNvSpPr txBox="1"/>
              <p:nvPr/>
            </p:nvSpPr>
            <p:spPr>
              <a:xfrm>
                <a:off x="2579724" y="343949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8" name="文本框 137">
                <a:extLst>
                  <a:ext uri="{FF2B5EF4-FFF2-40B4-BE49-F238E27FC236}">
                    <a16:creationId xmlns:a16="http://schemas.microsoft.com/office/drawing/2014/main" id="{A547F73F-7BFB-400F-BC73-0FB89E6C6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9724" y="3439490"/>
                <a:ext cx="658461" cy="2308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1275AA2-7664-4B47-AAEB-C4BBAFAB31BA}"/>
                  </a:ext>
                </a:extLst>
              </p:cNvPr>
              <p:cNvSpPr txBox="1"/>
              <p:nvPr/>
            </p:nvSpPr>
            <p:spPr>
              <a:xfrm>
                <a:off x="3271469" y="344937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1275AA2-7664-4B47-AAEB-C4BBAFAB3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469" y="3449374"/>
                <a:ext cx="658461" cy="2308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9090DA7-2378-43B8-B591-7D30AAB1050B}"/>
                  </a:ext>
                </a:extLst>
              </p:cNvPr>
              <p:cNvSpPr txBox="1"/>
              <p:nvPr/>
            </p:nvSpPr>
            <p:spPr>
              <a:xfrm>
                <a:off x="4889768" y="219964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59090DA7-2378-43B8-B591-7D30AAB10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9768" y="2199648"/>
                <a:ext cx="658461" cy="23083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FC0930A0-5B71-4D31-BA51-BACEF87A0B3D}"/>
                  </a:ext>
                </a:extLst>
              </p:cNvPr>
              <p:cNvSpPr txBox="1"/>
              <p:nvPr/>
            </p:nvSpPr>
            <p:spPr>
              <a:xfrm>
                <a:off x="5576928" y="220556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FC0930A0-5B71-4D31-BA51-BACEF87A0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6928" y="2205564"/>
                <a:ext cx="658461" cy="2308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FF61CF7-399C-48A6-BAB7-4EA62930AE47}"/>
                  </a:ext>
                </a:extLst>
              </p:cNvPr>
              <p:cNvSpPr txBox="1"/>
              <p:nvPr/>
            </p:nvSpPr>
            <p:spPr>
              <a:xfrm>
                <a:off x="6268673" y="221544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𝒖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2" name="文本框 141">
                <a:extLst>
                  <a:ext uri="{FF2B5EF4-FFF2-40B4-BE49-F238E27FC236}">
                    <a16:creationId xmlns:a16="http://schemas.microsoft.com/office/drawing/2014/main" id="{8FF61CF7-399C-48A6-BAB7-4EA62930AE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8673" y="2215448"/>
                <a:ext cx="658461" cy="2308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23A98EF-4E0C-4A83-910F-C95246618F6D}"/>
                  </a:ext>
                </a:extLst>
              </p:cNvPr>
              <p:cNvSpPr txBox="1"/>
              <p:nvPr/>
            </p:nvSpPr>
            <p:spPr>
              <a:xfrm>
                <a:off x="2010039" y="159435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223A98EF-4E0C-4A83-910F-C95246618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0039" y="1594350"/>
                <a:ext cx="658461" cy="230832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FB1E4A7-6A70-4F9A-BA12-B60FF37C2267}"/>
                  </a:ext>
                </a:extLst>
              </p:cNvPr>
              <p:cNvSpPr txBox="1"/>
              <p:nvPr/>
            </p:nvSpPr>
            <p:spPr>
              <a:xfrm>
                <a:off x="2384312" y="160996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AFB1E4A7-6A70-4F9A-BA12-B60FF37C2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4312" y="1609967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59AD3CE-3340-4E73-919A-8D245C84CFDF}"/>
                  </a:ext>
                </a:extLst>
              </p:cNvPr>
              <p:cNvSpPr txBox="1"/>
              <p:nvPr/>
            </p:nvSpPr>
            <p:spPr>
              <a:xfrm>
                <a:off x="2854041" y="161998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0" name="文本框 149">
                <a:extLst>
                  <a:ext uri="{FF2B5EF4-FFF2-40B4-BE49-F238E27FC236}">
                    <a16:creationId xmlns:a16="http://schemas.microsoft.com/office/drawing/2014/main" id="{159AD3CE-3340-4E73-919A-8D245C84CF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041" y="1619984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24929A1-1A0E-41A6-B7CC-2EDCE59B8E99}"/>
                  </a:ext>
                </a:extLst>
              </p:cNvPr>
              <p:cNvSpPr txBox="1"/>
              <p:nvPr/>
            </p:nvSpPr>
            <p:spPr>
              <a:xfrm>
                <a:off x="3270576" y="1615406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924929A1-1A0E-41A6-B7CC-2EDCE59B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576" y="1615406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7580B2C-E8C9-479E-A4DC-C26289285EE8}"/>
                  </a:ext>
                </a:extLst>
              </p:cNvPr>
              <p:cNvSpPr txBox="1"/>
              <p:nvPr/>
            </p:nvSpPr>
            <p:spPr>
              <a:xfrm>
                <a:off x="3707204" y="160984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E7580B2C-E8C9-479E-A4DC-C26289285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204" y="1609844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7547145A-BA5C-43F0-A3E8-73BC48FAB556}"/>
                  </a:ext>
                </a:extLst>
              </p:cNvPr>
              <p:cNvSpPr txBox="1"/>
              <p:nvPr/>
            </p:nvSpPr>
            <p:spPr>
              <a:xfrm>
                <a:off x="1979171" y="289960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7547145A-BA5C-43F0-A3E8-73BC48FAB5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171" y="2899607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E2B7B88-E88E-48FD-99BC-FE6F8A329EF0}"/>
                  </a:ext>
                </a:extLst>
              </p:cNvPr>
              <p:cNvSpPr txBox="1"/>
              <p:nvPr/>
            </p:nvSpPr>
            <p:spPr>
              <a:xfrm>
                <a:off x="2353444" y="291522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BE2B7B88-E88E-48FD-99BC-FE6F8A329E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444" y="2915224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8939A8F-EA30-43A0-B7CA-02A2C2BC9F64}"/>
                  </a:ext>
                </a:extLst>
              </p:cNvPr>
              <p:cNvSpPr txBox="1"/>
              <p:nvPr/>
            </p:nvSpPr>
            <p:spPr>
              <a:xfrm>
                <a:off x="2823173" y="292524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8939A8F-EA30-43A0-B7CA-02A2C2BC9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173" y="2925241"/>
                <a:ext cx="658461" cy="23083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843B689-D414-4799-8DE9-C37413CBCD0E}"/>
                  </a:ext>
                </a:extLst>
              </p:cNvPr>
              <p:cNvSpPr txBox="1"/>
              <p:nvPr/>
            </p:nvSpPr>
            <p:spPr>
              <a:xfrm>
                <a:off x="3239708" y="292066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F843B689-D414-4799-8DE9-C37413CBC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9708" y="292066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EE30AC78-B2DD-4CF0-8ED6-35FFFC2ACD32}"/>
                  </a:ext>
                </a:extLst>
              </p:cNvPr>
              <p:cNvSpPr txBox="1"/>
              <p:nvPr/>
            </p:nvSpPr>
            <p:spPr>
              <a:xfrm>
                <a:off x="3676336" y="291510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EE30AC78-B2DD-4CF0-8ED6-35FFFC2AC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6336" y="2915101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5B039D8F-0AD4-4367-AA66-546DCE9149B1}"/>
                  </a:ext>
                </a:extLst>
              </p:cNvPr>
              <p:cNvSpPr txBox="1"/>
              <p:nvPr/>
            </p:nvSpPr>
            <p:spPr>
              <a:xfrm>
                <a:off x="2024214" y="4168737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8" name="文本框 157">
                <a:extLst>
                  <a:ext uri="{FF2B5EF4-FFF2-40B4-BE49-F238E27FC236}">
                    <a16:creationId xmlns:a16="http://schemas.microsoft.com/office/drawing/2014/main" id="{5B039D8F-0AD4-4367-AA66-546DCE9149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214" y="4168737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119DFBA0-ED68-4B7B-ACDD-90DAFD076A9C}"/>
                  </a:ext>
                </a:extLst>
              </p:cNvPr>
              <p:cNvSpPr txBox="1"/>
              <p:nvPr/>
            </p:nvSpPr>
            <p:spPr>
              <a:xfrm>
                <a:off x="2398487" y="418435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59" name="文本框 158">
                <a:extLst>
                  <a:ext uri="{FF2B5EF4-FFF2-40B4-BE49-F238E27FC236}">
                    <a16:creationId xmlns:a16="http://schemas.microsoft.com/office/drawing/2014/main" id="{119DFBA0-ED68-4B7B-ACDD-90DAFD076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8487" y="4184354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0994B1E-EC7B-416F-8F8C-18A9A947BD81}"/>
                  </a:ext>
                </a:extLst>
              </p:cNvPr>
              <p:cNvSpPr txBox="1"/>
              <p:nvPr/>
            </p:nvSpPr>
            <p:spPr>
              <a:xfrm>
                <a:off x="2868216" y="419437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0" name="文本框 159">
                <a:extLst>
                  <a:ext uri="{FF2B5EF4-FFF2-40B4-BE49-F238E27FC236}">
                    <a16:creationId xmlns:a16="http://schemas.microsoft.com/office/drawing/2014/main" id="{20994B1E-EC7B-416F-8F8C-18A9A947B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8216" y="4194371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7B69C4F8-28AF-448E-9F25-0E4E6C5E95D6}"/>
                  </a:ext>
                </a:extLst>
              </p:cNvPr>
              <p:cNvSpPr txBox="1"/>
              <p:nvPr/>
            </p:nvSpPr>
            <p:spPr>
              <a:xfrm>
                <a:off x="3284751" y="4189793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1" name="文本框 160">
                <a:extLst>
                  <a:ext uri="{FF2B5EF4-FFF2-40B4-BE49-F238E27FC236}">
                    <a16:creationId xmlns:a16="http://schemas.microsoft.com/office/drawing/2014/main" id="{7B69C4F8-28AF-448E-9F25-0E4E6C5E9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751" y="4189793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FE9AACF-B46E-401E-825D-1E52421709C2}"/>
                  </a:ext>
                </a:extLst>
              </p:cNvPr>
              <p:cNvSpPr txBox="1"/>
              <p:nvPr/>
            </p:nvSpPr>
            <p:spPr>
              <a:xfrm>
                <a:off x="3721379" y="418423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2" name="文本框 161">
                <a:extLst>
                  <a:ext uri="{FF2B5EF4-FFF2-40B4-BE49-F238E27FC236}">
                    <a16:creationId xmlns:a16="http://schemas.microsoft.com/office/drawing/2014/main" id="{3FE9AACF-B46E-401E-825D-1E52421709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1379" y="4184231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5DB910C6-D9B5-448E-A20B-8183B6A7EEB2}"/>
                  </a:ext>
                </a:extLst>
              </p:cNvPr>
              <p:cNvSpPr txBox="1"/>
              <p:nvPr/>
            </p:nvSpPr>
            <p:spPr>
              <a:xfrm>
                <a:off x="5016469" y="2913094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3" name="文本框 162">
                <a:extLst>
                  <a:ext uri="{FF2B5EF4-FFF2-40B4-BE49-F238E27FC236}">
                    <a16:creationId xmlns:a16="http://schemas.microsoft.com/office/drawing/2014/main" id="{5DB910C6-D9B5-448E-A20B-8183B6A7EE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69" y="2913094"/>
                <a:ext cx="658461" cy="230832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18B4158-A4EB-4CB0-8459-4B45965066FD}"/>
                  </a:ext>
                </a:extLst>
              </p:cNvPr>
              <p:cNvSpPr txBox="1"/>
              <p:nvPr/>
            </p:nvSpPr>
            <p:spPr>
              <a:xfrm>
                <a:off x="5390742" y="2928711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4" name="文本框 163">
                <a:extLst>
                  <a:ext uri="{FF2B5EF4-FFF2-40B4-BE49-F238E27FC236}">
                    <a16:creationId xmlns:a16="http://schemas.microsoft.com/office/drawing/2014/main" id="{318B4158-A4EB-4CB0-8459-4B4596506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742" y="2928711"/>
                <a:ext cx="658461" cy="230832"/>
              </a:xfrm>
              <a:prstGeom prst="rect">
                <a:avLst/>
              </a:prstGeom>
              <a:blipFill>
                <a:blip r:embed="rId3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A77DB8F6-6C43-4705-8B86-03C3B835487B}"/>
                  </a:ext>
                </a:extLst>
              </p:cNvPr>
              <p:cNvSpPr txBox="1"/>
              <p:nvPr/>
            </p:nvSpPr>
            <p:spPr>
              <a:xfrm>
                <a:off x="5860471" y="293872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A77DB8F6-6C43-4705-8B86-03C3B8354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471" y="2938728"/>
                <a:ext cx="658461" cy="230832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EBE1B1B2-A534-4EDF-8B23-9CC7FEB3EE9B}"/>
                  </a:ext>
                </a:extLst>
              </p:cNvPr>
              <p:cNvSpPr txBox="1"/>
              <p:nvPr/>
            </p:nvSpPr>
            <p:spPr>
              <a:xfrm>
                <a:off x="6277006" y="2934150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EBE1B1B2-A534-4EDF-8B23-9CC7FEB3E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7006" y="2934150"/>
                <a:ext cx="658461" cy="230832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B81C7AB-70AC-4B2E-8C7E-8E5E68B4C020}"/>
                  </a:ext>
                </a:extLst>
              </p:cNvPr>
              <p:cNvSpPr txBox="1"/>
              <p:nvPr/>
            </p:nvSpPr>
            <p:spPr>
              <a:xfrm>
                <a:off x="6713634" y="2928588"/>
                <a:ext cx="658461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</m:ctrlPr>
                        </m:sSubPr>
                        <m:e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𝒊</m:t>
                          </m:r>
                        </m:e>
                        <m:sub>
                          <m:r>
                            <a:rPr lang="en-US" altLang="zh-CN" sz="900" b="1" i="1" smtClean="0">
                              <a:latin typeface="Cambria Math" panose="02040503050406030204" pitchFamily="18" charset="0"/>
                              <a:ea typeface="微软雅黑" panose="020B0503020204020204" pitchFamily="34" charset="-122"/>
                            </a:rPr>
                            <m:t>𝟓</m:t>
                          </m:r>
                        </m:sub>
                      </m:sSub>
                    </m:oMath>
                  </m:oMathPara>
                </a14:m>
                <a:endParaRPr lang="zh-CN" altLang="en-US" sz="900" dirty="0"/>
              </a:p>
            </p:txBody>
          </p:sp>
        </mc:Choice>
        <mc:Fallback xmlns="">
          <p:sp>
            <p:nvSpPr>
              <p:cNvPr id="167" name="文本框 166">
                <a:extLst>
                  <a:ext uri="{FF2B5EF4-FFF2-40B4-BE49-F238E27FC236}">
                    <a16:creationId xmlns:a16="http://schemas.microsoft.com/office/drawing/2014/main" id="{EB81C7AB-70AC-4B2E-8C7E-8E5E68B4C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3634" y="2928588"/>
                <a:ext cx="658461" cy="230832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94446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8865C029-D314-4228-8D44-6889B531D255}"/>
              </a:ext>
            </a:extLst>
          </p:cNvPr>
          <p:cNvSpPr/>
          <p:nvPr/>
        </p:nvSpPr>
        <p:spPr>
          <a:xfrm>
            <a:off x="1258615" y="1383771"/>
            <a:ext cx="4331502" cy="2233559"/>
          </a:xfrm>
          <a:prstGeom prst="roundRect">
            <a:avLst>
              <a:gd name="adj" fmla="val 3512"/>
            </a:avLst>
          </a:prstGeom>
          <a:solidFill>
            <a:schemeClr val="bg1"/>
          </a:solidFill>
          <a:ln w="19050">
            <a:solidFill>
              <a:srgbClr val="92D05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C8D126F2-A00E-436A-A194-F6B809104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32582" y="1425676"/>
            <a:ext cx="460789" cy="460789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330D49E1-7C0B-4C49-959F-07192DE7FA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32557" y="1821666"/>
            <a:ext cx="430225" cy="430225"/>
          </a:xfrm>
          <a:prstGeom prst="rect">
            <a:avLst/>
          </a:prstGeom>
        </p:spPr>
      </p:pic>
      <p:pic>
        <p:nvPicPr>
          <p:cNvPr id="7" name="图形 6">
            <a:extLst>
              <a:ext uri="{FF2B5EF4-FFF2-40B4-BE49-F238E27FC236}">
                <a16:creationId xmlns:a16="http://schemas.microsoft.com/office/drawing/2014/main" id="{AE299F0E-FB2E-4DCB-90D7-EDFA6C5920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555299" y="1479656"/>
            <a:ext cx="369944" cy="369944"/>
          </a:xfrm>
          <a:prstGeom prst="rect">
            <a:avLst/>
          </a:prstGeom>
        </p:spPr>
      </p:pic>
      <p:pic>
        <p:nvPicPr>
          <p:cNvPr id="8" name="图形 7">
            <a:extLst>
              <a:ext uri="{FF2B5EF4-FFF2-40B4-BE49-F238E27FC236}">
                <a16:creationId xmlns:a16="http://schemas.microsoft.com/office/drawing/2014/main" id="{337CC4B8-7D3E-4B84-BCE0-7282A11E882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95757" y="1865917"/>
            <a:ext cx="341725" cy="341725"/>
          </a:xfrm>
          <a:prstGeom prst="rect">
            <a:avLst/>
          </a:prstGeom>
        </p:spPr>
      </p:pic>
      <p:pic>
        <p:nvPicPr>
          <p:cNvPr id="9" name="图形 8">
            <a:extLst>
              <a:ext uri="{FF2B5EF4-FFF2-40B4-BE49-F238E27FC236}">
                <a16:creationId xmlns:a16="http://schemas.microsoft.com/office/drawing/2014/main" id="{B753A3A6-7CAE-492D-B239-3A697D57CEB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35052" y="1489282"/>
            <a:ext cx="329461" cy="329461"/>
          </a:xfrm>
          <a:prstGeom prst="rect">
            <a:avLst/>
          </a:prstGeom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C30AB7-59B0-45B0-8A6A-AF72530A1859}"/>
              </a:ext>
            </a:extLst>
          </p:cNvPr>
          <p:cNvSpPr/>
          <p:nvPr/>
        </p:nvSpPr>
        <p:spPr>
          <a:xfrm>
            <a:off x="1520737" y="1448976"/>
            <a:ext cx="1317538" cy="7965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6113ED04-89E4-456F-9B5F-FB5DF5D3B4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23251" y="1865917"/>
            <a:ext cx="379622" cy="37962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E6F56A5-5D44-48CC-B605-923A8D50C6F1}"/>
              </a:ext>
            </a:extLst>
          </p:cNvPr>
          <p:cNvSpPr txBox="1"/>
          <p:nvPr/>
        </p:nvSpPr>
        <p:spPr>
          <a:xfrm>
            <a:off x="1260445" y="2236958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Auxiliary Behavior Interactions 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图形 12">
            <a:extLst>
              <a:ext uri="{FF2B5EF4-FFF2-40B4-BE49-F238E27FC236}">
                <a16:creationId xmlns:a16="http://schemas.microsoft.com/office/drawing/2014/main" id="{DDD0AC8B-53F1-487A-AFB2-933C883D2E4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3707" y="2681046"/>
            <a:ext cx="369944" cy="369944"/>
          </a:xfrm>
          <a:prstGeom prst="rect">
            <a:avLst/>
          </a:prstGeom>
        </p:spPr>
      </p:pic>
      <p:pic>
        <p:nvPicPr>
          <p:cNvPr id="14" name="图形 13">
            <a:extLst>
              <a:ext uri="{FF2B5EF4-FFF2-40B4-BE49-F238E27FC236}">
                <a16:creationId xmlns:a16="http://schemas.microsoft.com/office/drawing/2014/main" id="{BE306483-7F99-4BC9-A292-61E5F1C317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98470" y="2665441"/>
            <a:ext cx="430225" cy="4302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31481176-046C-4510-9FCC-5DCB15D8D9ED}"/>
              </a:ext>
            </a:extLst>
          </p:cNvPr>
          <p:cNvSpPr txBox="1"/>
          <p:nvPr/>
        </p:nvSpPr>
        <p:spPr>
          <a:xfrm>
            <a:off x="1229333" y="3285191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Behavior Interactions 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9E90558-8D49-43C8-9418-409EB6AED95C}"/>
              </a:ext>
            </a:extLst>
          </p:cNvPr>
          <p:cNvSpPr/>
          <p:nvPr/>
        </p:nvSpPr>
        <p:spPr>
          <a:xfrm>
            <a:off x="1505080" y="2505709"/>
            <a:ext cx="1317538" cy="796563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2A60D9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E392EDB-CFB2-494F-95A5-31695F5778B2}"/>
              </a:ext>
            </a:extLst>
          </p:cNvPr>
          <p:cNvSpPr/>
          <p:nvPr/>
        </p:nvSpPr>
        <p:spPr>
          <a:xfrm>
            <a:off x="3766530" y="3032415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018D820-BBA4-4C89-B045-F72B968F3F74}"/>
              </a:ext>
            </a:extLst>
          </p:cNvPr>
          <p:cNvSpPr txBox="1"/>
          <p:nvPr/>
        </p:nvSpPr>
        <p:spPr>
          <a:xfrm>
            <a:off x="3473177" y="3379922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True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A0FEE8D-442C-44F2-8310-49EA7FAA23BA}"/>
              </a:ext>
            </a:extLst>
          </p:cNvPr>
          <p:cNvSpPr txBox="1"/>
          <p:nvPr/>
        </p:nvSpPr>
        <p:spPr>
          <a:xfrm>
            <a:off x="3489461" y="1772399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1A8FDBBE-A4AA-42F5-852A-7C7547E50C8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5500" y="3032580"/>
            <a:ext cx="369944" cy="369944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2F86DBE8-4C4F-4F15-A459-6E7A2962E5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27112" y="2995621"/>
            <a:ext cx="430225" cy="430225"/>
          </a:xfrm>
          <a:prstGeom prst="rect">
            <a:avLst/>
          </a:prstGeom>
        </p:spPr>
      </p:pic>
      <p:sp>
        <p:nvSpPr>
          <p:cNvPr id="22" name="箭头: 右 21">
            <a:extLst>
              <a:ext uri="{FF2B5EF4-FFF2-40B4-BE49-F238E27FC236}">
                <a16:creationId xmlns:a16="http://schemas.microsoft.com/office/drawing/2014/main" id="{AB1C2490-9C53-45C7-802D-85DD63884575}"/>
              </a:ext>
            </a:extLst>
          </p:cNvPr>
          <p:cNvSpPr/>
          <p:nvPr/>
        </p:nvSpPr>
        <p:spPr>
          <a:xfrm>
            <a:off x="3099591" y="2399475"/>
            <a:ext cx="379622" cy="167407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7ADED1C-58AF-4578-80F2-D645ECB60517}"/>
              </a:ext>
            </a:extLst>
          </p:cNvPr>
          <p:cNvSpPr/>
          <p:nvPr/>
        </p:nvSpPr>
        <p:spPr>
          <a:xfrm>
            <a:off x="3775021" y="1470619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C831BF7-8111-4C09-B104-BF65C6B2388B}"/>
              </a:ext>
            </a:extLst>
          </p:cNvPr>
          <p:cNvSpPr txBox="1"/>
          <p:nvPr/>
        </p:nvSpPr>
        <p:spPr>
          <a:xfrm>
            <a:off x="3267433" y="2296631"/>
            <a:ext cx="25380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Temporary Exploratory Preferences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401AE9A3-D5D1-4490-B385-F4F6B0CB459D}"/>
              </a:ext>
            </a:extLst>
          </p:cNvPr>
          <p:cNvSpPr/>
          <p:nvPr/>
        </p:nvSpPr>
        <p:spPr>
          <a:xfrm>
            <a:off x="3776756" y="1980703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73C2CD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3B30DF-4498-4B6D-AE48-9134DF38C6E8}"/>
              </a:ext>
            </a:extLst>
          </p:cNvPr>
          <p:cNvSpPr txBox="1"/>
          <p:nvPr/>
        </p:nvSpPr>
        <p:spPr>
          <a:xfrm>
            <a:off x="3489462" y="2811633"/>
            <a:ext cx="192122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Interactions</a:t>
            </a:r>
            <a:endParaRPr lang="zh-CN" alt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EE35D6D0-840E-41EA-80DD-A11504B61F6B}"/>
              </a:ext>
            </a:extLst>
          </p:cNvPr>
          <p:cNvSpPr/>
          <p:nvPr/>
        </p:nvSpPr>
        <p:spPr>
          <a:xfrm>
            <a:off x="3772766" y="2505709"/>
            <a:ext cx="1317538" cy="356319"/>
          </a:xfrm>
          <a:prstGeom prst="roundRect">
            <a:avLst>
              <a:gd name="adj" fmla="val 0"/>
            </a:avLst>
          </a:prstGeom>
          <a:noFill/>
          <a:ln w="19050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28" name="图形 27">
            <a:extLst>
              <a:ext uri="{FF2B5EF4-FFF2-40B4-BE49-F238E27FC236}">
                <a16:creationId xmlns:a16="http://schemas.microsoft.com/office/drawing/2014/main" id="{39169545-9627-4A3E-9704-DB4F3D425AB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22581" y="2509817"/>
            <a:ext cx="341725" cy="341725"/>
          </a:xfrm>
          <a:prstGeom prst="rect">
            <a:avLst/>
          </a:prstGeom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18D59776-B476-4EE0-9D54-4AA3B6C4B90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50075" y="2509817"/>
            <a:ext cx="379622" cy="379622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0B223D4B-22BD-4A84-8945-F7E64CEF6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4847" y="1407626"/>
            <a:ext cx="460789" cy="460789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E20A83B2-825A-4272-BC17-B1B57AF00E5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220510" y="2001967"/>
            <a:ext cx="329461" cy="329461"/>
          </a:xfrm>
          <a:prstGeom prst="rect">
            <a:avLst/>
          </a:prstGeom>
        </p:spPr>
      </p:pic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6689AA7-2790-46DE-A1F7-4AAA2A27DE9C}"/>
              </a:ext>
            </a:extLst>
          </p:cNvPr>
          <p:cNvSpPr/>
          <p:nvPr/>
        </p:nvSpPr>
        <p:spPr>
          <a:xfrm>
            <a:off x="1555298" y="1500489"/>
            <a:ext cx="377283" cy="707153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6B195589-5337-462A-918E-33B9F18EBEAF}"/>
              </a:ext>
            </a:extLst>
          </p:cNvPr>
          <p:cNvSpPr/>
          <p:nvPr/>
        </p:nvSpPr>
        <p:spPr>
          <a:xfrm>
            <a:off x="1654216" y="2665442"/>
            <a:ext cx="974479" cy="417582"/>
          </a:xfrm>
          <a:prstGeom prst="roundRect">
            <a:avLst>
              <a:gd name="adj" fmla="val 3512"/>
            </a:avLst>
          </a:prstGeom>
          <a:noFill/>
          <a:ln w="19050">
            <a:solidFill>
              <a:srgbClr val="A183D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146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1958</TotalTime>
  <Words>134</Words>
  <Application>Microsoft Office PowerPoint</Application>
  <PresentationFormat>宽屏</PresentationFormat>
  <Paragraphs>108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0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红雨</dc:creator>
  <cp:lastModifiedBy>樊 红雨</cp:lastModifiedBy>
  <cp:revision>46</cp:revision>
  <dcterms:created xsi:type="dcterms:W3CDTF">2024-09-12T04:08:11Z</dcterms:created>
  <dcterms:modified xsi:type="dcterms:W3CDTF">2024-10-08T06:48:25Z</dcterms:modified>
</cp:coreProperties>
</file>