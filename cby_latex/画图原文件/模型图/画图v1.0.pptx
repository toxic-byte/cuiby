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F7E"/>
    <a:srgbClr val="40A0B0"/>
    <a:srgbClr val="BBDDE6"/>
    <a:srgbClr val="517FA4"/>
    <a:srgbClr val="217BB7"/>
    <a:srgbClr val="7DCBE3"/>
    <a:srgbClr val="ACE0F9"/>
    <a:srgbClr val="9DD4D1"/>
    <a:srgbClr val="50A7C2"/>
    <a:srgbClr val="5C9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123A5-B185-4E08-B963-219BDC1BF911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B0E48-9DF4-4BAC-9396-D5CD5E713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1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49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4DFF4-C947-4945-9006-F52B9A7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B9263B-732F-499A-9105-99659EFE3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69EF24-AB2E-4CAE-8178-EC85B0BE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085125-0377-4CDF-B648-05D8A70D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26E7B-06BC-4545-82BD-68C05CFC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0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65577-45F1-4264-9FB2-142CB612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3D4BAC-B194-4BFC-AB3B-B9650C8E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AFFE5F-841C-4328-BD1C-FB1A7AEF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50C6C-0F66-471B-AAAC-170888A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6BC59-286A-403D-B71B-4FC699B5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62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ABF24-DF93-4981-8C9E-7963DB96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E0661-D397-4620-8B66-8A9F7F52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66374-440E-4CD7-A569-435EE3A3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B01BF-26FB-4B64-8EF9-4B497F72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F56C8-254A-4DB1-86D3-13FD1EDB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96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DA5B6-8381-4F72-ACA8-45F1A601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E1FD6-55D1-418A-B62F-7A5558E53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849CA7-C088-44D5-B55C-1E35DFDA0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D3C4E-36D6-4539-82E1-9C9112CB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505067-2CB7-4819-9CE9-CF1836F2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E16D7-24FC-454C-B2F8-5F9D07EB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87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1B94C-C826-4849-AAAC-A2E984B9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B5908B-F0F8-43FA-96BB-3C102D064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69DAE5-A2A8-4BF1-8FF6-224CF7277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AD5D3E-B401-45A4-91A1-6FB77B2DB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C137B4-CC59-46F7-A7D3-EA5B908FD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F31E81-75B3-4C56-B171-9FC3540C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10D7E4-5516-4C0A-958A-6204879F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6ED3F9-C4B6-4163-AD10-771BA7B7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1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2070A-7408-4212-864C-3382120E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0D460B-1330-4490-978A-B388A8F9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3DF398-4DCF-4824-B399-7FC481E9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F0CE89-335A-460B-B150-9C0AFDCE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58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67787-5035-4818-BFAF-BA4894D4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311A4-1B7C-4302-AA85-2B3538AE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0A5DE-CEBE-42EE-9920-D2D13327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0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812BF-6D62-46B9-945E-A55DE8AB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E0418-3363-45EB-B989-8B691A34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7F105C-B1EB-4AFF-B27C-8212B5E24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26948C-37EB-48A4-91F4-43077955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CFF9F0-66FB-4E8E-BA45-FF2BFABB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1AB33-E7F5-4F90-85A8-0B924502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3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A76F5-66EF-46C5-8B0F-0D432BA4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923FEA-3235-41C6-9F99-8B14CCF60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455A75-D66E-4E86-BCE7-4818F228A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3A76E7-0DF0-482D-BC2C-3DDD6D1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302AA-AD0C-4A24-AEFF-81DC1425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90A145-019C-4F4E-BE53-515B48A1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99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37CD-91DF-4A76-AC7B-F6EA6F7D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B418A9-7463-4869-AEBB-D6A448528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0BCBF-F126-4651-91A3-B341C2BB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C3891-D944-4487-A552-61B94998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9493F-2282-46C0-9F2E-7261643C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0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649238-4FF7-41D7-A260-2B6BC2CED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8BD667-F350-4216-A120-49E91280A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54C9B1-90F4-4AF0-B903-93BC41A7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46006-D10F-4556-B829-A48B9BF4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F0700-F661-4A36-A038-64462AFD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12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EFFB27-A49C-48B2-A6A6-0CBF0607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F75E13-BE76-40AE-9F8D-F190446C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0F172-3D20-4EE9-AEC0-FB346004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404AA-606E-42EA-9753-31793257A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17C9C4-0C28-4354-9BD5-9B0931443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7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9" Type="http://schemas.openxmlformats.org/officeDocument/2006/relationships/image" Target="../media/image36.png"/><Relationship Id="rId21" Type="http://schemas.openxmlformats.org/officeDocument/2006/relationships/image" Target="../media/image19.png"/><Relationship Id="rId34" Type="http://schemas.openxmlformats.org/officeDocument/2006/relationships/image" Target="../media/image31.png"/><Relationship Id="rId42" Type="http://schemas.openxmlformats.org/officeDocument/2006/relationships/image" Target="../media/image3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41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290.png"/><Relationship Id="rId37" Type="http://schemas.openxmlformats.org/officeDocument/2006/relationships/image" Target="../media/image34.png"/><Relationship Id="rId40" Type="http://schemas.openxmlformats.org/officeDocument/2006/relationships/image" Target="../media/image37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2.png"/><Relationship Id="rId43" Type="http://schemas.openxmlformats.org/officeDocument/2006/relationships/image" Target="../media/image40.png"/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0.png"/><Relationship Id="rId38" Type="http://schemas.openxmlformats.org/officeDocument/2006/relationships/image" Target="../media/image3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3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230506" y="2446220"/>
            <a:ext cx="3122126" cy="384810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329305" y="429128"/>
            <a:ext cx="1712093" cy="193492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681456" y="437140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716644" y="200078"/>
            <a:ext cx="2407312" cy="474979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79A8FF09-7F43-458F-B2E2-303E4DA11D60}"/>
              </a:ext>
            </a:extLst>
          </p:cNvPr>
          <p:cNvSpPr/>
          <p:nvPr/>
        </p:nvSpPr>
        <p:spPr>
          <a:xfrm>
            <a:off x="2737315" y="675060"/>
            <a:ext cx="2297665" cy="149631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0" y="576671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87853" y="668498"/>
            <a:ext cx="2255537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4476E978-99E7-4B2C-BEE1-B4966735B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741" y="771621"/>
            <a:ext cx="323255" cy="323255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  <a:stCxn id="22" idx="2"/>
            <a:endCxn id="31" idx="0"/>
          </p:cNvCxnSpPr>
          <p:nvPr/>
        </p:nvCxnSpPr>
        <p:spPr>
          <a:xfrm flipH="1">
            <a:off x="297302" y="1082934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图形 21">
            <a:extLst>
              <a:ext uri="{FF2B5EF4-FFF2-40B4-BE49-F238E27FC236}">
                <a16:creationId xmlns:a16="http://schemas.microsoft.com/office/drawing/2014/main" id="{004E8163-6D55-45EA-AEEA-54ECA2880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179" y="759679"/>
            <a:ext cx="323255" cy="323255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F6A8705C-AED9-468E-9C28-F4CB6DE6DA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1993" y="771201"/>
            <a:ext cx="323255" cy="323255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11689595-7D74-4E1D-A889-54CFEF3EBF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674" y="1374784"/>
            <a:ext cx="323256" cy="323256"/>
          </a:xfrm>
          <a:prstGeom prst="rect">
            <a:avLst/>
          </a:prstGeom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8F04A408-F49D-4806-B909-1B0B4CA2D3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451" y="1368403"/>
            <a:ext cx="323255" cy="323255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8782" y="1313065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9105" y="1338197"/>
            <a:ext cx="430225" cy="430225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275AB715-8361-40EC-81BD-273F116D5AD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36974" y="1396879"/>
            <a:ext cx="338537" cy="338537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  <a:stCxn id="22" idx="2"/>
            <a:endCxn id="33" idx="0"/>
          </p:cNvCxnSpPr>
          <p:nvPr/>
        </p:nvCxnSpPr>
        <p:spPr>
          <a:xfrm>
            <a:off x="487807" y="1082934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87807" y="1082934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  <a:stCxn id="11" idx="2"/>
            <a:endCxn id="33" idx="0"/>
          </p:cNvCxnSpPr>
          <p:nvPr/>
        </p:nvCxnSpPr>
        <p:spPr>
          <a:xfrm flipH="1">
            <a:off x="707079" y="1094876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32369" y="1094876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32369" y="1094876"/>
            <a:ext cx="448629" cy="34653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  <a:stCxn id="11" idx="2"/>
            <a:endCxn id="39" idx="0"/>
          </p:cNvCxnSpPr>
          <p:nvPr/>
        </p:nvCxnSpPr>
        <p:spPr>
          <a:xfrm>
            <a:off x="1132369" y="1094876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23" idx="2"/>
            <a:endCxn id="39" idx="0"/>
          </p:cNvCxnSpPr>
          <p:nvPr/>
        </p:nvCxnSpPr>
        <p:spPr>
          <a:xfrm>
            <a:off x="1793621" y="1094456"/>
            <a:ext cx="212622" cy="302423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94873" y="1954283"/>
            <a:ext cx="2246217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6" name="图形 125">
            <a:extLst>
              <a:ext uri="{FF2B5EF4-FFF2-40B4-BE49-F238E27FC236}">
                <a16:creationId xmlns:a16="http://schemas.microsoft.com/office/drawing/2014/main" id="{D4BDFC9D-3D3B-48A6-94FD-912E2941E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761" y="2057406"/>
            <a:ext cx="323255" cy="323255"/>
          </a:xfrm>
          <a:prstGeom prst="rect">
            <a:avLst/>
          </a:prstGeom>
        </p:spPr>
      </p:pic>
      <p:pic>
        <p:nvPicPr>
          <p:cNvPr id="128" name="图形 127">
            <a:extLst>
              <a:ext uri="{FF2B5EF4-FFF2-40B4-BE49-F238E27FC236}">
                <a16:creationId xmlns:a16="http://schemas.microsoft.com/office/drawing/2014/main" id="{97C488C2-5DFF-4729-8AE0-C660BC569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199" y="2045464"/>
            <a:ext cx="323255" cy="323255"/>
          </a:xfrm>
          <a:prstGeom prst="rect">
            <a:avLst/>
          </a:prstGeom>
        </p:spPr>
      </p:pic>
      <p:pic>
        <p:nvPicPr>
          <p:cNvPr id="129" name="图形 128">
            <a:extLst>
              <a:ext uri="{FF2B5EF4-FFF2-40B4-BE49-F238E27FC236}">
                <a16:creationId xmlns:a16="http://schemas.microsoft.com/office/drawing/2014/main" id="{FC71EC3B-DCE5-4912-9802-3491AC102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9013" y="2056986"/>
            <a:ext cx="323255" cy="323255"/>
          </a:xfrm>
          <a:prstGeom prst="rect">
            <a:avLst/>
          </a:prstGeom>
        </p:spPr>
      </p:pic>
      <p:pic>
        <p:nvPicPr>
          <p:cNvPr id="130" name="图形 129">
            <a:extLst>
              <a:ext uri="{FF2B5EF4-FFF2-40B4-BE49-F238E27FC236}">
                <a16:creationId xmlns:a16="http://schemas.microsoft.com/office/drawing/2014/main" id="{83CFA900-2653-40B1-BC68-ECB38F292C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694" y="2660569"/>
            <a:ext cx="323256" cy="323256"/>
          </a:xfrm>
          <a:prstGeom prst="rect">
            <a:avLst/>
          </a:prstGeom>
        </p:spPr>
      </p:pic>
      <p:pic>
        <p:nvPicPr>
          <p:cNvPr id="131" name="图形 130">
            <a:extLst>
              <a:ext uri="{FF2B5EF4-FFF2-40B4-BE49-F238E27FC236}">
                <a16:creationId xmlns:a16="http://schemas.microsoft.com/office/drawing/2014/main" id="{D5595A2D-57FB-424B-9B53-4F6294F846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8700" y="2681883"/>
            <a:ext cx="323255" cy="323255"/>
          </a:xfrm>
          <a:prstGeom prst="rect">
            <a:avLst/>
          </a:prstGeom>
        </p:spPr>
      </p:pic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5802" y="2598850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56125" y="2623982"/>
            <a:ext cx="430225" cy="430225"/>
          </a:xfrm>
          <a:prstGeom prst="rect">
            <a:avLst/>
          </a:prstGeom>
        </p:spPr>
      </p:pic>
      <p:pic>
        <p:nvPicPr>
          <p:cNvPr id="134" name="图形 133">
            <a:extLst>
              <a:ext uri="{FF2B5EF4-FFF2-40B4-BE49-F238E27FC236}">
                <a16:creationId xmlns:a16="http://schemas.microsoft.com/office/drawing/2014/main" id="{18977D76-5A62-4392-A681-A18F27FFE85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43994" y="2682664"/>
            <a:ext cx="338537" cy="338537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300651" y="2369935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494827" y="2368719"/>
            <a:ext cx="637541" cy="345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1132369" y="2380661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1147734" y="2381969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1800641" y="2380241"/>
            <a:ext cx="220967" cy="287538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94873" y="3256203"/>
            <a:ext cx="2249071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5" name="图形 154">
            <a:extLst>
              <a:ext uri="{FF2B5EF4-FFF2-40B4-BE49-F238E27FC236}">
                <a16:creationId xmlns:a16="http://schemas.microsoft.com/office/drawing/2014/main" id="{6CB18230-8A1F-4FBA-8D14-5DC9ABE44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761" y="3359326"/>
            <a:ext cx="323255" cy="323255"/>
          </a:xfrm>
          <a:prstGeom prst="rect">
            <a:avLst/>
          </a:prstGeom>
        </p:spPr>
      </p:pic>
      <p:pic>
        <p:nvPicPr>
          <p:cNvPr id="156" name="图形 155">
            <a:extLst>
              <a:ext uri="{FF2B5EF4-FFF2-40B4-BE49-F238E27FC236}">
                <a16:creationId xmlns:a16="http://schemas.microsoft.com/office/drawing/2014/main" id="{821F3B51-EB51-4C82-A531-CF81BCCD4A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199" y="3347384"/>
            <a:ext cx="323255" cy="323255"/>
          </a:xfrm>
          <a:prstGeom prst="rect">
            <a:avLst/>
          </a:prstGeom>
        </p:spPr>
      </p:pic>
      <p:pic>
        <p:nvPicPr>
          <p:cNvPr id="157" name="图形 156">
            <a:extLst>
              <a:ext uri="{FF2B5EF4-FFF2-40B4-BE49-F238E27FC236}">
                <a16:creationId xmlns:a16="http://schemas.microsoft.com/office/drawing/2014/main" id="{3D57EE3B-451C-44F8-9CC0-2AA053163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9013" y="3358906"/>
            <a:ext cx="323255" cy="323255"/>
          </a:xfrm>
          <a:prstGeom prst="rect">
            <a:avLst/>
          </a:prstGeom>
        </p:spPr>
      </p:pic>
      <p:pic>
        <p:nvPicPr>
          <p:cNvPr id="158" name="图形 157">
            <a:extLst>
              <a:ext uri="{FF2B5EF4-FFF2-40B4-BE49-F238E27FC236}">
                <a16:creationId xmlns:a16="http://schemas.microsoft.com/office/drawing/2014/main" id="{660A3671-334B-4115-82AD-BF172D089C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694" y="3962489"/>
            <a:ext cx="323256" cy="323256"/>
          </a:xfrm>
          <a:prstGeom prst="rect">
            <a:avLst/>
          </a:prstGeom>
        </p:spPr>
      </p:pic>
      <p:pic>
        <p:nvPicPr>
          <p:cNvPr id="159" name="图形 158">
            <a:extLst>
              <a:ext uri="{FF2B5EF4-FFF2-40B4-BE49-F238E27FC236}">
                <a16:creationId xmlns:a16="http://schemas.microsoft.com/office/drawing/2014/main" id="{935CA6F3-4DE5-4761-8E9C-10717158F3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8700" y="3983803"/>
            <a:ext cx="323255" cy="323255"/>
          </a:xfrm>
          <a:prstGeom prst="rect">
            <a:avLst/>
          </a:prstGeom>
        </p:spPr>
      </p:pic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5802" y="3900770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56125" y="3925902"/>
            <a:ext cx="430225" cy="430225"/>
          </a:xfrm>
          <a:prstGeom prst="rect">
            <a:avLst/>
          </a:prstGeom>
        </p:spPr>
      </p:pic>
      <p:pic>
        <p:nvPicPr>
          <p:cNvPr id="162" name="图形 161">
            <a:extLst>
              <a:ext uri="{FF2B5EF4-FFF2-40B4-BE49-F238E27FC236}">
                <a16:creationId xmlns:a16="http://schemas.microsoft.com/office/drawing/2014/main" id="{F13155C8-AC95-46AE-A540-70BF160440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43994" y="3984584"/>
            <a:ext cx="338537" cy="338537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300651" y="3671855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156" idx="2"/>
          </p:cNvCxnSpPr>
          <p:nvPr/>
        </p:nvCxnSpPr>
        <p:spPr>
          <a:xfrm>
            <a:off x="494827" y="3670639"/>
            <a:ext cx="225474" cy="29827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  <a:stCxn id="155" idx="2"/>
          </p:cNvCxnSpPr>
          <p:nvPr/>
        </p:nvCxnSpPr>
        <p:spPr>
          <a:xfrm>
            <a:off x="1139389" y="3682581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1147734" y="3683889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0" name="箭头: 右 169">
            <a:extLst>
              <a:ext uri="{FF2B5EF4-FFF2-40B4-BE49-F238E27FC236}">
                <a16:creationId xmlns:a16="http://schemas.microsoft.com/office/drawing/2014/main" id="{BC3E7879-B2F4-4B38-9169-B2F0033E7ED0}"/>
              </a:ext>
            </a:extLst>
          </p:cNvPr>
          <p:cNvSpPr/>
          <p:nvPr/>
        </p:nvSpPr>
        <p:spPr>
          <a:xfrm>
            <a:off x="2400431" y="2591042"/>
            <a:ext cx="332562" cy="213676"/>
          </a:xfrm>
          <a:prstGeom prst="rightArrow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02B2851-1F17-45F6-8508-F29DD1773BE7}"/>
              </a:ext>
            </a:extLst>
          </p:cNvPr>
          <p:cNvCxnSpPr>
            <a:cxnSpLocks/>
          </p:cNvCxnSpPr>
          <p:nvPr/>
        </p:nvCxnSpPr>
        <p:spPr>
          <a:xfrm>
            <a:off x="2741371" y="2710597"/>
            <a:ext cx="2407312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5" name="图形 184">
            <a:extLst>
              <a:ext uri="{FF2B5EF4-FFF2-40B4-BE49-F238E27FC236}">
                <a16:creationId xmlns:a16="http://schemas.microsoft.com/office/drawing/2014/main" id="{29F773EE-7F53-4EF6-89C1-4644B51E0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9649" y="657694"/>
            <a:ext cx="323255" cy="323255"/>
          </a:xfrm>
          <a:prstGeom prst="rect">
            <a:avLst/>
          </a:prstGeom>
        </p:spPr>
      </p:pic>
      <p:pic>
        <p:nvPicPr>
          <p:cNvPr id="186" name="图形 185">
            <a:extLst>
              <a:ext uri="{FF2B5EF4-FFF2-40B4-BE49-F238E27FC236}">
                <a16:creationId xmlns:a16="http://schemas.microsoft.com/office/drawing/2014/main" id="{9A90E16C-F568-4696-8878-C8B5CAD7D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4711" y="675868"/>
            <a:ext cx="323255" cy="323255"/>
          </a:xfrm>
          <a:prstGeom prst="rect">
            <a:avLst/>
          </a:prstGeom>
        </p:spPr>
      </p:pic>
      <p:pic>
        <p:nvPicPr>
          <p:cNvPr id="187" name="图形 186">
            <a:extLst>
              <a:ext uri="{FF2B5EF4-FFF2-40B4-BE49-F238E27FC236}">
                <a16:creationId xmlns:a16="http://schemas.microsoft.com/office/drawing/2014/main" id="{CBFD43E2-6401-4892-A362-068CE4EC3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8821" y="675849"/>
            <a:ext cx="323255" cy="323255"/>
          </a:xfrm>
          <a:prstGeom prst="rect">
            <a:avLst/>
          </a:prstGeom>
        </p:spPr>
      </p:pic>
      <p:pic>
        <p:nvPicPr>
          <p:cNvPr id="188" name="图形 187">
            <a:extLst>
              <a:ext uri="{FF2B5EF4-FFF2-40B4-BE49-F238E27FC236}">
                <a16:creationId xmlns:a16="http://schemas.microsoft.com/office/drawing/2014/main" id="{824199A0-FE37-40EB-96F3-A5A695B307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36587" y="1730774"/>
            <a:ext cx="323256" cy="323256"/>
          </a:xfrm>
          <a:prstGeom prst="rect">
            <a:avLst/>
          </a:prstGeom>
        </p:spPr>
      </p:pic>
      <p:pic>
        <p:nvPicPr>
          <p:cNvPr id="189" name="图形 188">
            <a:extLst>
              <a:ext uri="{FF2B5EF4-FFF2-40B4-BE49-F238E27FC236}">
                <a16:creationId xmlns:a16="http://schemas.microsoft.com/office/drawing/2014/main" id="{A4B00D1C-4B67-41E7-860F-1A71F64333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83074" y="1713816"/>
            <a:ext cx="323255" cy="323255"/>
          </a:xfrm>
          <a:prstGeom prst="rect">
            <a:avLst/>
          </a:prstGeom>
        </p:spPr>
      </p:pic>
      <p:pic>
        <p:nvPicPr>
          <p:cNvPr id="190" name="图形 189">
            <a:extLst>
              <a:ext uri="{FF2B5EF4-FFF2-40B4-BE49-F238E27FC236}">
                <a16:creationId xmlns:a16="http://schemas.microsoft.com/office/drawing/2014/main" id="{3B22393C-4B3C-40F1-89C4-5AA2217174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92615" y="1649211"/>
            <a:ext cx="460789" cy="460789"/>
          </a:xfrm>
          <a:prstGeom prst="rect">
            <a:avLst/>
          </a:prstGeom>
        </p:spPr>
      </p:pic>
      <p:pic>
        <p:nvPicPr>
          <p:cNvPr id="191" name="图形 190">
            <a:extLst>
              <a:ext uri="{FF2B5EF4-FFF2-40B4-BE49-F238E27FC236}">
                <a16:creationId xmlns:a16="http://schemas.microsoft.com/office/drawing/2014/main" id="{766008EE-6BF2-4F08-89F8-D19CDFD6CB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89475" y="1667037"/>
            <a:ext cx="430225" cy="430225"/>
          </a:xfrm>
          <a:prstGeom prst="rect">
            <a:avLst/>
          </a:prstGeom>
        </p:spPr>
      </p:pic>
      <p:pic>
        <p:nvPicPr>
          <p:cNvPr id="192" name="图形 191">
            <a:extLst>
              <a:ext uri="{FF2B5EF4-FFF2-40B4-BE49-F238E27FC236}">
                <a16:creationId xmlns:a16="http://schemas.microsoft.com/office/drawing/2014/main" id="{148EAC8B-CC46-469D-BBA5-0CCF69A90C7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03146" y="1712880"/>
            <a:ext cx="338537" cy="338537"/>
          </a:xfrm>
          <a:prstGeom prst="rect">
            <a:avLst/>
          </a:prstGeom>
        </p:spPr>
      </p:pic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AB9364-282A-4E2E-9F01-0F315C9157DD}"/>
              </a:ext>
            </a:extLst>
          </p:cNvPr>
          <p:cNvCxnSpPr>
            <a:cxnSpLocks/>
            <a:stCxn id="186" idx="2"/>
          </p:cNvCxnSpPr>
          <p:nvPr/>
        </p:nvCxnSpPr>
        <p:spPr>
          <a:xfrm flipH="1">
            <a:off x="2884155" y="999123"/>
            <a:ext cx="312184" cy="70044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AD41A0-5105-44B4-867C-6926393F981D}"/>
              </a:ext>
            </a:extLst>
          </p:cNvPr>
          <p:cNvCxnSpPr>
            <a:cxnSpLocks/>
            <a:stCxn id="186" idx="2"/>
          </p:cNvCxnSpPr>
          <p:nvPr/>
        </p:nvCxnSpPr>
        <p:spPr>
          <a:xfrm>
            <a:off x="3196339" y="999123"/>
            <a:ext cx="113328" cy="67776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8A288C34-19D4-4D06-BEAE-BCE632D40660}"/>
              </a:ext>
            </a:extLst>
          </p:cNvPr>
          <p:cNvCxnSpPr>
            <a:cxnSpLocks/>
            <a:stCxn id="186" idx="2"/>
          </p:cNvCxnSpPr>
          <p:nvPr/>
        </p:nvCxnSpPr>
        <p:spPr>
          <a:xfrm>
            <a:off x="3196339" y="999123"/>
            <a:ext cx="602423" cy="80770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C5CB4DA1-5667-4E2D-A49A-7E4E45422B4B}"/>
              </a:ext>
            </a:extLst>
          </p:cNvPr>
          <p:cNvCxnSpPr>
            <a:cxnSpLocks/>
            <a:stCxn id="185" idx="2"/>
          </p:cNvCxnSpPr>
          <p:nvPr/>
        </p:nvCxnSpPr>
        <p:spPr>
          <a:xfrm flipH="1">
            <a:off x="3426719" y="980949"/>
            <a:ext cx="494558" cy="754299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DA6B4931-8FDC-4C47-AD5B-46AF2792EEA1}"/>
              </a:ext>
            </a:extLst>
          </p:cNvPr>
          <p:cNvCxnSpPr>
            <a:cxnSpLocks/>
          </p:cNvCxnSpPr>
          <p:nvPr/>
        </p:nvCxnSpPr>
        <p:spPr>
          <a:xfrm flipH="1">
            <a:off x="3885206" y="999104"/>
            <a:ext cx="34519" cy="74915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9508FD1-8D22-4E40-85A0-897E0FBBA512}"/>
              </a:ext>
            </a:extLst>
          </p:cNvPr>
          <p:cNvCxnSpPr>
            <a:cxnSpLocks/>
            <a:stCxn id="185" idx="2"/>
          </p:cNvCxnSpPr>
          <p:nvPr/>
        </p:nvCxnSpPr>
        <p:spPr>
          <a:xfrm>
            <a:off x="3921277" y="980949"/>
            <a:ext cx="460157" cy="78159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980A2567-505F-4EFB-B479-4A3D93DC56C7}"/>
              </a:ext>
            </a:extLst>
          </p:cNvPr>
          <p:cNvCxnSpPr>
            <a:cxnSpLocks/>
            <a:stCxn id="187" idx="2"/>
            <a:endCxn id="192" idx="0"/>
          </p:cNvCxnSpPr>
          <p:nvPr/>
        </p:nvCxnSpPr>
        <p:spPr>
          <a:xfrm>
            <a:off x="4680449" y="999104"/>
            <a:ext cx="91966" cy="713776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9F917D0-E715-4E1B-87A3-FEB5E9040412}"/>
              </a:ext>
            </a:extLst>
          </p:cNvPr>
          <p:cNvCxnSpPr>
            <a:cxnSpLocks/>
            <a:stCxn id="185" idx="2"/>
            <a:endCxn id="192" idx="0"/>
          </p:cNvCxnSpPr>
          <p:nvPr/>
        </p:nvCxnSpPr>
        <p:spPr>
          <a:xfrm>
            <a:off x="3921277" y="980949"/>
            <a:ext cx="851138" cy="7319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3" name="文本框 242">
            <a:extLst>
              <a:ext uri="{FF2B5EF4-FFF2-40B4-BE49-F238E27FC236}">
                <a16:creationId xmlns:a16="http://schemas.microsoft.com/office/drawing/2014/main" id="{24913FAB-4274-4735-86B3-343841E8139B}"/>
              </a:ext>
            </a:extLst>
          </p:cNvPr>
          <p:cNvSpPr txBox="1"/>
          <p:nvPr/>
        </p:nvSpPr>
        <p:spPr>
          <a:xfrm>
            <a:off x="2668491" y="1056948"/>
            <a:ext cx="476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</a:t>
            </a:r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+2(cart)</a:t>
            </a:r>
          </a:p>
          <a:p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+3(buy)</a:t>
            </a:r>
          </a:p>
          <a:p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BC06AC92-5C93-490D-8441-008231A450DE}"/>
              </a:ext>
            </a:extLst>
          </p:cNvPr>
          <p:cNvSpPr/>
          <p:nvPr/>
        </p:nvSpPr>
        <p:spPr>
          <a:xfrm>
            <a:off x="2799033" y="3057801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59" name="图形 258">
            <a:extLst>
              <a:ext uri="{FF2B5EF4-FFF2-40B4-BE49-F238E27FC236}">
                <a16:creationId xmlns:a16="http://schemas.microsoft.com/office/drawing/2014/main" id="{C5C5712A-95D4-4B27-9DAE-B2994F76E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1920" y="3148982"/>
            <a:ext cx="323255" cy="323255"/>
          </a:xfrm>
          <a:prstGeom prst="rect">
            <a:avLst/>
          </a:prstGeom>
        </p:spPr>
      </p:pic>
      <p:pic>
        <p:nvPicPr>
          <p:cNvPr id="260" name="图形 259">
            <a:extLst>
              <a:ext uri="{FF2B5EF4-FFF2-40B4-BE49-F238E27FC236}">
                <a16:creationId xmlns:a16="http://schemas.microsoft.com/office/drawing/2014/main" id="{5111B8EC-CE93-4103-A41E-72CC0195C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7358" y="3148982"/>
            <a:ext cx="323255" cy="323255"/>
          </a:xfrm>
          <a:prstGeom prst="rect">
            <a:avLst/>
          </a:prstGeom>
        </p:spPr>
      </p:pic>
      <p:pic>
        <p:nvPicPr>
          <p:cNvPr id="261" name="图形 260">
            <a:extLst>
              <a:ext uri="{FF2B5EF4-FFF2-40B4-BE49-F238E27FC236}">
                <a16:creationId xmlns:a16="http://schemas.microsoft.com/office/drawing/2014/main" id="{C81624DC-B9BB-4C14-93EC-0B2983E52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6482" y="3148982"/>
            <a:ext cx="323255" cy="323255"/>
          </a:xfrm>
          <a:prstGeom prst="rect">
            <a:avLst/>
          </a:prstGeom>
        </p:spPr>
      </p:pic>
      <p:pic>
        <p:nvPicPr>
          <p:cNvPr id="262" name="图形 261">
            <a:extLst>
              <a:ext uri="{FF2B5EF4-FFF2-40B4-BE49-F238E27FC236}">
                <a16:creationId xmlns:a16="http://schemas.microsoft.com/office/drawing/2014/main" id="{9934D8C4-28F7-4CF2-AEC3-AD5FE781B4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46853" y="3764087"/>
            <a:ext cx="323256" cy="323256"/>
          </a:xfrm>
          <a:prstGeom prst="rect">
            <a:avLst/>
          </a:prstGeom>
        </p:spPr>
      </p:pic>
      <p:pic>
        <p:nvPicPr>
          <p:cNvPr id="263" name="图形 262">
            <a:extLst>
              <a:ext uri="{FF2B5EF4-FFF2-40B4-BE49-F238E27FC236}">
                <a16:creationId xmlns:a16="http://schemas.microsoft.com/office/drawing/2014/main" id="{1E7BC364-A92F-4EFD-A4DE-D5998330EF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2859" y="3785401"/>
            <a:ext cx="323255" cy="323255"/>
          </a:xfrm>
          <a:prstGeom prst="rect">
            <a:avLst/>
          </a:prstGeom>
        </p:spPr>
      </p:pic>
      <p:pic>
        <p:nvPicPr>
          <p:cNvPr id="264" name="图形 263">
            <a:extLst>
              <a:ext uri="{FF2B5EF4-FFF2-40B4-BE49-F238E27FC236}">
                <a16:creationId xmlns:a16="http://schemas.microsoft.com/office/drawing/2014/main" id="{DD2E9690-EFDF-447E-8384-AD69DD1570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49961" y="3702368"/>
            <a:ext cx="460789" cy="460789"/>
          </a:xfrm>
          <a:prstGeom prst="rect">
            <a:avLst/>
          </a:prstGeom>
        </p:spPr>
      </p:pic>
      <p:pic>
        <p:nvPicPr>
          <p:cNvPr id="265" name="图形 264">
            <a:extLst>
              <a:ext uri="{FF2B5EF4-FFF2-40B4-BE49-F238E27FC236}">
                <a16:creationId xmlns:a16="http://schemas.microsoft.com/office/drawing/2014/main" id="{8C7A718F-BA17-42FE-97C6-70D9711DE4F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60284" y="3727500"/>
            <a:ext cx="430225" cy="430225"/>
          </a:xfrm>
          <a:prstGeom prst="rect">
            <a:avLst/>
          </a:prstGeom>
        </p:spPr>
      </p:pic>
      <p:pic>
        <p:nvPicPr>
          <p:cNvPr id="266" name="图形 265">
            <a:extLst>
              <a:ext uri="{FF2B5EF4-FFF2-40B4-BE49-F238E27FC236}">
                <a16:creationId xmlns:a16="http://schemas.microsoft.com/office/drawing/2014/main" id="{04D1A10F-472B-4951-81D2-CCEDACE6D6D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48153" y="3786182"/>
            <a:ext cx="338537" cy="338537"/>
          </a:xfrm>
          <a:prstGeom prst="rect">
            <a:avLst/>
          </a:prstGeom>
        </p:spPr>
      </p:pic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59DA0792-29D4-4232-9BC3-900D8A09E43D}"/>
              </a:ext>
            </a:extLst>
          </p:cNvPr>
          <p:cNvCxnSpPr>
            <a:cxnSpLocks/>
          </p:cNvCxnSpPr>
          <p:nvPr/>
        </p:nvCxnSpPr>
        <p:spPr>
          <a:xfrm flipH="1">
            <a:off x="3016514" y="3470140"/>
            <a:ext cx="163330" cy="27906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9" name="文本框 268">
            <a:extLst>
              <a:ext uri="{FF2B5EF4-FFF2-40B4-BE49-F238E27FC236}">
                <a16:creationId xmlns:a16="http://schemas.microsoft.com/office/drawing/2014/main" id="{486B895C-02C0-4AA8-AD8F-F257C9253DDB}"/>
              </a:ext>
            </a:extLst>
          </p:cNvPr>
          <p:cNvSpPr txBox="1"/>
          <p:nvPr/>
        </p:nvSpPr>
        <p:spPr>
          <a:xfrm>
            <a:off x="2863208" y="3477758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6AACAC2A-DA57-4A21-816B-CFB785178FF0}"/>
              </a:ext>
            </a:extLst>
          </p:cNvPr>
          <p:cNvCxnSpPr>
            <a:cxnSpLocks/>
            <a:stCxn id="260" idx="2"/>
          </p:cNvCxnSpPr>
          <p:nvPr/>
        </p:nvCxnSpPr>
        <p:spPr>
          <a:xfrm>
            <a:off x="3198986" y="3472237"/>
            <a:ext cx="624755" cy="33675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3DA032B7-2754-4B92-AEAC-BAA40D7DAAFB}"/>
              </a:ext>
            </a:extLst>
          </p:cNvPr>
          <p:cNvCxnSpPr>
            <a:cxnSpLocks/>
            <a:stCxn id="260" idx="3"/>
            <a:endCxn id="259" idx="1"/>
          </p:cNvCxnSpPr>
          <p:nvPr/>
        </p:nvCxnSpPr>
        <p:spPr>
          <a:xfrm>
            <a:off x="3360613" y="3310610"/>
            <a:ext cx="321307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9D2F29C6-2195-4FAA-89C0-44372785892E}"/>
              </a:ext>
            </a:extLst>
          </p:cNvPr>
          <p:cNvCxnSpPr>
            <a:cxnSpLocks/>
            <a:stCxn id="259" idx="2"/>
          </p:cNvCxnSpPr>
          <p:nvPr/>
        </p:nvCxnSpPr>
        <p:spPr>
          <a:xfrm flipH="1">
            <a:off x="3820937" y="3472237"/>
            <a:ext cx="22611" cy="33675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F64C1A9E-831D-48F5-A026-4392F5FAF89D}"/>
              </a:ext>
            </a:extLst>
          </p:cNvPr>
          <p:cNvSpPr/>
          <p:nvPr/>
        </p:nvSpPr>
        <p:spPr>
          <a:xfrm>
            <a:off x="2904899" y="3030829"/>
            <a:ext cx="1251394" cy="1203524"/>
          </a:xfrm>
          <a:custGeom>
            <a:avLst/>
            <a:gdLst>
              <a:gd name="connsiteX0" fmla="*/ 127537 w 1251394"/>
              <a:gd name="connsiteY0" fmla="*/ 388692 h 1203524"/>
              <a:gd name="connsiteX1" fmla="*/ 740312 w 1251394"/>
              <a:gd name="connsiteY1" fmla="*/ 826842 h 1203524"/>
              <a:gd name="connsiteX2" fmla="*/ 768887 w 1251394"/>
              <a:gd name="connsiteY2" fmla="*/ 1157042 h 1203524"/>
              <a:gd name="connsiteX3" fmla="*/ 1178462 w 1251394"/>
              <a:gd name="connsiteY3" fmla="*/ 1084017 h 1203524"/>
              <a:gd name="connsiteX4" fmla="*/ 1140362 w 1251394"/>
              <a:gd name="connsiteY4" fmla="*/ 87067 h 1203524"/>
              <a:gd name="connsiteX5" fmla="*/ 89437 w 1251394"/>
              <a:gd name="connsiteY5" fmla="*/ 87067 h 1203524"/>
              <a:gd name="connsiteX6" fmla="*/ 127537 w 1251394"/>
              <a:gd name="connsiteY6" fmla="*/ 388692 h 1203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51394" h="1203524">
                <a:moveTo>
                  <a:pt x="127537" y="388692"/>
                </a:moveTo>
                <a:cubicBezTo>
                  <a:pt x="236016" y="511988"/>
                  <a:pt x="633420" y="698784"/>
                  <a:pt x="740312" y="826842"/>
                </a:cubicBezTo>
                <a:cubicBezTo>
                  <a:pt x="847204" y="954900"/>
                  <a:pt x="695862" y="1114180"/>
                  <a:pt x="768887" y="1157042"/>
                </a:cubicBezTo>
                <a:cubicBezTo>
                  <a:pt x="841912" y="1199904"/>
                  <a:pt x="1116550" y="1262346"/>
                  <a:pt x="1178462" y="1084017"/>
                </a:cubicBezTo>
                <a:cubicBezTo>
                  <a:pt x="1240374" y="905688"/>
                  <a:pt x="1321866" y="253225"/>
                  <a:pt x="1140362" y="87067"/>
                </a:cubicBezTo>
                <a:cubicBezTo>
                  <a:pt x="958858" y="-79091"/>
                  <a:pt x="255066" y="34150"/>
                  <a:pt x="89437" y="87067"/>
                </a:cubicBezTo>
                <a:cubicBezTo>
                  <a:pt x="-76192" y="139984"/>
                  <a:pt x="19058" y="265396"/>
                  <a:pt x="127537" y="388692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4BF8EDDF-9E14-4254-9273-AE95B9C3F36C}"/>
              </a:ext>
            </a:extLst>
          </p:cNvPr>
          <p:cNvSpPr txBox="1"/>
          <p:nvPr/>
        </p:nvSpPr>
        <p:spPr>
          <a:xfrm>
            <a:off x="3325037" y="3405051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C6A24FEC-8E36-4D30-B841-B3A18F9B1C9C}"/>
              </a:ext>
            </a:extLst>
          </p:cNvPr>
          <p:cNvSpPr txBox="1"/>
          <p:nvPr/>
        </p:nvSpPr>
        <p:spPr>
          <a:xfrm>
            <a:off x="3755869" y="3522910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2" name="直接连接符 291">
            <a:extLst>
              <a:ext uri="{FF2B5EF4-FFF2-40B4-BE49-F238E27FC236}">
                <a16:creationId xmlns:a16="http://schemas.microsoft.com/office/drawing/2014/main" id="{B8E9DF6B-B3E9-498A-89D5-726D51BFFF79}"/>
              </a:ext>
            </a:extLst>
          </p:cNvPr>
          <p:cNvCxnSpPr>
            <a:cxnSpLocks/>
          </p:cNvCxnSpPr>
          <p:nvPr/>
        </p:nvCxnSpPr>
        <p:spPr>
          <a:xfrm>
            <a:off x="3839435" y="3460834"/>
            <a:ext cx="803706" cy="38978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4" name="文本框 293">
            <a:extLst>
              <a:ext uri="{FF2B5EF4-FFF2-40B4-BE49-F238E27FC236}">
                <a16:creationId xmlns:a16="http://schemas.microsoft.com/office/drawing/2014/main" id="{041D01AA-6E23-4C14-972B-E089667C96D1}"/>
              </a:ext>
            </a:extLst>
          </p:cNvPr>
          <p:cNvSpPr txBox="1"/>
          <p:nvPr/>
        </p:nvSpPr>
        <p:spPr>
          <a:xfrm>
            <a:off x="4152342" y="3478857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5D8CB282-4A3D-40D7-BA32-F5DCD5CED062}"/>
              </a:ext>
            </a:extLst>
          </p:cNvPr>
          <p:cNvCxnSpPr>
            <a:cxnSpLocks/>
            <a:stCxn id="261" idx="2"/>
            <a:endCxn id="266" idx="0"/>
          </p:cNvCxnSpPr>
          <p:nvPr/>
        </p:nvCxnSpPr>
        <p:spPr>
          <a:xfrm>
            <a:off x="4488110" y="3472237"/>
            <a:ext cx="229312" cy="313945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8" name="文本框 297">
            <a:extLst>
              <a:ext uri="{FF2B5EF4-FFF2-40B4-BE49-F238E27FC236}">
                <a16:creationId xmlns:a16="http://schemas.microsoft.com/office/drawing/2014/main" id="{259903F5-DD4C-4FF0-95D3-905C7057DD14}"/>
              </a:ext>
            </a:extLst>
          </p:cNvPr>
          <p:cNvSpPr txBox="1"/>
          <p:nvPr/>
        </p:nvSpPr>
        <p:spPr>
          <a:xfrm>
            <a:off x="4533718" y="3477758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矩形: 圆角 299">
            <a:extLst>
              <a:ext uri="{FF2B5EF4-FFF2-40B4-BE49-F238E27FC236}">
                <a16:creationId xmlns:a16="http://schemas.microsoft.com/office/drawing/2014/main" id="{14E712E8-8523-4FDB-B6FC-6CEE3F871204}"/>
              </a:ext>
            </a:extLst>
          </p:cNvPr>
          <p:cNvSpPr/>
          <p:nvPr/>
        </p:nvSpPr>
        <p:spPr>
          <a:xfrm>
            <a:off x="2959351" y="4337988"/>
            <a:ext cx="844126" cy="43319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" name="矩形: 圆角 300">
            <a:extLst>
              <a:ext uri="{FF2B5EF4-FFF2-40B4-BE49-F238E27FC236}">
                <a16:creationId xmlns:a16="http://schemas.microsoft.com/office/drawing/2014/main" id="{CA9E5228-C99A-46C6-8849-D0241DB834A6}"/>
              </a:ext>
            </a:extLst>
          </p:cNvPr>
          <p:cNvSpPr/>
          <p:nvPr/>
        </p:nvSpPr>
        <p:spPr>
          <a:xfrm>
            <a:off x="3965010" y="4338580"/>
            <a:ext cx="844127" cy="433193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4" name="连接符: 肘形 313">
            <a:extLst>
              <a:ext uri="{FF2B5EF4-FFF2-40B4-BE49-F238E27FC236}">
                <a16:creationId xmlns:a16="http://schemas.microsoft.com/office/drawing/2014/main" id="{5EFAAC3A-8EFA-4FAD-BF65-C442147CE36B}"/>
              </a:ext>
            </a:extLst>
          </p:cNvPr>
          <p:cNvCxnSpPr>
            <a:cxnSpLocks/>
            <a:endCxn id="321" idx="0"/>
          </p:cNvCxnSpPr>
          <p:nvPr/>
        </p:nvCxnSpPr>
        <p:spPr>
          <a:xfrm rot="16200000" flipH="1">
            <a:off x="4713887" y="1615088"/>
            <a:ext cx="991096" cy="297941"/>
          </a:xfrm>
          <a:prstGeom prst="bentConnector3">
            <a:avLst>
              <a:gd name="adj1" fmla="val 35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流程图: 或者 320">
            <a:extLst>
              <a:ext uri="{FF2B5EF4-FFF2-40B4-BE49-F238E27FC236}">
                <a16:creationId xmlns:a16="http://schemas.microsoft.com/office/drawing/2014/main" id="{B2445FB2-779B-41E9-BB17-55F3EE26B4F4}"/>
              </a:ext>
            </a:extLst>
          </p:cNvPr>
          <p:cNvSpPr/>
          <p:nvPr/>
        </p:nvSpPr>
        <p:spPr>
          <a:xfrm>
            <a:off x="5265070" y="2259607"/>
            <a:ext cx="186671" cy="186613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2" name="连接符: 肘形 331">
            <a:extLst>
              <a:ext uri="{FF2B5EF4-FFF2-40B4-BE49-F238E27FC236}">
                <a16:creationId xmlns:a16="http://schemas.microsoft.com/office/drawing/2014/main" id="{C17BA873-18FA-4C5B-893E-9EA2B533ECA7}"/>
              </a:ext>
            </a:extLst>
          </p:cNvPr>
          <p:cNvCxnSpPr>
            <a:cxnSpLocks/>
            <a:endCxn id="321" idx="4"/>
          </p:cNvCxnSpPr>
          <p:nvPr/>
        </p:nvCxnSpPr>
        <p:spPr>
          <a:xfrm rot="5400000" flipH="1" flipV="1">
            <a:off x="4561201" y="2873434"/>
            <a:ext cx="1224419" cy="369992"/>
          </a:xfrm>
          <a:prstGeom prst="bentConnector3">
            <a:avLst>
              <a:gd name="adj1" fmla="val 569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连接符: 肘形 336">
            <a:extLst>
              <a:ext uri="{FF2B5EF4-FFF2-40B4-BE49-F238E27FC236}">
                <a16:creationId xmlns:a16="http://schemas.microsoft.com/office/drawing/2014/main" id="{922F0A6A-364E-4C65-820F-DFDE6B448245}"/>
              </a:ext>
            </a:extLst>
          </p:cNvPr>
          <p:cNvCxnSpPr>
            <a:cxnSpLocks/>
            <a:stCxn id="300" idx="2"/>
            <a:endCxn id="321" idx="4"/>
          </p:cNvCxnSpPr>
          <p:nvPr/>
        </p:nvCxnSpPr>
        <p:spPr>
          <a:xfrm rot="5400000" flipH="1" flipV="1">
            <a:off x="3207430" y="2620204"/>
            <a:ext cx="2324960" cy="1976992"/>
          </a:xfrm>
          <a:prstGeom prst="bentConnector3">
            <a:avLst>
              <a:gd name="adj1" fmla="val -4775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连接符: 肘形 342">
            <a:extLst>
              <a:ext uri="{FF2B5EF4-FFF2-40B4-BE49-F238E27FC236}">
                <a16:creationId xmlns:a16="http://schemas.microsoft.com/office/drawing/2014/main" id="{BB0A99FF-D883-4CD5-89A0-D77BE7B58A62}"/>
              </a:ext>
            </a:extLst>
          </p:cNvPr>
          <p:cNvCxnSpPr>
            <a:stCxn id="301" idx="3"/>
            <a:endCxn id="321" idx="4"/>
          </p:cNvCxnSpPr>
          <p:nvPr/>
        </p:nvCxnSpPr>
        <p:spPr>
          <a:xfrm flipV="1">
            <a:off x="4809137" y="2446220"/>
            <a:ext cx="549269" cy="210895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连接符: 肘形 344">
            <a:extLst>
              <a:ext uri="{FF2B5EF4-FFF2-40B4-BE49-F238E27FC236}">
                <a16:creationId xmlns:a16="http://schemas.microsoft.com/office/drawing/2014/main" id="{17DAD60C-4F23-4F36-B080-8A6E8ECC1DBF}"/>
              </a:ext>
            </a:extLst>
          </p:cNvPr>
          <p:cNvCxnSpPr>
            <a:cxnSpLocks/>
            <a:stCxn id="321" idx="6"/>
            <a:endCxn id="348" idx="1"/>
          </p:cNvCxnSpPr>
          <p:nvPr/>
        </p:nvCxnSpPr>
        <p:spPr>
          <a:xfrm flipV="1">
            <a:off x="5451741" y="1071487"/>
            <a:ext cx="317569" cy="128142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FD89267C-0486-437F-B4B9-8A843E20ADC4}"/>
              </a:ext>
            </a:extLst>
          </p:cNvPr>
          <p:cNvSpPr/>
          <p:nvPr/>
        </p:nvSpPr>
        <p:spPr>
          <a:xfrm>
            <a:off x="5769310" y="528967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9" name="图形 348">
            <a:extLst>
              <a:ext uri="{FF2B5EF4-FFF2-40B4-BE49-F238E27FC236}">
                <a16:creationId xmlns:a16="http://schemas.microsoft.com/office/drawing/2014/main" id="{E31E5BED-5C20-4616-A094-E7AABDE36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2197" y="632090"/>
            <a:ext cx="323255" cy="323255"/>
          </a:xfrm>
          <a:prstGeom prst="rect">
            <a:avLst/>
          </a:prstGeom>
        </p:spPr>
      </p:pic>
      <p:cxnSp>
        <p:nvCxnSpPr>
          <p:cNvPr id="350" name="直接连接符 349">
            <a:extLst>
              <a:ext uri="{FF2B5EF4-FFF2-40B4-BE49-F238E27FC236}">
                <a16:creationId xmlns:a16="http://schemas.microsoft.com/office/drawing/2014/main" id="{D7B59754-30FA-4019-881B-AE73212DDC86}"/>
              </a:ext>
            </a:extLst>
          </p:cNvPr>
          <p:cNvCxnSpPr>
            <a:cxnSpLocks/>
            <a:stCxn id="351" idx="2"/>
            <a:endCxn id="353" idx="0"/>
          </p:cNvCxnSpPr>
          <p:nvPr/>
        </p:nvCxnSpPr>
        <p:spPr>
          <a:xfrm flipH="1">
            <a:off x="5978758" y="943403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1" name="图形 350">
            <a:extLst>
              <a:ext uri="{FF2B5EF4-FFF2-40B4-BE49-F238E27FC236}">
                <a16:creationId xmlns:a16="http://schemas.microsoft.com/office/drawing/2014/main" id="{ED990264-E535-46D5-8D17-5072442157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7635" y="620148"/>
            <a:ext cx="323255" cy="323255"/>
          </a:xfrm>
          <a:prstGeom prst="rect">
            <a:avLst/>
          </a:prstGeom>
        </p:spPr>
      </p:pic>
      <p:pic>
        <p:nvPicPr>
          <p:cNvPr id="352" name="图形 351">
            <a:extLst>
              <a:ext uri="{FF2B5EF4-FFF2-40B4-BE49-F238E27FC236}">
                <a16:creationId xmlns:a16="http://schemas.microsoft.com/office/drawing/2014/main" id="{8D58A3A8-585B-45B4-8139-F9AC917C91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3449" y="631670"/>
            <a:ext cx="323255" cy="323255"/>
          </a:xfrm>
          <a:prstGeom prst="rect">
            <a:avLst/>
          </a:prstGeom>
        </p:spPr>
      </p:pic>
      <p:pic>
        <p:nvPicPr>
          <p:cNvPr id="353" name="图形 352">
            <a:extLst>
              <a:ext uri="{FF2B5EF4-FFF2-40B4-BE49-F238E27FC236}">
                <a16:creationId xmlns:a16="http://schemas.microsoft.com/office/drawing/2014/main" id="{7AB0A572-E129-485C-9CF5-6D5565B36D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17130" y="1235253"/>
            <a:ext cx="323256" cy="323256"/>
          </a:xfrm>
          <a:prstGeom prst="rect">
            <a:avLst/>
          </a:prstGeom>
        </p:spPr>
      </p:pic>
      <p:pic>
        <p:nvPicPr>
          <p:cNvPr id="354" name="图形 353">
            <a:extLst>
              <a:ext uri="{FF2B5EF4-FFF2-40B4-BE49-F238E27FC236}">
                <a16:creationId xmlns:a16="http://schemas.microsoft.com/office/drawing/2014/main" id="{3008E53D-87CA-4772-B5E0-C1997C5571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6907" y="1228872"/>
            <a:ext cx="323255" cy="323255"/>
          </a:xfrm>
          <a:prstGeom prst="rect">
            <a:avLst/>
          </a:prstGeom>
        </p:spPr>
      </p:pic>
      <p:pic>
        <p:nvPicPr>
          <p:cNvPr id="355" name="图形 354">
            <a:extLst>
              <a:ext uri="{FF2B5EF4-FFF2-40B4-BE49-F238E27FC236}">
                <a16:creationId xmlns:a16="http://schemas.microsoft.com/office/drawing/2014/main" id="{9C40A401-5813-4E1F-80BE-B0B7F389DC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0238" y="1173534"/>
            <a:ext cx="460789" cy="460789"/>
          </a:xfrm>
          <a:prstGeom prst="rect">
            <a:avLst/>
          </a:prstGeom>
        </p:spPr>
      </p:pic>
      <p:pic>
        <p:nvPicPr>
          <p:cNvPr id="356" name="图形 355">
            <a:extLst>
              <a:ext uri="{FF2B5EF4-FFF2-40B4-BE49-F238E27FC236}">
                <a16:creationId xmlns:a16="http://schemas.microsoft.com/office/drawing/2014/main" id="{558DB191-BA29-4EDA-9730-2D3E7C1D41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0561" y="1198666"/>
            <a:ext cx="430225" cy="430225"/>
          </a:xfrm>
          <a:prstGeom prst="rect">
            <a:avLst/>
          </a:prstGeom>
        </p:spPr>
      </p:pic>
      <p:pic>
        <p:nvPicPr>
          <p:cNvPr id="357" name="图形 356">
            <a:extLst>
              <a:ext uri="{FF2B5EF4-FFF2-40B4-BE49-F238E27FC236}">
                <a16:creationId xmlns:a16="http://schemas.microsoft.com/office/drawing/2014/main" id="{CCEBE36A-1C22-4D85-B8CF-52F339C9E74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18430" y="1257348"/>
            <a:ext cx="338537" cy="338537"/>
          </a:xfrm>
          <a:prstGeom prst="rect">
            <a:avLst/>
          </a:prstGeom>
        </p:spPr>
      </p:pic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F496771F-7793-4E77-8BB6-D9D18B0A2AC5}"/>
              </a:ext>
            </a:extLst>
          </p:cNvPr>
          <p:cNvCxnSpPr>
            <a:cxnSpLocks/>
            <a:stCxn id="351" idx="2"/>
            <a:endCxn id="354" idx="0"/>
          </p:cNvCxnSpPr>
          <p:nvPr/>
        </p:nvCxnSpPr>
        <p:spPr>
          <a:xfrm>
            <a:off x="6169263" y="943403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BE1BCBA8-CC12-493C-8247-585E70979BEE}"/>
              </a:ext>
            </a:extLst>
          </p:cNvPr>
          <p:cNvCxnSpPr>
            <a:cxnSpLocks/>
            <a:stCxn id="351" idx="2"/>
          </p:cNvCxnSpPr>
          <p:nvPr/>
        </p:nvCxnSpPr>
        <p:spPr>
          <a:xfrm>
            <a:off x="6169263" y="943403"/>
            <a:ext cx="593567" cy="325106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0" name="直接连接符 359">
            <a:extLst>
              <a:ext uri="{FF2B5EF4-FFF2-40B4-BE49-F238E27FC236}">
                <a16:creationId xmlns:a16="http://schemas.microsoft.com/office/drawing/2014/main" id="{42069EF3-2B54-4A16-A4AF-E10F8E4E9042}"/>
              </a:ext>
            </a:extLst>
          </p:cNvPr>
          <p:cNvCxnSpPr>
            <a:cxnSpLocks/>
            <a:stCxn id="349" idx="2"/>
            <a:endCxn id="354" idx="0"/>
          </p:cNvCxnSpPr>
          <p:nvPr/>
        </p:nvCxnSpPr>
        <p:spPr>
          <a:xfrm flipH="1">
            <a:off x="6388535" y="955345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sys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1" name="直接连接符 360">
            <a:extLst>
              <a:ext uri="{FF2B5EF4-FFF2-40B4-BE49-F238E27FC236}">
                <a16:creationId xmlns:a16="http://schemas.microsoft.com/office/drawing/2014/main" id="{0BDDE6D9-5CCA-4D8E-BAF0-909D84701769}"/>
              </a:ext>
            </a:extLst>
          </p:cNvPr>
          <p:cNvCxnSpPr>
            <a:cxnSpLocks/>
            <a:stCxn id="349" idx="2"/>
          </p:cNvCxnSpPr>
          <p:nvPr/>
        </p:nvCxnSpPr>
        <p:spPr>
          <a:xfrm>
            <a:off x="6813825" y="955345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2261E439-A510-400F-A2A3-30A196AC35B0}"/>
              </a:ext>
            </a:extLst>
          </p:cNvPr>
          <p:cNvCxnSpPr>
            <a:cxnSpLocks/>
            <a:stCxn id="349" idx="2"/>
          </p:cNvCxnSpPr>
          <p:nvPr/>
        </p:nvCxnSpPr>
        <p:spPr>
          <a:xfrm>
            <a:off x="6813825" y="955345"/>
            <a:ext cx="448629" cy="34653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3" name="直接连接符 362">
            <a:extLst>
              <a:ext uri="{FF2B5EF4-FFF2-40B4-BE49-F238E27FC236}">
                <a16:creationId xmlns:a16="http://schemas.microsoft.com/office/drawing/2014/main" id="{E6875EA9-2FE1-440A-9E10-D205E4F0390D}"/>
              </a:ext>
            </a:extLst>
          </p:cNvPr>
          <p:cNvCxnSpPr>
            <a:cxnSpLocks/>
            <a:stCxn id="349" idx="2"/>
            <a:endCxn id="357" idx="0"/>
          </p:cNvCxnSpPr>
          <p:nvPr/>
        </p:nvCxnSpPr>
        <p:spPr>
          <a:xfrm>
            <a:off x="6813825" y="955345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>
            <a:extLst>
              <a:ext uri="{FF2B5EF4-FFF2-40B4-BE49-F238E27FC236}">
                <a16:creationId xmlns:a16="http://schemas.microsoft.com/office/drawing/2014/main" id="{33957004-D8F4-433F-97C4-5E78DCA01FB6}"/>
              </a:ext>
            </a:extLst>
          </p:cNvPr>
          <p:cNvCxnSpPr>
            <a:cxnSpLocks/>
            <a:stCxn id="352" idx="2"/>
            <a:endCxn id="357" idx="0"/>
          </p:cNvCxnSpPr>
          <p:nvPr/>
        </p:nvCxnSpPr>
        <p:spPr>
          <a:xfrm>
            <a:off x="7475077" y="954925"/>
            <a:ext cx="212622" cy="302423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65" name="矩形: 圆角 364">
            <a:extLst>
              <a:ext uri="{FF2B5EF4-FFF2-40B4-BE49-F238E27FC236}">
                <a16:creationId xmlns:a16="http://schemas.microsoft.com/office/drawing/2014/main" id="{31F498A0-8B1A-4D9B-81DC-6D2C3E5BA483}"/>
              </a:ext>
            </a:extLst>
          </p:cNvPr>
          <p:cNvSpPr/>
          <p:nvPr/>
        </p:nvSpPr>
        <p:spPr>
          <a:xfrm>
            <a:off x="5776330" y="1814752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66" name="图形 365">
            <a:extLst>
              <a:ext uri="{FF2B5EF4-FFF2-40B4-BE49-F238E27FC236}">
                <a16:creationId xmlns:a16="http://schemas.microsoft.com/office/drawing/2014/main" id="{9D34F938-12DF-4C92-AD66-CFDC470E8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9217" y="1917875"/>
            <a:ext cx="323255" cy="323255"/>
          </a:xfrm>
          <a:prstGeom prst="rect">
            <a:avLst/>
          </a:prstGeom>
        </p:spPr>
      </p:pic>
      <p:pic>
        <p:nvPicPr>
          <p:cNvPr id="367" name="图形 366">
            <a:extLst>
              <a:ext uri="{FF2B5EF4-FFF2-40B4-BE49-F238E27FC236}">
                <a16:creationId xmlns:a16="http://schemas.microsoft.com/office/drawing/2014/main" id="{F682015A-C088-4742-B4A1-6A201AEC38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4655" y="1905933"/>
            <a:ext cx="323255" cy="323255"/>
          </a:xfrm>
          <a:prstGeom prst="rect">
            <a:avLst/>
          </a:prstGeom>
        </p:spPr>
      </p:pic>
      <p:pic>
        <p:nvPicPr>
          <p:cNvPr id="368" name="图形 367">
            <a:extLst>
              <a:ext uri="{FF2B5EF4-FFF2-40B4-BE49-F238E27FC236}">
                <a16:creationId xmlns:a16="http://schemas.microsoft.com/office/drawing/2014/main" id="{672BE9E3-F78A-4624-98AE-5737F5F94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0469" y="1917455"/>
            <a:ext cx="323255" cy="323255"/>
          </a:xfrm>
          <a:prstGeom prst="rect">
            <a:avLst/>
          </a:prstGeom>
        </p:spPr>
      </p:pic>
      <p:pic>
        <p:nvPicPr>
          <p:cNvPr id="369" name="图形 368">
            <a:extLst>
              <a:ext uri="{FF2B5EF4-FFF2-40B4-BE49-F238E27FC236}">
                <a16:creationId xmlns:a16="http://schemas.microsoft.com/office/drawing/2014/main" id="{4468A002-FA9E-4038-A24D-28A92F559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4150" y="2521038"/>
            <a:ext cx="323256" cy="323256"/>
          </a:xfrm>
          <a:prstGeom prst="rect">
            <a:avLst/>
          </a:prstGeom>
        </p:spPr>
      </p:pic>
      <p:pic>
        <p:nvPicPr>
          <p:cNvPr id="370" name="图形 369">
            <a:extLst>
              <a:ext uri="{FF2B5EF4-FFF2-40B4-BE49-F238E27FC236}">
                <a16:creationId xmlns:a16="http://schemas.microsoft.com/office/drawing/2014/main" id="{9D1B4948-019D-4721-B245-BB064D490A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0156" y="2542352"/>
            <a:ext cx="323255" cy="323255"/>
          </a:xfrm>
          <a:prstGeom prst="rect">
            <a:avLst/>
          </a:prstGeom>
        </p:spPr>
      </p:pic>
      <p:pic>
        <p:nvPicPr>
          <p:cNvPr id="371" name="图形 370">
            <a:extLst>
              <a:ext uri="{FF2B5EF4-FFF2-40B4-BE49-F238E27FC236}">
                <a16:creationId xmlns:a16="http://schemas.microsoft.com/office/drawing/2014/main" id="{B7815D9F-1E53-43F7-B6F7-85CE07B5D6E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7258" y="2459319"/>
            <a:ext cx="460789" cy="460789"/>
          </a:xfrm>
          <a:prstGeom prst="rect">
            <a:avLst/>
          </a:prstGeom>
        </p:spPr>
      </p:pic>
      <p:pic>
        <p:nvPicPr>
          <p:cNvPr id="372" name="图形 371">
            <a:extLst>
              <a:ext uri="{FF2B5EF4-FFF2-40B4-BE49-F238E27FC236}">
                <a16:creationId xmlns:a16="http://schemas.microsoft.com/office/drawing/2014/main" id="{8550D3DE-2045-4C15-AE8B-33F0C9741D1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7581" y="2484451"/>
            <a:ext cx="430225" cy="430225"/>
          </a:xfrm>
          <a:prstGeom prst="rect">
            <a:avLst/>
          </a:prstGeom>
        </p:spPr>
      </p:pic>
      <p:pic>
        <p:nvPicPr>
          <p:cNvPr id="373" name="图形 372">
            <a:extLst>
              <a:ext uri="{FF2B5EF4-FFF2-40B4-BE49-F238E27FC236}">
                <a16:creationId xmlns:a16="http://schemas.microsoft.com/office/drawing/2014/main" id="{541883F1-484B-426A-81FE-056B5BA108E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25450" y="2543133"/>
            <a:ext cx="338537" cy="338537"/>
          </a:xfrm>
          <a:prstGeom prst="rect">
            <a:avLst/>
          </a:prstGeom>
        </p:spPr>
      </p:pic>
      <p:cxnSp>
        <p:nvCxnSpPr>
          <p:cNvPr id="374" name="直接连接符 373">
            <a:extLst>
              <a:ext uri="{FF2B5EF4-FFF2-40B4-BE49-F238E27FC236}">
                <a16:creationId xmlns:a16="http://schemas.microsoft.com/office/drawing/2014/main" id="{29B7FF52-E67B-4A99-89B0-1209D6FFCEE6}"/>
              </a:ext>
            </a:extLst>
          </p:cNvPr>
          <p:cNvCxnSpPr>
            <a:cxnSpLocks/>
          </p:cNvCxnSpPr>
          <p:nvPr/>
        </p:nvCxnSpPr>
        <p:spPr>
          <a:xfrm flipH="1">
            <a:off x="5982107" y="2230404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E646D255-87A2-4844-B141-78A7595130FC}"/>
              </a:ext>
            </a:extLst>
          </p:cNvPr>
          <p:cNvCxnSpPr>
            <a:cxnSpLocks/>
            <a:stCxn id="367" idx="2"/>
          </p:cNvCxnSpPr>
          <p:nvPr/>
        </p:nvCxnSpPr>
        <p:spPr>
          <a:xfrm>
            <a:off x="6176283" y="2229188"/>
            <a:ext cx="637541" cy="345785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6" name="直接连接符 375">
            <a:extLst>
              <a:ext uri="{FF2B5EF4-FFF2-40B4-BE49-F238E27FC236}">
                <a16:creationId xmlns:a16="http://schemas.microsoft.com/office/drawing/2014/main" id="{32BD1663-B4C9-4625-9C61-CBC733F1438B}"/>
              </a:ext>
            </a:extLst>
          </p:cNvPr>
          <p:cNvCxnSpPr>
            <a:cxnSpLocks/>
            <a:stCxn id="366" idx="2"/>
          </p:cNvCxnSpPr>
          <p:nvPr/>
        </p:nvCxnSpPr>
        <p:spPr>
          <a:xfrm flipH="1">
            <a:off x="6813825" y="2241130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7" name="直接连接符 376">
            <a:extLst>
              <a:ext uri="{FF2B5EF4-FFF2-40B4-BE49-F238E27FC236}">
                <a16:creationId xmlns:a16="http://schemas.microsoft.com/office/drawing/2014/main" id="{0BAF5AD8-440B-46F2-914E-247387260129}"/>
              </a:ext>
            </a:extLst>
          </p:cNvPr>
          <p:cNvCxnSpPr>
            <a:cxnSpLocks/>
            <a:endCxn id="373" idx="0"/>
          </p:cNvCxnSpPr>
          <p:nvPr/>
        </p:nvCxnSpPr>
        <p:spPr>
          <a:xfrm>
            <a:off x="6829190" y="224243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8" name="直接连接符 377">
            <a:extLst>
              <a:ext uri="{FF2B5EF4-FFF2-40B4-BE49-F238E27FC236}">
                <a16:creationId xmlns:a16="http://schemas.microsoft.com/office/drawing/2014/main" id="{39608D6D-7DBB-41F4-AE86-965162B6815E}"/>
              </a:ext>
            </a:extLst>
          </p:cNvPr>
          <p:cNvCxnSpPr>
            <a:cxnSpLocks/>
            <a:stCxn id="368" idx="2"/>
          </p:cNvCxnSpPr>
          <p:nvPr/>
        </p:nvCxnSpPr>
        <p:spPr>
          <a:xfrm>
            <a:off x="7482097" y="2240710"/>
            <a:ext cx="220967" cy="287538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9" name="矩形: 圆角 378">
            <a:extLst>
              <a:ext uri="{FF2B5EF4-FFF2-40B4-BE49-F238E27FC236}">
                <a16:creationId xmlns:a16="http://schemas.microsoft.com/office/drawing/2014/main" id="{ED648556-84C8-4D3B-9E1A-3776C8158D3F}"/>
              </a:ext>
            </a:extLst>
          </p:cNvPr>
          <p:cNvSpPr/>
          <p:nvPr/>
        </p:nvSpPr>
        <p:spPr>
          <a:xfrm>
            <a:off x="5776330" y="3116672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80" name="图形 379">
            <a:extLst>
              <a:ext uri="{FF2B5EF4-FFF2-40B4-BE49-F238E27FC236}">
                <a16:creationId xmlns:a16="http://schemas.microsoft.com/office/drawing/2014/main" id="{7F14D395-B800-47B4-916D-CA40E24F4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9217" y="3219795"/>
            <a:ext cx="323255" cy="323255"/>
          </a:xfrm>
          <a:prstGeom prst="rect">
            <a:avLst/>
          </a:prstGeom>
        </p:spPr>
      </p:pic>
      <p:pic>
        <p:nvPicPr>
          <p:cNvPr id="381" name="图形 380">
            <a:extLst>
              <a:ext uri="{FF2B5EF4-FFF2-40B4-BE49-F238E27FC236}">
                <a16:creationId xmlns:a16="http://schemas.microsoft.com/office/drawing/2014/main" id="{0055CDA3-43D5-493A-A2C8-22310F7BF2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4655" y="3207853"/>
            <a:ext cx="323255" cy="323255"/>
          </a:xfrm>
          <a:prstGeom prst="rect">
            <a:avLst/>
          </a:prstGeom>
        </p:spPr>
      </p:pic>
      <p:pic>
        <p:nvPicPr>
          <p:cNvPr id="382" name="图形 381">
            <a:extLst>
              <a:ext uri="{FF2B5EF4-FFF2-40B4-BE49-F238E27FC236}">
                <a16:creationId xmlns:a16="http://schemas.microsoft.com/office/drawing/2014/main" id="{4805F8B7-7C90-4F9D-8DB9-783CCB0941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0469" y="3219375"/>
            <a:ext cx="323255" cy="323255"/>
          </a:xfrm>
          <a:prstGeom prst="rect">
            <a:avLst/>
          </a:prstGeom>
        </p:spPr>
      </p:pic>
      <p:pic>
        <p:nvPicPr>
          <p:cNvPr id="383" name="图形 382">
            <a:extLst>
              <a:ext uri="{FF2B5EF4-FFF2-40B4-BE49-F238E27FC236}">
                <a16:creationId xmlns:a16="http://schemas.microsoft.com/office/drawing/2014/main" id="{63785960-8492-44CC-A2E7-1942478754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4150" y="3822958"/>
            <a:ext cx="323256" cy="323256"/>
          </a:xfrm>
          <a:prstGeom prst="rect">
            <a:avLst/>
          </a:prstGeom>
        </p:spPr>
      </p:pic>
      <p:pic>
        <p:nvPicPr>
          <p:cNvPr id="384" name="图形 383">
            <a:extLst>
              <a:ext uri="{FF2B5EF4-FFF2-40B4-BE49-F238E27FC236}">
                <a16:creationId xmlns:a16="http://schemas.microsoft.com/office/drawing/2014/main" id="{7C41F728-A844-4373-8961-B4965D1549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0156" y="3844272"/>
            <a:ext cx="323255" cy="323255"/>
          </a:xfrm>
          <a:prstGeom prst="rect">
            <a:avLst/>
          </a:prstGeom>
        </p:spPr>
      </p:pic>
      <p:pic>
        <p:nvPicPr>
          <p:cNvPr id="385" name="图形 384">
            <a:extLst>
              <a:ext uri="{FF2B5EF4-FFF2-40B4-BE49-F238E27FC236}">
                <a16:creationId xmlns:a16="http://schemas.microsoft.com/office/drawing/2014/main" id="{62B800EF-5F25-461B-84EB-9F559508F2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7258" y="3761239"/>
            <a:ext cx="460789" cy="460789"/>
          </a:xfrm>
          <a:prstGeom prst="rect">
            <a:avLst/>
          </a:prstGeom>
        </p:spPr>
      </p:pic>
      <p:pic>
        <p:nvPicPr>
          <p:cNvPr id="386" name="图形 385">
            <a:extLst>
              <a:ext uri="{FF2B5EF4-FFF2-40B4-BE49-F238E27FC236}">
                <a16:creationId xmlns:a16="http://schemas.microsoft.com/office/drawing/2014/main" id="{7DC8B44F-ED59-47EB-A7B2-535F190D01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7581" y="3786371"/>
            <a:ext cx="430225" cy="430225"/>
          </a:xfrm>
          <a:prstGeom prst="rect">
            <a:avLst/>
          </a:prstGeom>
        </p:spPr>
      </p:pic>
      <p:pic>
        <p:nvPicPr>
          <p:cNvPr id="387" name="图形 386">
            <a:extLst>
              <a:ext uri="{FF2B5EF4-FFF2-40B4-BE49-F238E27FC236}">
                <a16:creationId xmlns:a16="http://schemas.microsoft.com/office/drawing/2014/main" id="{7D9D6ABD-785C-47E0-B87F-7720F038D5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25450" y="3845053"/>
            <a:ext cx="338537" cy="338537"/>
          </a:xfrm>
          <a:prstGeom prst="rect">
            <a:avLst/>
          </a:prstGeom>
        </p:spPr>
      </p:pic>
      <p:cxnSp>
        <p:nvCxnSpPr>
          <p:cNvPr id="388" name="直接连接符 387">
            <a:extLst>
              <a:ext uri="{FF2B5EF4-FFF2-40B4-BE49-F238E27FC236}">
                <a16:creationId xmlns:a16="http://schemas.microsoft.com/office/drawing/2014/main" id="{5D9D074D-1A05-4A27-903D-881AD7796479}"/>
              </a:ext>
            </a:extLst>
          </p:cNvPr>
          <p:cNvCxnSpPr>
            <a:cxnSpLocks/>
          </p:cNvCxnSpPr>
          <p:nvPr/>
        </p:nvCxnSpPr>
        <p:spPr>
          <a:xfrm flipH="1">
            <a:off x="5982107" y="3532324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9" name="直接连接符 388">
            <a:extLst>
              <a:ext uri="{FF2B5EF4-FFF2-40B4-BE49-F238E27FC236}">
                <a16:creationId xmlns:a16="http://schemas.microsoft.com/office/drawing/2014/main" id="{25C2839B-D5A6-4E5F-8FAD-ABF2D4379BBD}"/>
              </a:ext>
            </a:extLst>
          </p:cNvPr>
          <p:cNvCxnSpPr>
            <a:cxnSpLocks/>
            <a:stCxn id="381" idx="2"/>
          </p:cNvCxnSpPr>
          <p:nvPr/>
        </p:nvCxnSpPr>
        <p:spPr>
          <a:xfrm>
            <a:off x="6176283" y="3531108"/>
            <a:ext cx="225474" cy="29827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80CDBE8B-24A6-4C3B-8A4F-4578038934EC}"/>
              </a:ext>
            </a:extLst>
          </p:cNvPr>
          <p:cNvCxnSpPr>
            <a:cxnSpLocks/>
            <a:stCxn id="380" idx="2"/>
          </p:cNvCxnSpPr>
          <p:nvPr/>
        </p:nvCxnSpPr>
        <p:spPr>
          <a:xfrm>
            <a:off x="6820845" y="3543050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7B96E8EE-9BFB-487B-B647-59EC9807ADD2}"/>
              </a:ext>
            </a:extLst>
          </p:cNvPr>
          <p:cNvCxnSpPr>
            <a:cxnSpLocks/>
            <a:endCxn id="387" idx="0"/>
          </p:cNvCxnSpPr>
          <p:nvPr/>
        </p:nvCxnSpPr>
        <p:spPr>
          <a:xfrm>
            <a:off x="6829190" y="354435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4" name="连接符: 肘形 393">
            <a:extLst>
              <a:ext uri="{FF2B5EF4-FFF2-40B4-BE49-F238E27FC236}">
                <a16:creationId xmlns:a16="http://schemas.microsoft.com/office/drawing/2014/main" id="{BABF4C9E-9A23-45AA-855D-27B265918A0C}"/>
              </a:ext>
            </a:extLst>
          </p:cNvPr>
          <p:cNvCxnSpPr>
            <a:cxnSpLocks/>
            <a:stCxn id="321" idx="6"/>
            <a:endCxn id="365" idx="1"/>
          </p:cNvCxnSpPr>
          <p:nvPr/>
        </p:nvCxnSpPr>
        <p:spPr>
          <a:xfrm>
            <a:off x="5451741" y="2352914"/>
            <a:ext cx="324589" cy="435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连接符: 肘形 396">
            <a:extLst>
              <a:ext uri="{FF2B5EF4-FFF2-40B4-BE49-F238E27FC236}">
                <a16:creationId xmlns:a16="http://schemas.microsoft.com/office/drawing/2014/main" id="{6677FBE5-E853-40A0-860A-063D17C6B246}"/>
              </a:ext>
            </a:extLst>
          </p:cNvPr>
          <p:cNvCxnSpPr>
            <a:cxnSpLocks/>
            <a:stCxn id="321" idx="6"/>
            <a:endCxn id="379" idx="1"/>
          </p:cNvCxnSpPr>
          <p:nvPr/>
        </p:nvCxnSpPr>
        <p:spPr>
          <a:xfrm>
            <a:off x="5451741" y="2352914"/>
            <a:ext cx="324589" cy="130627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箭头: 右 412">
            <a:extLst>
              <a:ext uri="{FF2B5EF4-FFF2-40B4-BE49-F238E27FC236}">
                <a16:creationId xmlns:a16="http://schemas.microsoft.com/office/drawing/2014/main" id="{A13D5BBA-27E4-4F61-952F-434B4C3D8342}"/>
              </a:ext>
            </a:extLst>
          </p:cNvPr>
          <p:cNvSpPr/>
          <p:nvPr/>
        </p:nvSpPr>
        <p:spPr>
          <a:xfrm>
            <a:off x="8080961" y="1345881"/>
            <a:ext cx="246592" cy="213676"/>
          </a:xfrm>
          <a:prstGeom prst="rightArrow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8462786" y="6223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8593414" y="6223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8723307" y="6223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8854626" y="6218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8985306" y="6223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109333" y="6218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240013" y="6223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8461525" y="96883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8592153" y="96883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8722046" y="96883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8853365" y="96836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8984045" y="96883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108072" y="96836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238752" y="96883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8458282" y="1664453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8588910" y="1664453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8718803" y="1664453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8850122" y="1663974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8980802" y="1664452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104829" y="1663974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235509" y="1664452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8458282" y="2013567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8588910" y="2013567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8718803" y="2013567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8850122" y="2013088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8980802" y="2013566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104829" y="2013088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235509" y="2013566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8458282" y="1294822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8588910" y="1294822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8718803" y="1294822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8850122" y="1294343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8980802" y="1294821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104829" y="1294343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235509" y="1294821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: 圆角 484">
            <a:extLst>
              <a:ext uri="{FF2B5EF4-FFF2-40B4-BE49-F238E27FC236}">
                <a16:creationId xmlns:a16="http://schemas.microsoft.com/office/drawing/2014/main" id="{24C022BA-DED8-4F47-850E-4B37C6D927DF}"/>
              </a:ext>
            </a:extLst>
          </p:cNvPr>
          <p:cNvSpPr/>
          <p:nvPr/>
        </p:nvSpPr>
        <p:spPr>
          <a:xfrm>
            <a:off x="0" y="4537806"/>
            <a:ext cx="2425502" cy="1393548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94874" y="4586440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87" name="图形 486">
            <a:extLst>
              <a:ext uri="{FF2B5EF4-FFF2-40B4-BE49-F238E27FC236}">
                <a16:creationId xmlns:a16="http://schemas.microsoft.com/office/drawing/2014/main" id="{60585680-84EF-4837-8F13-B9554D9ED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284" y="4725638"/>
            <a:ext cx="323255" cy="323255"/>
          </a:xfrm>
          <a:prstGeom prst="rect">
            <a:avLst/>
          </a:prstGeom>
        </p:spPr>
      </p:pic>
      <p:pic>
        <p:nvPicPr>
          <p:cNvPr id="488" name="图形 487">
            <a:extLst>
              <a:ext uri="{FF2B5EF4-FFF2-40B4-BE49-F238E27FC236}">
                <a16:creationId xmlns:a16="http://schemas.microsoft.com/office/drawing/2014/main" id="{1BC8FDE5-C5FB-4169-ADA2-714AD22DF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678" y="4724859"/>
            <a:ext cx="323255" cy="323255"/>
          </a:xfrm>
          <a:prstGeom prst="rect">
            <a:avLst/>
          </a:prstGeom>
        </p:spPr>
      </p:pic>
      <p:pic>
        <p:nvPicPr>
          <p:cNvPr id="489" name="图形 488">
            <a:extLst>
              <a:ext uri="{FF2B5EF4-FFF2-40B4-BE49-F238E27FC236}">
                <a16:creationId xmlns:a16="http://schemas.microsoft.com/office/drawing/2014/main" id="{09E2A44C-78F0-44AA-91E7-0867AC8D2E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7702" y="4725638"/>
            <a:ext cx="323255" cy="323255"/>
          </a:xfrm>
          <a:prstGeom prst="rect">
            <a:avLst/>
          </a:prstGeom>
        </p:spPr>
      </p:pic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94874" y="5279551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714933" y="4886486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5" name="图形 494">
            <a:extLst>
              <a:ext uri="{FF2B5EF4-FFF2-40B4-BE49-F238E27FC236}">
                <a16:creationId xmlns:a16="http://schemas.microsoft.com/office/drawing/2014/main" id="{5D424960-92DF-4397-A19F-8DDC07775D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54" y="5454460"/>
            <a:ext cx="323256" cy="323256"/>
          </a:xfrm>
          <a:prstGeom prst="rect">
            <a:avLst/>
          </a:prstGeom>
        </p:spPr>
      </p:pic>
      <p:pic>
        <p:nvPicPr>
          <p:cNvPr id="496" name="图形 495">
            <a:extLst>
              <a:ext uri="{FF2B5EF4-FFF2-40B4-BE49-F238E27FC236}">
                <a16:creationId xmlns:a16="http://schemas.microsoft.com/office/drawing/2014/main" id="{A46D30F9-3EC2-471A-911A-FEB5C67F9F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0484" y="5468727"/>
            <a:ext cx="323255" cy="323255"/>
          </a:xfrm>
          <a:prstGeom prst="rect">
            <a:avLst/>
          </a:prstGeom>
        </p:spPr>
      </p:pic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7586" y="5385694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7909" y="5410826"/>
            <a:ext cx="430225" cy="430225"/>
          </a:xfrm>
          <a:prstGeom prst="rect">
            <a:avLst/>
          </a:prstGeom>
        </p:spPr>
      </p:pic>
      <p:pic>
        <p:nvPicPr>
          <p:cNvPr id="499" name="图形 498">
            <a:extLst>
              <a:ext uri="{FF2B5EF4-FFF2-40B4-BE49-F238E27FC236}">
                <a16:creationId xmlns:a16="http://schemas.microsoft.com/office/drawing/2014/main" id="{8D33D7EE-5474-40EA-986F-35867D72941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85174" y="5442693"/>
            <a:ext cx="338537" cy="338537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394264" y="5616088"/>
            <a:ext cx="24098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891444" y="5625938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722277" y="5625938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2" name="连接符: 肘形 511">
            <a:extLst>
              <a:ext uri="{FF2B5EF4-FFF2-40B4-BE49-F238E27FC236}">
                <a16:creationId xmlns:a16="http://schemas.microsoft.com/office/drawing/2014/main" id="{3DF594F7-D251-49C7-B2BC-A6FC7CDBBA90}"/>
              </a:ext>
            </a:extLst>
          </p:cNvPr>
          <p:cNvCxnSpPr>
            <a:cxnSpLocks/>
            <a:stCxn id="486" idx="3"/>
            <a:endCxn id="258" idx="1"/>
          </p:cNvCxnSpPr>
          <p:nvPr/>
        </p:nvCxnSpPr>
        <p:spPr>
          <a:xfrm flipV="1">
            <a:off x="2334957" y="3600321"/>
            <a:ext cx="464076" cy="127382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矩形: 圆角 514">
            <a:extLst>
              <a:ext uri="{FF2B5EF4-FFF2-40B4-BE49-F238E27FC236}">
                <a16:creationId xmlns:a16="http://schemas.microsoft.com/office/drawing/2014/main" id="{9865C3BB-6A0A-4A7C-8F1E-756F57C4EC26}"/>
              </a:ext>
            </a:extLst>
          </p:cNvPr>
          <p:cNvSpPr/>
          <p:nvPr/>
        </p:nvSpPr>
        <p:spPr>
          <a:xfrm>
            <a:off x="5670680" y="4460293"/>
            <a:ext cx="2425502" cy="1393548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6" name="矩形: 圆角 515">
            <a:extLst>
              <a:ext uri="{FF2B5EF4-FFF2-40B4-BE49-F238E27FC236}">
                <a16:creationId xmlns:a16="http://schemas.microsoft.com/office/drawing/2014/main" id="{997B0828-FE65-4BA9-829A-A6175A0889C0}"/>
              </a:ext>
            </a:extLst>
          </p:cNvPr>
          <p:cNvSpPr/>
          <p:nvPr/>
        </p:nvSpPr>
        <p:spPr>
          <a:xfrm>
            <a:off x="5765554" y="4508927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17" name="图形 516">
            <a:extLst>
              <a:ext uri="{FF2B5EF4-FFF2-40B4-BE49-F238E27FC236}">
                <a16:creationId xmlns:a16="http://schemas.microsoft.com/office/drawing/2014/main" id="{7ED52BBB-4201-408E-B6AC-F468E669A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5964" y="4648125"/>
            <a:ext cx="323255" cy="323255"/>
          </a:xfrm>
          <a:prstGeom prst="rect">
            <a:avLst/>
          </a:prstGeom>
        </p:spPr>
      </p:pic>
      <p:pic>
        <p:nvPicPr>
          <p:cNvPr id="518" name="图形 517">
            <a:extLst>
              <a:ext uri="{FF2B5EF4-FFF2-40B4-BE49-F238E27FC236}">
                <a16:creationId xmlns:a16="http://schemas.microsoft.com/office/drawing/2014/main" id="{CFC467B4-8536-49A4-8DFD-C39473346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2358" y="4647346"/>
            <a:ext cx="323255" cy="323255"/>
          </a:xfrm>
          <a:prstGeom prst="rect">
            <a:avLst/>
          </a:prstGeom>
        </p:spPr>
      </p:pic>
      <p:pic>
        <p:nvPicPr>
          <p:cNvPr id="519" name="图形 518">
            <a:extLst>
              <a:ext uri="{FF2B5EF4-FFF2-40B4-BE49-F238E27FC236}">
                <a16:creationId xmlns:a16="http://schemas.microsoft.com/office/drawing/2014/main" id="{FDAA3477-0167-4A25-B52D-5443E792A8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8382" y="4648125"/>
            <a:ext cx="323255" cy="323255"/>
          </a:xfrm>
          <a:prstGeom prst="rect">
            <a:avLst/>
          </a:prstGeom>
        </p:spPr>
      </p:pic>
      <p:sp>
        <p:nvSpPr>
          <p:cNvPr id="520" name="矩形: 圆角 519">
            <a:extLst>
              <a:ext uri="{FF2B5EF4-FFF2-40B4-BE49-F238E27FC236}">
                <a16:creationId xmlns:a16="http://schemas.microsoft.com/office/drawing/2014/main" id="{F8659654-97A2-4D1F-BD69-C15693F1A2D1}"/>
              </a:ext>
            </a:extLst>
          </p:cNvPr>
          <p:cNvSpPr/>
          <p:nvPr/>
        </p:nvSpPr>
        <p:spPr>
          <a:xfrm>
            <a:off x="5765554" y="5202038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21" name="直接连接符 520">
            <a:extLst>
              <a:ext uri="{FF2B5EF4-FFF2-40B4-BE49-F238E27FC236}">
                <a16:creationId xmlns:a16="http://schemas.microsoft.com/office/drawing/2014/main" id="{6ACD0332-37A1-4622-A54E-50D12EF92268}"/>
              </a:ext>
            </a:extLst>
          </p:cNvPr>
          <p:cNvCxnSpPr>
            <a:cxnSpLocks/>
          </p:cNvCxnSpPr>
          <p:nvPr/>
        </p:nvCxnSpPr>
        <p:spPr>
          <a:xfrm>
            <a:off x="6385613" y="4808973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22" name="图形 521">
            <a:extLst>
              <a:ext uri="{FF2B5EF4-FFF2-40B4-BE49-F238E27FC236}">
                <a16:creationId xmlns:a16="http://schemas.microsoft.com/office/drawing/2014/main" id="{9060597B-2467-4353-9FFC-1672AE8AA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6734" y="5376947"/>
            <a:ext cx="323256" cy="323256"/>
          </a:xfrm>
          <a:prstGeom prst="rect">
            <a:avLst/>
          </a:prstGeom>
        </p:spPr>
      </p:pic>
      <p:pic>
        <p:nvPicPr>
          <p:cNvPr id="523" name="图形 522">
            <a:extLst>
              <a:ext uri="{FF2B5EF4-FFF2-40B4-BE49-F238E27FC236}">
                <a16:creationId xmlns:a16="http://schemas.microsoft.com/office/drawing/2014/main" id="{A3885D08-F612-4805-A7DF-64432380AC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1164" y="5391214"/>
            <a:ext cx="323255" cy="323255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6634B3FA-5AD2-4B87-8243-6B297FA39E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58266" y="5308181"/>
            <a:ext cx="460789" cy="460789"/>
          </a:xfrm>
          <a:prstGeom prst="rect">
            <a:avLst/>
          </a:prstGeom>
        </p:spPr>
      </p:pic>
      <p:pic>
        <p:nvPicPr>
          <p:cNvPr id="525" name="图形 524">
            <a:extLst>
              <a:ext uri="{FF2B5EF4-FFF2-40B4-BE49-F238E27FC236}">
                <a16:creationId xmlns:a16="http://schemas.microsoft.com/office/drawing/2014/main" id="{0F6C84B2-DFC6-42BD-89D6-CB9398E040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68589" y="5333313"/>
            <a:ext cx="430225" cy="430225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79C490C3-2642-4883-B9E3-334D15A57C4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55854" y="5365180"/>
            <a:ext cx="338537" cy="338537"/>
          </a:xfrm>
          <a:prstGeom prst="rect">
            <a:avLst/>
          </a:prstGeom>
        </p:spPr>
      </p:pic>
      <p:cxnSp>
        <p:nvCxnSpPr>
          <p:cNvPr id="527" name="直接连接符 526">
            <a:extLst>
              <a:ext uri="{FF2B5EF4-FFF2-40B4-BE49-F238E27FC236}">
                <a16:creationId xmlns:a16="http://schemas.microsoft.com/office/drawing/2014/main" id="{C5BD04AD-861A-4953-B2C1-32E320A0B14B}"/>
              </a:ext>
            </a:extLst>
          </p:cNvPr>
          <p:cNvCxnSpPr>
            <a:cxnSpLocks/>
          </p:cNvCxnSpPr>
          <p:nvPr/>
        </p:nvCxnSpPr>
        <p:spPr>
          <a:xfrm>
            <a:off x="6064944" y="5538575"/>
            <a:ext cx="24098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8" name="直接连接符 527">
            <a:extLst>
              <a:ext uri="{FF2B5EF4-FFF2-40B4-BE49-F238E27FC236}">
                <a16:creationId xmlns:a16="http://schemas.microsoft.com/office/drawing/2014/main" id="{156226D2-ECF5-4B32-8817-8B1723E792CE}"/>
              </a:ext>
            </a:extLst>
          </p:cNvPr>
          <p:cNvCxnSpPr>
            <a:cxnSpLocks/>
          </p:cNvCxnSpPr>
          <p:nvPr/>
        </p:nvCxnSpPr>
        <p:spPr>
          <a:xfrm>
            <a:off x="6562124" y="5548425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2654E1AF-C266-4624-8C37-E9F5F576E75B}"/>
              </a:ext>
            </a:extLst>
          </p:cNvPr>
          <p:cNvCxnSpPr>
            <a:cxnSpLocks/>
          </p:cNvCxnSpPr>
          <p:nvPr/>
        </p:nvCxnSpPr>
        <p:spPr>
          <a:xfrm>
            <a:off x="7392957" y="5548425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31" name="图形 530">
            <a:extLst>
              <a:ext uri="{FF2B5EF4-FFF2-40B4-BE49-F238E27FC236}">
                <a16:creationId xmlns:a16="http://schemas.microsoft.com/office/drawing/2014/main" id="{D874F570-3594-48FA-8F82-DE54B1ABD0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89145" y="5376947"/>
            <a:ext cx="212348" cy="212348"/>
          </a:xfrm>
          <a:prstGeom prst="rect">
            <a:avLst/>
          </a:prstGeom>
        </p:spPr>
      </p:pic>
      <p:sp>
        <p:nvSpPr>
          <p:cNvPr id="532" name="文本框 531">
            <a:extLst>
              <a:ext uri="{FF2B5EF4-FFF2-40B4-BE49-F238E27FC236}">
                <a16:creationId xmlns:a16="http://schemas.microsoft.com/office/drawing/2014/main" id="{66F7A6DE-8920-464A-96FC-0EEB00E99D6A}"/>
              </a:ext>
            </a:extLst>
          </p:cNvPr>
          <p:cNvSpPr txBox="1"/>
          <p:nvPr/>
        </p:nvSpPr>
        <p:spPr>
          <a:xfrm>
            <a:off x="5886397" y="966406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C438FA82-137B-4370-A494-AA64442D10F1}"/>
              </a:ext>
            </a:extLst>
          </p:cNvPr>
          <p:cNvSpPr txBox="1"/>
          <p:nvPr/>
        </p:nvSpPr>
        <p:spPr>
          <a:xfrm>
            <a:off x="6229622" y="854380"/>
            <a:ext cx="31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7" name="图形 536">
            <a:extLst>
              <a:ext uri="{FF2B5EF4-FFF2-40B4-BE49-F238E27FC236}">
                <a16:creationId xmlns:a16="http://schemas.microsoft.com/office/drawing/2014/main" id="{44DAE75A-9316-4F86-8A60-F83C7E648E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39857" y="994743"/>
            <a:ext cx="162299" cy="162299"/>
          </a:xfrm>
          <a:prstGeom prst="rect">
            <a:avLst/>
          </a:prstGeom>
        </p:spPr>
      </p:pic>
      <p:sp>
        <p:nvSpPr>
          <p:cNvPr id="538" name="文本框 537">
            <a:extLst>
              <a:ext uri="{FF2B5EF4-FFF2-40B4-BE49-F238E27FC236}">
                <a16:creationId xmlns:a16="http://schemas.microsoft.com/office/drawing/2014/main" id="{DEB9782C-D38E-48DF-B1A5-99B21E69E06E}"/>
              </a:ext>
            </a:extLst>
          </p:cNvPr>
          <p:cNvSpPr txBox="1"/>
          <p:nvPr/>
        </p:nvSpPr>
        <p:spPr>
          <a:xfrm>
            <a:off x="6523022" y="880308"/>
            <a:ext cx="2247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文本框 538">
            <a:extLst>
              <a:ext uri="{FF2B5EF4-FFF2-40B4-BE49-F238E27FC236}">
                <a16:creationId xmlns:a16="http://schemas.microsoft.com/office/drawing/2014/main" id="{D425EACB-E685-4394-B719-2656780BBD7E}"/>
              </a:ext>
            </a:extLst>
          </p:cNvPr>
          <p:cNvSpPr txBox="1"/>
          <p:nvPr/>
        </p:nvSpPr>
        <p:spPr>
          <a:xfrm>
            <a:off x="6675423" y="1032708"/>
            <a:ext cx="2682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AF0E051C-01BC-45BB-AA06-095E427B1753}"/>
              </a:ext>
            </a:extLst>
          </p:cNvPr>
          <p:cNvSpPr txBox="1"/>
          <p:nvPr/>
        </p:nvSpPr>
        <p:spPr>
          <a:xfrm>
            <a:off x="6871804" y="1037489"/>
            <a:ext cx="264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3941076E-106D-4294-82EB-6B63E19227C3}"/>
              </a:ext>
            </a:extLst>
          </p:cNvPr>
          <p:cNvSpPr txBox="1"/>
          <p:nvPr/>
        </p:nvSpPr>
        <p:spPr>
          <a:xfrm>
            <a:off x="7051066" y="896570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" name="文本框 541">
            <a:extLst>
              <a:ext uri="{FF2B5EF4-FFF2-40B4-BE49-F238E27FC236}">
                <a16:creationId xmlns:a16="http://schemas.microsoft.com/office/drawing/2014/main" id="{75BFEE68-B9F9-455A-B535-289AA9D4E6EB}"/>
              </a:ext>
            </a:extLst>
          </p:cNvPr>
          <p:cNvSpPr txBox="1"/>
          <p:nvPr/>
        </p:nvSpPr>
        <p:spPr>
          <a:xfrm>
            <a:off x="7512184" y="916477"/>
            <a:ext cx="2233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3" name="图形 542">
            <a:extLst>
              <a:ext uri="{FF2B5EF4-FFF2-40B4-BE49-F238E27FC236}">
                <a16:creationId xmlns:a16="http://schemas.microsoft.com/office/drawing/2014/main" id="{18B260F2-5EAD-4D1C-8F67-EE8AC5A7513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84932" y="1016914"/>
            <a:ext cx="162299" cy="162299"/>
          </a:xfrm>
          <a:prstGeom prst="rect">
            <a:avLst/>
          </a:prstGeom>
        </p:spPr>
      </p:pic>
      <p:sp>
        <p:nvSpPr>
          <p:cNvPr id="544" name="文本框 543">
            <a:extLst>
              <a:ext uri="{FF2B5EF4-FFF2-40B4-BE49-F238E27FC236}">
                <a16:creationId xmlns:a16="http://schemas.microsoft.com/office/drawing/2014/main" id="{FFF90FE6-E3D6-4C24-8D40-EC39D9DFE511}"/>
              </a:ext>
            </a:extLst>
          </p:cNvPr>
          <p:cNvSpPr txBox="1"/>
          <p:nvPr/>
        </p:nvSpPr>
        <p:spPr>
          <a:xfrm>
            <a:off x="5902716" y="2225952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5" name="文本框 544">
            <a:extLst>
              <a:ext uri="{FF2B5EF4-FFF2-40B4-BE49-F238E27FC236}">
                <a16:creationId xmlns:a16="http://schemas.microsoft.com/office/drawing/2014/main" id="{89FB553C-6D02-41FC-9748-C637D5CCF14E}"/>
              </a:ext>
            </a:extLst>
          </p:cNvPr>
          <p:cNvSpPr txBox="1"/>
          <p:nvPr/>
        </p:nvSpPr>
        <p:spPr>
          <a:xfrm>
            <a:off x="6115056" y="1022210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988B05D9-842F-4D44-A425-E9C3B146CE58}"/>
              </a:ext>
            </a:extLst>
          </p:cNvPr>
          <p:cNvSpPr txBox="1"/>
          <p:nvPr/>
        </p:nvSpPr>
        <p:spPr>
          <a:xfrm>
            <a:off x="6319619" y="2186346"/>
            <a:ext cx="31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7" name="图形 546">
            <a:extLst>
              <a:ext uri="{FF2B5EF4-FFF2-40B4-BE49-F238E27FC236}">
                <a16:creationId xmlns:a16="http://schemas.microsoft.com/office/drawing/2014/main" id="{3E849C0F-CAF6-4597-BEFF-F5BC6DE057A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23714" y="2229297"/>
            <a:ext cx="162299" cy="162299"/>
          </a:xfrm>
          <a:prstGeom prst="rect">
            <a:avLst/>
          </a:prstGeom>
        </p:spPr>
      </p:pic>
      <p:sp>
        <p:nvSpPr>
          <p:cNvPr id="548" name="文本框 547">
            <a:extLst>
              <a:ext uri="{FF2B5EF4-FFF2-40B4-BE49-F238E27FC236}">
                <a16:creationId xmlns:a16="http://schemas.microsoft.com/office/drawing/2014/main" id="{8869086F-037D-466F-A3B5-BEECAC4A074D}"/>
              </a:ext>
            </a:extLst>
          </p:cNvPr>
          <p:cNvSpPr txBox="1"/>
          <p:nvPr/>
        </p:nvSpPr>
        <p:spPr>
          <a:xfrm>
            <a:off x="6754293" y="2293275"/>
            <a:ext cx="2682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9" name="文本框 548">
            <a:extLst>
              <a:ext uri="{FF2B5EF4-FFF2-40B4-BE49-F238E27FC236}">
                <a16:creationId xmlns:a16="http://schemas.microsoft.com/office/drawing/2014/main" id="{9F2CDDE6-7EE3-449D-AD0E-D08CAD4AE45E}"/>
              </a:ext>
            </a:extLst>
          </p:cNvPr>
          <p:cNvSpPr txBox="1"/>
          <p:nvPr/>
        </p:nvSpPr>
        <p:spPr>
          <a:xfrm>
            <a:off x="7068589" y="2173794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0" name="文本框 549">
            <a:extLst>
              <a:ext uri="{FF2B5EF4-FFF2-40B4-BE49-F238E27FC236}">
                <a16:creationId xmlns:a16="http://schemas.microsoft.com/office/drawing/2014/main" id="{F1180921-71E8-477C-99A3-B49A9BBE76DC}"/>
              </a:ext>
            </a:extLst>
          </p:cNvPr>
          <p:cNvSpPr txBox="1"/>
          <p:nvPr/>
        </p:nvSpPr>
        <p:spPr>
          <a:xfrm>
            <a:off x="7516513" y="2218613"/>
            <a:ext cx="2233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2" name="文本框 551">
            <a:extLst>
              <a:ext uri="{FF2B5EF4-FFF2-40B4-BE49-F238E27FC236}">
                <a16:creationId xmlns:a16="http://schemas.microsoft.com/office/drawing/2014/main" id="{AE0F75B2-95BC-4CB1-AB48-5475F2B1625E}"/>
              </a:ext>
            </a:extLst>
          </p:cNvPr>
          <p:cNvSpPr txBox="1"/>
          <p:nvPr/>
        </p:nvSpPr>
        <p:spPr>
          <a:xfrm>
            <a:off x="5923483" y="3512007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" name="文本框 552">
            <a:extLst>
              <a:ext uri="{FF2B5EF4-FFF2-40B4-BE49-F238E27FC236}">
                <a16:creationId xmlns:a16="http://schemas.microsoft.com/office/drawing/2014/main" id="{B2B6ED6B-365B-4E23-9721-67E4AF75934A}"/>
              </a:ext>
            </a:extLst>
          </p:cNvPr>
          <p:cNvSpPr txBox="1"/>
          <p:nvPr/>
        </p:nvSpPr>
        <p:spPr>
          <a:xfrm>
            <a:off x="6231139" y="3525914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4" name="文本框 553">
            <a:extLst>
              <a:ext uri="{FF2B5EF4-FFF2-40B4-BE49-F238E27FC236}">
                <a16:creationId xmlns:a16="http://schemas.microsoft.com/office/drawing/2014/main" id="{81AF1086-FA04-4ADC-BB1D-47F21DFB9A64}"/>
              </a:ext>
            </a:extLst>
          </p:cNvPr>
          <p:cNvSpPr txBox="1"/>
          <p:nvPr/>
        </p:nvSpPr>
        <p:spPr>
          <a:xfrm>
            <a:off x="6801493" y="3608700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文本框 554">
            <a:extLst>
              <a:ext uri="{FF2B5EF4-FFF2-40B4-BE49-F238E27FC236}">
                <a16:creationId xmlns:a16="http://schemas.microsoft.com/office/drawing/2014/main" id="{59758E48-BE38-49D7-9593-A5D77502B62D}"/>
              </a:ext>
            </a:extLst>
          </p:cNvPr>
          <p:cNvSpPr txBox="1"/>
          <p:nvPr/>
        </p:nvSpPr>
        <p:spPr>
          <a:xfrm>
            <a:off x="7080642" y="3493284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392265" y="503646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265" y="503646"/>
                <a:ext cx="315383" cy="369332"/>
              </a:xfrm>
              <a:prstGeom prst="rect">
                <a:avLst/>
              </a:prstGeom>
              <a:blipFill>
                <a:blip r:embed="rId21"/>
                <a:stretch>
                  <a:fillRect r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412732" y="826277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732" y="826277"/>
                <a:ext cx="315383" cy="369332"/>
              </a:xfrm>
              <a:prstGeom prst="rect">
                <a:avLst/>
              </a:prstGeom>
              <a:blipFill>
                <a:blip r:embed="rId22"/>
                <a:stretch>
                  <a:fillRect r="-3846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405008" y="1161675"/>
                <a:ext cx="31538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008" y="1161675"/>
                <a:ext cx="315383" cy="390748"/>
              </a:xfrm>
              <a:prstGeom prst="rect">
                <a:avLst/>
              </a:prstGeom>
              <a:blipFill>
                <a:blip r:embed="rId23"/>
                <a:stretch>
                  <a:fillRect r="-46154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405007" y="1532655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007" y="1532655"/>
                <a:ext cx="315383" cy="369332"/>
              </a:xfrm>
              <a:prstGeom prst="rect">
                <a:avLst/>
              </a:prstGeom>
              <a:blipFill>
                <a:blip r:embed="rId24"/>
                <a:stretch>
                  <a:fillRect r="-9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9412732" y="1885534"/>
                <a:ext cx="315383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732" y="1885534"/>
                <a:ext cx="315383" cy="391261"/>
              </a:xfrm>
              <a:prstGeom prst="rect">
                <a:avLst/>
              </a:prstGeom>
              <a:blipFill>
                <a:blip r:embed="rId25"/>
                <a:stretch>
                  <a:fillRect r="-88462"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3" name="连接符: 肘形 1012">
            <a:extLst>
              <a:ext uri="{FF2B5EF4-FFF2-40B4-BE49-F238E27FC236}">
                <a16:creationId xmlns:a16="http://schemas.microsoft.com/office/drawing/2014/main" id="{9C50D51D-E0E7-4BCF-A1A9-A568D785B329}"/>
              </a:ext>
            </a:extLst>
          </p:cNvPr>
          <p:cNvCxnSpPr>
            <a:cxnSpLocks/>
            <a:stCxn id="929" idx="3"/>
            <a:endCxn id="1020" idx="0"/>
          </p:cNvCxnSpPr>
          <p:nvPr/>
        </p:nvCxnSpPr>
        <p:spPr>
          <a:xfrm>
            <a:off x="10041398" y="1396590"/>
            <a:ext cx="1738746" cy="183998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连接符: 肘形 1018">
            <a:extLst>
              <a:ext uri="{FF2B5EF4-FFF2-40B4-BE49-F238E27FC236}">
                <a16:creationId xmlns:a16="http://schemas.microsoft.com/office/drawing/2014/main" id="{565016ED-32DD-45A8-9049-5D67C5070A97}"/>
              </a:ext>
            </a:extLst>
          </p:cNvPr>
          <p:cNvCxnSpPr>
            <a:cxnSpLocks/>
            <a:stCxn id="450" idx="3"/>
          </p:cNvCxnSpPr>
          <p:nvPr/>
        </p:nvCxnSpPr>
        <p:spPr>
          <a:xfrm flipV="1">
            <a:off x="11352632" y="3514316"/>
            <a:ext cx="425532" cy="85595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1391411" y="3236578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1855570" y="635924"/>
                <a:ext cx="315383" cy="357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570" y="635924"/>
                <a:ext cx="315383" cy="357534"/>
              </a:xfrm>
              <a:prstGeom prst="rect">
                <a:avLst/>
              </a:prstGeom>
              <a:blipFill>
                <a:blip r:embed="rId26"/>
                <a:stretch>
                  <a:fillRect r="-38462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1812006" y="190404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006" y="1904043"/>
                <a:ext cx="315383" cy="338554"/>
              </a:xfrm>
              <a:prstGeom prst="rect">
                <a:avLst/>
              </a:prstGeom>
              <a:blipFill>
                <a:blip r:embed="rId27"/>
                <a:stretch>
                  <a:fillRect r="-8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1821506" y="3214906"/>
                <a:ext cx="315383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506" y="3214906"/>
                <a:ext cx="315383" cy="357983"/>
              </a:xfrm>
              <a:prstGeom prst="rect">
                <a:avLst/>
              </a:prstGeom>
              <a:blipFill>
                <a:blip r:embed="rId28"/>
                <a:stretch>
                  <a:fillRect r="-75000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1820109" y="452850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109" y="4528503"/>
                <a:ext cx="315383" cy="338554"/>
              </a:xfrm>
              <a:prstGeom prst="rect">
                <a:avLst/>
              </a:prstGeom>
              <a:blipFill>
                <a:blip r:embed="rId29"/>
                <a:stretch>
                  <a:fillRect r="-764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文本框 1026">
                <a:extLst>
                  <a:ext uri="{FF2B5EF4-FFF2-40B4-BE49-F238E27FC236}">
                    <a16:creationId xmlns:a16="http://schemas.microsoft.com/office/drawing/2014/main" id="{8B5813FE-AB29-4F5E-8D36-30857AE201BC}"/>
                  </a:ext>
                </a:extLst>
              </p:cNvPr>
              <p:cNvSpPr txBox="1"/>
              <p:nvPr/>
            </p:nvSpPr>
            <p:spPr>
              <a:xfrm>
                <a:off x="1760649" y="519968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7" name="文本框 1026">
                <a:extLst>
                  <a:ext uri="{FF2B5EF4-FFF2-40B4-BE49-F238E27FC236}">
                    <a16:creationId xmlns:a16="http://schemas.microsoft.com/office/drawing/2014/main" id="{8B5813FE-AB29-4F5E-8D36-30857AE20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649" y="5199683"/>
                <a:ext cx="315383" cy="338554"/>
              </a:xfrm>
              <a:prstGeom prst="rect">
                <a:avLst/>
              </a:prstGeom>
              <a:blipFill>
                <a:blip r:embed="rId30"/>
                <a:stretch>
                  <a:fillRect r="-5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文本框 1027">
            <a:extLst>
              <a:ext uri="{FF2B5EF4-FFF2-40B4-BE49-F238E27FC236}">
                <a16:creationId xmlns:a16="http://schemas.microsoft.com/office/drawing/2014/main" id="{FCA47A1E-9221-4118-973D-AC0CD30F1D9D}"/>
              </a:ext>
            </a:extLst>
          </p:cNvPr>
          <p:cNvSpPr txBox="1"/>
          <p:nvPr/>
        </p:nvSpPr>
        <p:spPr>
          <a:xfrm>
            <a:off x="3016514" y="203805"/>
            <a:ext cx="210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行为间加权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1F83181E-09B8-48C9-841F-A68FEFFBA652}"/>
                  </a:ext>
                </a:extLst>
              </p:cNvPr>
              <p:cNvSpPr txBox="1"/>
              <p:nvPr/>
            </p:nvSpPr>
            <p:spPr>
              <a:xfrm>
                <a:off x="2996000" y="5192281"/>
                <a:ext cx="24976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结合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G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re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进行重新选择</a:t>
                </a:r>
              </a:p>
            </p:txBody>
          </p:sp>
        </mc:Choice>
        <mc:Fallback xmlns=""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1F83181E-09B8-48C9-841F-A68FEFFBA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000" y="5192281"/>
                <a:ext cx="2497661" cy="369332"/>
              </a:xfrm>
              <a:prstGeom prst="rect">
                <a:avLst/>
              </a:prstGeom>
              <a:blipFill>
                <a:blip r:embed="rId31"/>
                <a:stretch>
                  <a:fillRect l="-1951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7C0C88E7-8CA7-409D-906B-0DFA360E38BC}"/>
                  </a:ext>
                </a:extLst>
              </p:cNvPr>
              <p:cNvSpPr txBox="1"/>
              <p:nvPr/>
            </p:nvSpPr>
            <p:spPr>
              <a:xfrm>
                <a:off x="4470892" y="2971094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7C0C88E7-8CA7-409D-906B-0DFA360E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892" y="2971094"/>
                <a:ext cx="315383" cy="338554"/>
              </a:xfrm>
              <a:prstGeom prst="rect">
                <a:avLst/>
              </a:prstGeom>
              <a:blipFill>
                <a:blip r:embed="rId32"/>
                <a:stretch>
                  <a:fillRect r="-8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文本框 1030">
                <a:extLst>
                  <a:ext uri="{FF2B5EF4-FFF2-40B4-BE49-F238E27FC236}">
                    <a16:creationId xmlns:a16="http://schemas.microsoft.com/office/drawing/2014/main" id="{0ECDCA08-DA22-46BD-8575-BAA01FAE154C}"/>
                  </a:ext>
                </a:extLst>
              </p:cNvPr>
              <p:cNvSpPr txBox="1"/>
              <p:nvPr/>
            </p:nvSpPr>
            <p:spPr>
              <a:xfrm>
                <a:off x="4117704" y="4367213"/>
                <a:ext cx="315383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1" name="文本框 1030">
                <a:extLst>
                  <a:ext uri="{FF2B5EF4-FFF2-40B4-BE49-F238E27FC236}">
                    <a16:creationId xmlns:a16="http://schemas.microsoft.com/office/drawing/2014/main" id="{0ECDCA08-DA22-46BD-8575-BAA01FAE1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04" y="4367213"/>
                <a:ext cx="315383" cy="357983"/>
              </a:xfrm>
              <a:prstGeom prst="rect">
                <a:avLst/>
              </a:prstGeom>
              <a:blipFill>
                <a:blip r:embed="rId33"/>
                <a:stretch>
                  <a:fillRect r="-75000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文本框 1031">
                <a:extLst>
                  <a:ext uri="{FF2B5EF4-FFF2-40B4-BE49-F238E27FC236}">
                    <a16:creationId xmlns:a16="http://schemas.microsoft.com/office/drawing/2014/main" id="{6B06C217-AFDB-4D22-8073-AF83144059E3}"/>
                  </a:ext>
                </a:extLst>
              </p:cNvPr>
              <p:cNvSpPr txBox="1"/>
              <p:nvPr/>
            </p:nvSpPr>
            <p:spPr>
              <a:xfrm>
                <a:off x="3130826" y="4367347"/>
                <a:ext cx="315383" cy="357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2" name="文本框 1031">
                <a:extLst>
                  <a:ext uri="{FF2B5EF4-FFF2-40B4-BE49-F238E27FC236}">
                    <a16:creationId xmlns:a16="http://schemas.microsoft.com/office/drawing/2014/main" id="{6B06C217-AFDB-4D22-8073-AF8314405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826" y="4367347"/>
                <a:ext cx="315383" cy="357534"/>
              </a:xfrm>
              <a:prstGeom prst="rect">
                <a:avLst/>
              </a:prstGeom>
              <a:blipFill>
                <a:blip r:embed="rId34"/>
                <a:stretch>
                  <a:fillRect r="-41176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3" name="文本框 1032">
                <a:extLst>
                  <a:ext uri="{FF2B5EF4-FFF2-40B4-BE49-F238E27FC236}">
                    <a16:creationId xmlns:a16="http://schemas.microsoft.com/office/drawing/2014/main" id="{52C3C727-33B6-465B-95A9-A119AAFA3EE2}"/>
                  </a:ext>
                </a:extLst>
              </p:cNvPr>
              <p:cNvSpPr txBox="1"/>
              <p:nvPr/>
            </p:nvSpPr>
            <p:spPr>
              <a:xfrm>
                <a:off x="7492071" y="508211"/>
                <a:ext cx="315383" cy="357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3" name="文本框 1032">
                <a:extLst>
                  <a:ext uri="{FF2B5EF4-FFF2-40B4-BE49-F238E27FC236}">
                    <a16:creationId xmlns:a16="http://schemas.microsoft.com/office/drawing/2014/main" id="{52C3C727-33B6-465B-95A9-A119AAFA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071" y="508211"/>
                <a:ext cx="315383" cy="357534"/>
              </a:xfrm>
              <a:prstGeom prst="rect">
                <a:avLst/>
              </a:prstGeom>
              <a:blipFill>
                <a:blip r:embed="rId35"/>
                <a:stretch>
                  <a:fillRect r="-40385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文本框 1033">
                <a:extLst>
                  <a:ext uri="{FF2B5EF4-FFF2-40B4-BE49-F238E27FC236}">
                    <a16:creationId xmlns:a16="http://schemas.microsoft.com/office/drawing/2014/main" id="{41562014-26DF-44B7-BDC3-273123C4B1D4}"/>
                  </a:ext>
                </a:extLst>
              </p:cNvPr>
              <p:cNvSpPr txBox="1"/>
              <p:nvPr/>
            </p:nvSpPr>
            <p:spPr>
              <a:xfrm>
                <a:off x="7434888" y="1768089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4" name="文本框 1033">
                <a:extLst>
                  <a:ext uri="{FF2B5EF4-FFF2-40B4-BE49-F238E27FC236}">
                    <a16:creationId xmlns:a16="http://schemas.microsoft.com/office/drawing/2014/main" id="{41562014-26DF-44B7-BDC3-273123C4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888" y="1768089"/>
                <a:ext cx="315383" cy="338554"/>
              </a:xfrm>
              <a:prstGeom prst="rect">
                <a:avLst/>
              </a:prstGeom>
              <a:blipFill>
                <a:blip r:embed="rId36"/>
                <a:stretch>
                  <a:fillRect r="-84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文本框 1034">
                <a:extLst>
                  <a:ext uri="{FF2B5EF4-FFF2-40B4-BE49-F238E27FC236}">
                    <a16:creationId xmlns:a16="http://schemas.microsoft.com/office/drawing/2014/main" id="{C5D904EA-5301-45B1-A698-2AEABAC33416}"/>
                  </a:ext>
                </a:extLst>
              </p:cNvPr>
              <p:cNvSpPr txBox="1"/>
              <p:nvPr/>
            </p:nvSpPr>
            <p:spPr>
              <a:xfrm>
                <a:off x="7473287" y="3076607"/>
                <a:ext cx="315383" cy="364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5" name="文本框 1034">
                <a:extLst>
                  <a:ext uri="{FF2B5EF4-FFF2-40B4-BE49-F238E27FC236}">
                    <a16:creationId xmlns:a16="http://schemas.microsoft.com/office/drawing/2014/main" id="{C5D904EA-5301-45B1-A698-2AEABAC33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287" y="3076607"/>
                <a:ext cx="315383" cy="364459"/>
              </a:xfrm>
              <a:prstGeom prst="rect">
                <a:avLst/>
              </a:prstGeom>
              <a:blipFill>
                <a:blip r:embed="rId37"/>
                <a:stretch>
                  <a:fillRect r="-75000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7" name="文本框 1036">
                <a:extLst>
                  <a:ext uri="{FF2B5EF4-FFF2-40B4-BE49-F238E27FC236}">
                    <a16:creationId xmlns:a16="http://schemas.microsoft.com/office/drawing/2014/main" id="{E66DB6F0-3053-44E0-9D4C-AF165ED05C13}"/>
                  </a:ext>
                </a:extLst>
              </p:cNvPr>
              <p:cNvSpPr txBox="1"/>
              <p:nvPr/>
            </p:nvSpPr>
            <p:spPr>
              <a:xfrm>
                <a:off x="7467137" y="4467081"/>
                <a:ext cx="315383" cy="344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7" name="文本框 1036">
                <a:extLst>
                  <a:ext uri="{FF2B5EF4-FFF2-40B4-BE49-F238E27FC236}">
                    <a16:creationId xmlns:a16="http://schemas.microsoft.com/office/drawing/2014/main" id="{E66DB6F0-3053-44E0-9D4C-AF165ED05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137" y="4467081"/>
                <a:ext cx="315383" cy="344966"/>
              </a:xfrm>
              <a:prstGeom prst="rect">
                <a:avLst/>
              </a:prstGeom>
              <a:blipFill>
                <a:blip r:embed="rId38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8" name="文本框 1037">
                <a:extLst>
                  <a:ext uri="{FF2B5EF4-FFF2-40B4-BE49-F238E27FC236}">
                    <a16:creationId xmlns:a16="http://schemas.microsoft.com/office/drawing/2014/main" id="{352DC8AA-935C-4E6F-AE56-82A50D7CD77B}"/>
                  </a:ext>
                </a:extLst>
              </p:cNvPr>
              <p:cNvSpPr txBox="1"/>
              <p:nvPr/>
            </p:nvSpPr>
            <p:spPr>
              <a:xfrm>
                <a:off x="7498730" y="5132973"/>
                <a:ext cx="315383" cy="344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8" name="文本框 1037">
                <a:extLst>
                  <a:ext uri="{FF2B5EF4-FFF2-40B4-BE49-F238E27FC236}">
                    <a16:creationId xmlns:a16="http://schemas.microsoft.com/office/drawing/2014/main" id="{352DC8AA-935C-4E6F-AE56-82A50D7CD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730" y="5132973"/>
                <a:ext cx="315383" cy="344966"/>
              </a:xfrm>
              <a:prstGeom prst="rect">
                <a:avLst/>
              </a:prstGeom>
              <a:blipFill>
                <a:blip r:embed="rId39"/>
                <a:stretch>
                  <a:fillRect r="-5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737287" y="4361559"/>
            <a:ext cx="242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行为内对比学习</a:t>
            </a:r>
          </a:p>
        </p:txBody>
      </p:sp>
      <p:sp>
        <p:nvSpPr>
          <p:cNvPr id="1042" name="矩形: 圆角 1041">
            <a:extLst>
              <a:ext uri="{FF2B5EF4-FFF2-40B4-BE49-F238E27FC236}">
                <a16:creationId xmlns:a16="http://schemas.microsoft.com/office/drawing/2014/main" id="{5D941D2F-3BFE-485B-9239-ED73F094D856}"/>
              </a:ext>
            </a:extLst>
          </p:cNvPr>
          <p:cNvSpPr/>
          <p:nvPr/>
        </p:nvSpPr>
        <p:spPr>
          <a:xfrm>
            <a:off x="8376058" y="368864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43" name="图形 1042">
            <a:extLst>
              <a:ext uri="{FF2B5EF4-FFF2-40B4-BE49-F238E27FC236}">
                <a16:creationId xmlns:a16="http://schemas.microsoft.com/office/drawing/2014/main" id="{94B74468-1EB2-4E38-A815-49B67853F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6371" y="3722244"/>
            <a:ext cx="187781" cy="187781"/>
          </a:xfrm>
          <a:prstGeom prst="rect">
            <a:avLst/>
          </a:prstGeom>
        </p:spPr>
      </p:pic>
      <p:pic>
        <p:nvPicPr>
          <p:cNvPr id="1044" name="图形 1043">
            <a:extLst>
              <a:ext uri="{FF2B5EF4-FFF2-40B4-BE49-F238E27FC236}">
                <a16:creationId xmlns:a16="http://schemas.microsoft.com/office/drawing/2014/main" id="{FBD436E9-E182-4DEB-BA36-7E883F4626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7310" y="3735325"/>
            <a:ext cx="187781" cy="187781"/>
          </a:xfrm>
          <a:prstGeom prst="rect">
            <a:avLst/>
          </a:prstGeom>
        </p:spPr>
      </p:pic>
      <p:pic>
        <p:nvPicPr>
          <p:cNvPr id="1045" name="图形 1044">
            <a:extLst>
              <a:ext uri="{FF2B5EF4-FFF2-40B4-BE49-F238E27FC236}">
                <a16:creationId xmlns:a16="http://schemas.microsoft.com/office/drawing/2014/main" id="{6D85044F-641C-47C7-80F3-7371DCE146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22480" y="3724311"/>
            <a:ext cx="187781" cy="187781"/>
          </a:xfrm>
          <a:prstGeom prst="rect">
            <a:avLst/>
          </a:prstGeom>
        </p:spPr>
      </p:pic>
      <p:pic>
        <p:nvPicPr>
          <p:cNvPr id="1046" name="图形 1045">
            <a:extLst>
              <a:ext uri="{FF2B5EF4-FFF2-40B4-BE49-F238E27FC236}">
                <a16:creationId xmlns:a16="http://schemas.microsoft.com/office/drawing/2014/main" id="{D0808DFE-E6A9-426C-A03B-651AED4032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2668" y="4076801"/>
            <a:ext cx="187781" cy="187781"/>
          </a:xfrm>
          <a:prstGeom prst="rect">
            <a:avLst/>
          </a:prstGeom>
        </p:spPr>
      </p:pic>
      <p:pic>
        <p:nvPicPr>
          <p:cNvPr id="1047" name="图形 1046">
            <a:extLst>
              <a:ext uri="{FF2B5EF4-FFF2-40B4-BE49-F238E27FC236}">
                <a16:creationId xmlns:a16="http://schemas.microsoft.com/office/drawing/2014/main" id="{9B088401-8EA7-4A31-89CB-0E1E1113C6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17391" y="4099331"/>
            <a:ext cx="187781" cy="187781"/>
          </a:xfrm>
          <a:prstGeom prst="rect">
            <a:avLst/>
          </a:prstGeom>
        </p:spPr>
      </p:pic>
      <p:pic>
        <p:nvPicPr>
          <p:cNvPr id="1048" name="图形 1047">
            <a:extLst>
              <a:ext uri="{FF2B5EF4-FFF2-40B4-BE49-F238E27FC236}">
                <a16:creationId xmlns:a16="http://schemas.microsoft.com/office/drawing/2014/main" id="{4711FDA5-863A-4666-AE55-DF7FA67C8E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09514" y="4056156"/>
            <a:ext cx="267675" cy="267675"/>
          </a:xfrm>
          <a:prstGeom prst="rect">
            <a:avLst/>
          </a:prstGeom>
        </p:spPr>
      </p:pic>
      <p:pic>
        <p:nvPicPr>
          <p:cNvPr id="1049" name="图形 1048">
            <a:extLst>
              <a:ext uri="{FF2B5EF4-FFF2-40B4-BE49-F238E27FC236}">
                <a16:creationId xmlns:a16="http://schemas.microsoft.com/office/drawing/2014/main" id="{1169352F-5265-4A4E-B967-76E82C18603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56838" y="4071470"/>
            <a:ext cx="249920" cy="249920"/>
          </a:xfrm>
          <a:prstGeom prst="rect">
            <a:avLst/>
          </a:prstGeom>
        </p:spPr>
      </p:pic>
      <p:pic>
        <p:nvPicPr>
          <p:cNvPr id="1050" name="图形 1049">
            <a:extLst>
              <a:ext uri="{FF2B5EF4-FFF2-40B4-BE49-F238E27FC236}">
                <a16:creationId xmlns:a16="http://schemas.microsoft.com/office/drawing/2014/main" id="{61BD3DEF-C182-46B1-8301-936AAF53A2E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05334" y="4106367"/>
            <a:ext cx="196658" cy="196658"/>
          </a:xfrm>
          <a:prstGeom prst="rect">
            <a:avLst/>
          </a:prstGeom>
        </p:spPr>
      </p:pic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670407D4-BABC-4488-B503-D5AB5E13ACF8}"/>
              </a:ext>
            </a:extLst>
          </p:cNvPr>
          <p:cNvCxnSpPr>
            <a:cxnSpLocks/>
            <a:stCxn id="1044" idx="2"/>
            <a:endCxn id="1047" idx="0"/>
          </p:cNvCxnSpPr>
          <p:nvPr/>
        </p:nvCxnSpPr>
        <p:spPr>
          <a:xfrm>
            <a:off x="8551201" y="392310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2" name="直接连接符 1051">
            <a:extLst>
              <a:ext uri="{FF2B5EF4-FFF2-40B4-BE49-F238E27FC236}">
                <a16:creationId xmlns:a16="http://schemas.microsoft.com/office/drawing/2014/main" id="{5AC16980-9C8B-4A17-979D-8FDA6A9BA140}"/>
              </a:ext>
            </a:extLst>
          </p:cNvPr>
          <p:cNvCxnSpPr>
            <a:cxnSpLocks/>
            <a:stCxn id="1044" idx="2"/>
            <a:endCxn id="1046" idx="0"/>
          </p:cNvCxnSpPr>
          <p:nvPr/>
        </p:nvCxnSpPr>
        <p:spPr>
          <a:xfrm flipH="1">
            <a:off x="8546559" y="392310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3" name="直接连接符 1052">
            <a:extLst>
              <a:ext uri="{FF2B5EF4-FFF2-40B4-BE49-F238E27FC236}">
                <a16:creationId xmlns:a16="http://schemas.microsoft.com/office/drawing/2014/main" id="{F8633AAF-E49B-4AA7-8EDA-9820FAE0BE03}"/>
              </a:ext>
            </a:extLst>
          </p:cNvPr>
          <p:cNvCxnSpPr>
            <a:cxnSpLocks/>
            <a:stCxn id="1043" idx="2"/>
          </p:cNvCxnSpPr>
          <p:nvPr/>
        </p:nvCxnSpPr>
        <p:spPr>
          <a:xfrm>
            <a:off x="8920262" y="391002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4" name="直接连接符 1053">
            <a:extLst>
              <a:ext uri="{FF2B5EF4-FFF2-40B4-BE49-F238E27FC236}">
                <a16:creationId xmlns:a16="http://schemas.microsoft.com/office/drawing/2014/main" id="{B72C71DF-F178-4A07-B902-289FD497ED8E}"/>
              </a:ext>
            </a:extLst>
          </p:cNvPr>
          <p:cNvCxnSpPr>
            <a:cxnSpLocks/>
            <a:stCxn id="1043" idx="2"/>
            <a:endCxn id="1050" idx="0"/>
          </p:cNvCxnSpPr>
          <p:nvPr/>
        </p:nvCxnSpPr>
        <p:spPr>
          <a:xfrm>
            <a:off x="8920262" y="391002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5" name="矩形: 圆角 1054">
            <a:extLst>
              <a:ext uri="{FF2B5EF4-FFF2-40B4-BE49-F238E27FC236}">
                <a16:creationId xmlns:a16="http://schemas.microsoft.com/office/drawing/2014/main" id="{1ECC4E33-08F8-4844-8BB4-B58244320E48}"/>
              </a:ext>
            </a:extLst>
          </p:cNvPr>
          <p:cNvSpPr/>
          <p:nvPr/>
        </p:nvSpPr>
        <p:spPr>
          <a:xfrm>
            <a:off x="9879787" y="368864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56" name="图形 1055">
            <a:extLst>
              <a:ext uri="{FF2B5EF4-FFF2-40B4-BE49-F238E27FC236}">
                <a16:creationId xmlns:a16="http://schemas.microsoft.com/office/drawing/2014/main" id="{17A5FACF-E589-4A33-9D27-0275CA822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0100" y="3722244"/>
            <a:ext cx="187781" cy="187781"/>
          </a:xfrm>
          <a:prstGeom prst="rect">
            <a:avLst/>
          </a:prstGeom>
        </p:spPr>
      </p:pic>
      <p:pic>
        <p:nvPicPr>
          <p:cNvPr id="1057" name="图形 1056">
            <a:extLst>
              <a:ext uri="{FF2B5EF4-FFF2-40B4-BE49-F238E27FC236}">
                <a16:creationId xmlns:a16="http://schemas.microsoft.com/office/drawing/2014/main" id="{44C23389-3BF0-4191-91A6-0DC2F1E35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1039" y="3735325"/>
            <a:ext cx="187781" cy="187781"/>
          </a:xfrm>
          <a:prstGeom prst="rect">
            <a:avLst/>
          </a:prstGeom>
        </p:spPr>
      </p:pic>
      <p:pic>
        <p:nvPicPr>
          <p:cNvPr id="1058" name="图形 1057">
            <a:extLst>
              <a:ext uri="{FF2B5EF4-FFF2-40B4-BE49-F238E27FC236}">
                <a16:creationId xmlns:a16="http://schemas.microsoft.com/office/drawing/2014/main" id="{C6243DFC-4C09-4848-AF3B-743D9769CD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31987" y="3719289"/>
            <a:ext cx="187781" cy="187781"/>
          </a:xfrm>
          <a:prstGeom prst="rect">
            <a:avLst/>
          </a:prstGeom>
        </p:spPr>
      </p:pic>
      <p:pic>
        <p:nvPicPr>
          <p:cNvPr id="1059" name="图形 1058">
            <a:extLst>
              <a:ext uri="{FF2B5EF4-FFF2-40B4-BE49-F238E27FC236}">
                <a16:creationId xmlns:a16="http://schemas.microsoft.com/office/drawing/2014/main" id="{212618FF-CD50-48BE-8629-56E75E2582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56397" y="4076801"/>
            <a:ext cx="187781" cy="187781"/>
          </a:xfrm>
          <a:prstGeom prst="rect">
            <a:avLst/>
          </a:prstGeom>
        </p:spPr>
      </p:pic>
      <p:pic>
        <p:nvPicPr>
          <p:cNvPr id="1060" name="图形 1059">
            <a:extLst>
              <a:ext uri="{FF2B5EF4-FFF2-40B4-BE49-F238E27FC236}">
                <a16:creationId xmlns:a16="http://schemas.microsoft.com/office/drawing/2014/main" id="{CFFF3C78-C2B0-445C-BBA4-85A9BEF8D0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21120" y="4099331"/>
            <a:ext cx="187781" cy="187781"/>
          </a:xfrm>
          <a:prstGeom prst="rect">
            <a:avLst/>
          </a:prstGeom>
        </p:spPr>
      </p:pic>
      <p:pic>
        <p:nvPicPr>
          <p:cNvPr id="1061" name="图形 1060">
            <a:extLst>
              <a:ext uri="{FF2B5EF4-FFF2-40B4-BE49-F238E27FC236}">
                <a16:creationId xmlns:a16="http://schemas.microsoft.com/office/drawing/2014/main" id="{1D1E611C-4B6C-497A-8777-205A503312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13243" y="4056156"/>
            <a:ext cx="267675" cy="267675"/>
          </a:xfrm>
          <a:prstGeom prst="rect">
            <a:avLst/>
          </a:prstGeom>
        </p:spPr>
      </p:pic>
      <p:pic>
        <p:nvPicPr>
          <p:cNvPr id="1062" name="图形 1061">
            <a:extLst>
              <a:ext uri="{FF2B5EF4-FFF2-40B4-BE49-F238E27FC236}">
                <a16:creationId xmlns:a16="http://schemas.microsoft.com/office/drawing/2014/main" id="{BC0CC4FC-3912-42FF-9655-63FEF16F94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60567" y="4071470"/>
            <a:ext cx="249920" cy="249920"/>
          </a:xfrm>
          <a:prstGeom prst="rect">
            <a:avLst/>
          </a:prstGeom>
        </p:spPr>
      </p:pic>
      <p:pic>
        <p:nvPicPr>
          <p:cNvPr id="1063" name="图形 1062">
            <a:extLst>
              <a:ext uri="{FF2B5EF4-FFF2-40B4-BE49-F238E27FC236}">
                <a16:creationId xmlns:a16="http://schemas.microsoft.com/office/drawing/2014/main" id="{DF43CD82-CED1-4FCE-8674-94FE8960DD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09063" y="4106367"/>
            <a:ext cx="196658" cy="196658"/>
          </a:xfrm>
          <a:prstGeom prst="rect">
            <a:avLst/>
          </a:prstGeom>
        </p:spPr>
      </p:pic>
      <p:cxnSp>
        <p:nvCxnSpPr>
          <p:cNvPr id="1064" name="直接连接符 1063">
            <a:extLst>
              <a:ext uri="{FF2B5EF4-FFF2-40B4-BE49-F238E27FC236}">
                <a16:creationId xmlns:a16="http://schemas.microsoft.com/office/drawing/2014/main" id="{481435A5-85DF-4903-8844-CF18C31FFFF0}"/>
              </a:ext>
            </a:extLst>
          </p:cNvPr>
          <p:cNvCxnSpPr>
            <a:cxnSpLocks/>
            <a:stCxn id="1057" idx="2"/>
            <a:endCxn id="1060" idx="0"/>
          </p:cNvCxnSpPr>
          <p:nvPr/>
        </p:nvCxnSpPr>
        <p:spPr>
          <a:xfrm>
            <a:off x="10054930" y="392310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5" name="直接连接符 1064">
            <a:extLst>
              <a:ext uri="{FF2B5EF4-FFF2-40B4-BE49-F238E27FC236}">
                <a16:creationId xmlns:a16="http://schemas.microsoft.com/office/drawing/2014/main" id="{8E999F1A-DC56-42B9-964F-8DF22924609A}"/>
              </a:ext>
            </a:extLst>
          </p:cNvPr>
          <p:cNvCxnSpPr>
            <a:cxnSpLocks/>
            <a:stCxn id="1057" idx="2"/>
            <a:endCxn id="1059" idx="0"/>
          </p:cNvCxnSpPr>
          <p:nvPr/>
        </p:nvCxnSpPr>
        <p:spPr>
          <a:xfrm flipH="1">
            <a:off x="10050288" y="392310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6" name="直接连接符 1065">
            <a:extLst>
              <a:ext uri="{FF2B5EF4-FFF2-40B4-BE49-F238E27FC236}">
                <a16:creationId xmlns:a16="http://schemas.microsoft.com/office/drawing/2014/main" id="{0E92C839-9A6F-418F-91E0-357EE3A9622D}"/>
              </a:ext>
            </a:extLst>
          </p:cNvPr>
          <p:cNvCxnSpPr>
            <a:cxnSpLocks/>
            <a:stCxn id="1056" idx="2"/>
          </p:cNvCxnSpPr>
          <p:nvPr/>
        </p:nvCxnSpPr>
        <p:spPr>
          <a:xfrm>
            <a:off x="10423991" y="391002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7" name="直接连接符 1066">
            <a:extLst>
              <a:ext uri="{FF2B5EF4-FFF2-40B4-BE49-F238E27FC236}">
                <a16:creationId xmlns:a16="http://schemas.microsoft.com/office/drawing/2014/main" id="{04E9EFC8-70E5-4CBF-B0D2-84BFB27B59A5}"/>
              </a:ext>
            </a:extLst>
          </p:cNvPr>
          <p:cNvCxnSpPr>
            <a:cxnSpLocks/>
            <a:stCxn id="1056" idx="2"/>
            <a:endCxn id="1063" idx="0"/>
          </p:cNvCxnSpPr>
          <p:nvPr/>
        </p:nvCxnSpPr>
        <p:spPr>
          <a:xfrm>
            <a:off x="10423991" y="391002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8" name="直接连接符 1067">
            <a:extLst>
              <a:ext uri="{FF2B5EF4-FFF2-40B4-BE49-F238E27FC236}">
                <a16:creationId xmlns:a16="http://schemas.microsoft.com/office/drawing/2014/main" id="{A43E89E4-3E97-4F9F-AEDD-FF83E45B16FA}"/>
              </a:ext>
            </a:extLst>
          </p:cNvPr>
          <p:cNvCxnSpPr>
            <a:cxnSpLocks/>
          </p:cNvCxnSpPr>
          <p:nvPr/>
        </p:nvCxnSpPr>
        <p:spPr>
          <a:xfrm>
            <a:off x="10428186" y="3897426"/>
            <a:ext cx="94037" cy="25272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8883293" y="3478091"/>
            <a:ext cx="0" cy="2024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14D4FBBA-069B-466C-A243-263B191F6194}"/>
              </a:ext>
            </a:extLst>
          </p:cNvPr>
          <p:cNvCxnSpPr>
            <a:cxnSpLocks/>
          </p:cNvCxnSpPr>
          <p:nvPr/>
        </p:nvCxnSpPr>
        <p:spPr>
          <a:xfrm flipV="1">
            <a:off x="10725871" y="3469277"/>
            <a:ext cx="0" cy="2200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/>
          <p:nvPr/>
        </p:nvCxnSpPr>
        <p:spPr>
          <a:xfrm>
            <a:off x="9498353" y="3113239"/>
            <a:ext cx="162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9952513" y="3107321"/>
            <a:ext cx="184547" cy="1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444373" y="284429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𝑖𝑛𝑡𝑒𝑟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𝑠𝑠𝑙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373" y="2844295"/>
                <a:ext cx="297287" cy="283219"/>
              </a:xfrm>
              <a:prstGeom prst="rect">
                <a:avLst/>
              </a:prstGeom>
              <a:blipFill>
                <a:blip r:embed="rId40"/>
                <a:stretch>
                  <a:fillRect r="-13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251891" y="276749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22A0D07B-A51F-4F85-9026-1F95127C2749}"/>
              </a:ext>
            </a:extLst>
          </p:cNvPr>
          <p:cNvSpPr/>
          <p:nvPr/>
        </p:nvSpPr>
        <p:spPr>
          <a:xfrm>
            <a:off x="8307236" y="299311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47A0E2CD-9118-4618-8FA4-92A444528727}"/>
              </a:ext>
            </a:extLst>
          </p:cNvPr>
          <p:cNvSpPr/>
          <p:nvPr/>
        </p:nvSpPr>
        <p:spPr>
          <a:xfrm>
            <a:off x="8374367" y="299311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1113BCF-F3C1-4D84-95BD-26AE0DF3EA5F}"/>
              </a:ext>
            </a:extLst>
          </p:cNvPr>
          <p:cNvSpPr/>
          <p:nvPr/>
        </p:nvSpPr>
        <p:spPr>
          <a:xfrm>
            <a:off x="8440764" y="299311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822B2B77-9CE1-4030-876D-6518E30FB7A2}"/>
              </a:ext>
            </a:extLst>
          </p:cNvPr>
          <p:cNvSpPr/>
          <p:nvPr/>
        </p:nvSpPr>
        <p:spPr>
          <a:xfrm>
            <a:off x="8508588" y="299263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F7AA1140-5002-4B27-B814-F99340C17251}"/>
              </a:ext>
            </a:extLst>
          </p:cNvPr>
          <p:cNvSpPr/>
          <p:nvPr/>
        </p:nvSpPr>
        <p:spPr>
          <a:xfrm>
            <a:off x="8580006" y="299311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69CDA7A8-0BF7-4B07-9CA0-79B4E9E152AD}"/>
              </a:ext>
            </a:extLst>
          </p:cNvPr>
          <p:cNvSpPr/>
          <p:nvPr/>
        </p:nvSpPr>
        <p:spPr>
          <a:xfrm>
            <a:off x="8653237" y="299263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371D7CAF-3481-410C-84D7-16C4A2F7E4DC}"/>
              </a:ext>
            </a:extLst>
          </p:cNvPr>
          <p:cNvSpPr/>
          <p:nvPr/>
        </p:nvSpPr>
        <p:spPr>
          <a:xfrm>
            <a:off x="8720414" y="299311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14DE94DE-71CA-4B44-ADCB-EE6DFAFE6B1F}"/>
              </a:ext>
            </a:extLst>
          </p:cNvPr>
          <p:cNvSpPr/>
          <p:nvPr/>
        </p:nvSpPr>
        <p:spPr>
          <a:xfrm>
            <a:off x="8304070" y="318979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62202860-23C7-43C6-9341-0B16B85C119A}"/>
              </a:ext>
            </a:extLst>
          </p:cNvPr>
          <p:cNvSpPr/>
          <p:nvPr/>
        </p:nvSpPr>
        <p:spPr>
          <a:xfrm>
            <a:off x="8371201" y="318979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28309287-AC2C-4F28-BDB8-3E10D0DD5B3E}"/>
              </a:ext>
            </a:extLst>
          </p:cNvPr>
          <p:cNvSpPr/>
          <p:nvPr/>
        </p:nvSpPr>
        <p:spPr>
          <a:xfrm>
            <a:off x="8437598" y="318979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>
            <a:extLst>
              <a:ext uri="{FF2B5EF4-FFF2-40B4-BE49-F238E27FC236}">
                <a16:creationId xmlns:a16="http://schemas.microsoft.com/office/drawing/2014/main" id="{43BD2F1A-A11E-4B94-BCB9-B6B528298A59}"/>
              </a:ext>
            </a:extLst>
          </p:cNvPr>
          <p:cNvSpPr/>
          <p:nvPr/>
        </p:nvSpPr>
        <p:spPr>
          <a:xfrm>
            <a:off x="8505422" y="318931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4F47EB1C-FCE9-42B3-AB76-8010AD4C8133}"/>
              </a:ext>
            </a:extLst>
          </p:cNvPr>
          <p:cNvSpPr/>
          <p:nvPr/>
        </p:nvSpPr>
        <p:spPr>
          <a:xfrm>
            <a:off x="8576840" y="318979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F87449C8-F2A2-4E71-A3CA-8F3676620C00}"/>
              </a:ext>
            </a:extLst>
          </p:cNvPr>
          <p:cNvSpPr/>
          <p:nvPr/>
        </p:nvSpPr>
        <p:spPr>
          <a:xfrm>
            <a:off x="8650071" y="318931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0B100247-9270-4ADE-B944-364C4655C254}"/>
              </a:ext>
            </a:extLst>
          </p:cNvPr>
          <p:cNvSpPr/>
          <p:nvPr/>
        </p:nvSpPr>
        <p:spPr>
          <a:xfrm>
            <a:off x="8717248" y="318979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矩形 1088">
            <a:extLst>
              <a:ext uri="{FF2B5EF4-FFF2-40B4-BE49-F238E27FC236}">
                <a16:creationId xmlns:a16="http://schemas.microsoft.com/office/drawing/2014/main" id="{6A941EDF-242E-4FA6-B3A7-84C28A622ED9}"/>
              </a:ext>
            </a:extLst>
          </p:cNvPr>
          <p:cNvSpPr/>
          <p:nvPr/>
        </p:nvSpPr>
        <p:spPr>
          <a:xfrm>
            <a:off x="8932468" y="306596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>
            <a:extLst>
              <a:ext uri="{FF2B5EF4-FFF2-40B4-BE49-F238E27FC236}">
                <a16:creationId xmlns:a16="http://schemas.microsoft.com/office/drawing/2014/main" id="{3320E911-19B7-4DEE-8CB1-1DF8D9D40486}"/>
              </a:ext>
            </a:extLst>
          </p:cNvPr>
          <p:cNvSpPr/>
          <p:nvPr/>
        </p:nvSpPr>
        <p:spPr>
          <a:xfrm>
            <a:off x="8999599" y="306596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矩形 1090">
            <a:extLst>
              <a:ext uri="{FF2B5EF4-FFF2-40B4-BE49-F238E27FC236}">
                <a16:creationId xmlns:a16="http://schemas.microsoft.com/office/drawing/2014/main" id="{9239F4A1-F682-467C-A112-4545A7FB0084}"/>
              </a:ext>
            </a:extLst>
          </p:cNvPr>
          <p:cNvSpPr/>
          <p:nvPr/>
        </p:nvSpPr>
        <p:spPr>
          <a:xfrm>
            <a:off x="9065996" y="306596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>
            <a:extLst>
              <a:ext uri="{FF2B5EF4-FFF2-40B4-BE49-F238E27FC236}">
                <a16:creationId xmlns:a16="http://schemas.microsoft.com/office/drawing/2014/main" id="{CA9A3720-1235-4E5D-B8E2-A704A18C78DB}"/>
              </a:ext>
            </a:extLst>
          </p:cNvPr>
          <p:cNvSpPr/>
          <p:nvPr/>
        </p:nvSpPr>
        <p:spPr>
          <a:xfrm>
            <a:off x="9133820" y="306548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>
            <a:extLst>
              <a:ext uri="{FF2B5EF4-FFF2-40B4-BE49-F238E27FC236}">
                <a16:creationId xmlns:a16="http://schemas.microsoft.com/office/drawing/2014/main" id="{41C6EBFE-19C2-4E7B-A14E-26D99A15239B}"/>
              </a:ext>
            </a:extLst>
          </p:cNvPr>
          <p:cNvSpPr/>
          <p:nvPr/>
        </p:nvSpPr>
        <p:spPr>
          <a:xfrm>
            <a:off x="9205238" y="306596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>
            <a:extLst>
              <a:ext uri="{FF2B5EF4-FFF2-40B4-BE49-F238E27FC236}">
                <a16:creationId xmlns:a16="http://schemas.microsoft.com/office/drawing/2014/main" id="{75E7C2B2-4A18-474E-B5D4-AC1501B173C3}"/>
              </a:ext>
            </a:extLst>
          </p:cNvPr>
          <p:cNvSpPr/>
          <p:nvPr/>
        </p:nvSpPr>
        <p:spPr>
          <a:xfrm>
            <a:off x="9278469" y="306548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237A995-790A-4F63-AFB7-83731743ECCD}"/>
              </a:ext>
            </a:extLst>
          </p:cNvPr>
          <p:cNvSpPr/>
          <p:nvPr/>
        </p:nvSpPr>
        <p:spPr>
          <a:xfrm>
            <a:off x="9345646" y="306596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D998E3EF-2FC8-4F41-B63C-3C78FC25C2A1}"/>
              </a:ext>
            </a:extLst>
          </p:cNvPr>
          <p:cNvSpPr/>
          <p:nvPr/>
        </p:nvSpPr>
        <p:spPr>
          <a:xfrm>
            <a:off x="8924027" y="282902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9390B13D-2C25-4449-B057-978F1F26A07F}"/>
              </a:ext>
            </a:extLst>
          </p:cNvPr>
          <p:cNvSpPr/>
          <p:nvPr/>
        </p:nvSpPr>
        <p:spPr>
          <a:xfrm>
            <a:off x="8991158" y="282902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8" name="矩形 1097">
            <a:extLst>
              <a:ext uri="{FF2B5EF4-FFF2-40B4-BE49-F238E27FC236}">
                <a16:creationId xmlns:a16="http://schemas.microsoft.com/office/drawing/2014/main" id="{0BA9035A-85B8-4603-AF54-ABD74AAEA0DA}"/>
              </a:ext>
            </a:extLst>
          </p:cNvPr>
          <p:cNvSpPr/>
          <p:nvPr/>
        </p:nvSpPr>
        <p:spPr>
          <a:xfrm>
            <a:off x="9057555" y="282902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>
            <a:extLst>
              <a:ext uri="{FF2B5EF4-FFF2-40B4-BE49-F238E27FC236}">
                <a16:creationId xmlns:a16="http://schemas.microsoft.com/office/drawing/2014/main" id="{350E49AE-89C6-40A0-85FA-1383AF6FA5BB}"/>
              </a:ext>
            </a:extLst>
          </p:cNvPr>
          <p:cNvSpPr/>
          <p:nvPr/>
        </p:nvSpPr>
        <p:spPr>
          <a:xfrm>
            <a:off x="9125379" y="282854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CB5E8854-F629-4557-AEC3-5BBBB13DAF7B}"/>
              </a:ext>
            </a:extLst>
          </p:cNvPr>
          <p:cNvSpPr/>
          <p:nvPr/>
        </p:nvSpPr>
        <p:spPr>
          <a:xfrm>
            <a:off x="9196797" y="282902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E1AE09BA-EAFE-4FFB-924F-7D94E2144FF6}"/>
              </a:ext>
            </a:extLst>
          </p:cNvPr>
          <p:cNvSpPr/>
          <p:nvPr/>
        </p:nvSpPr>
        <p:spPr>
          <a:xfrm>
            <a:off x="9270028" y="282854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3BC70250-859E-4A19-BD0B-4331D99B7A12}"/>
              </a:ext>
            </a:extLst>
          </p:cNvPr>
          <p:cNvSpPr/>
          <p:nvPr/>
        </p:nvSpPr>
        <p:spPr>
          <a:xfrm>
            <a:off x="9337205" y="282902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8093E5B4-4700-48F4-A6D5-92799126662E}"/>
              </a:ext>
            </a:extLst>
          </p:cNvPr>
          <p:cNvSpPr/>
          <p:nvPr/>
        </p:nvSpPr>
        <p:spPr>
          <a:xfrm>
            <a:off x="8940192" y="331483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44683A62-331C-47FF-A8B3-8A640623184A}"/>
              </a:ext>
            </a:extLst>
          </p:cNvPr>
          <p:cNvSpPr/>
          <p:nvPr/>
        </p:nvSpPr>
        <p:spPr>
          <a:xfrm>
            <a:off x="9007323" y="331483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 1104">
            <a:extLst>
              <a:ext uri="{FF2B5EF4-FFF2-40B4-BE49-F238E27FC236}">
                <a16:creationId xmlns:a16="http://schemas.microsoft.com/office/drawing/2014/main" id="{B0264A45-AF02-4DAE-A104-EF0D7C1BD5F9}"/>
              </a:ext>
            </a:extLst>
          </p:cNvPr>
          <p:cNvSpPr/>
          <p:nvPr/>
        </p:nvSpPr>
        <p:spPr>
          <a:xfrm>
            <a:off x="9073720" y="331483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CAF6E476-D5AE-43D6-9317-B4C689D21FF7}"/>
              </a:ext>
            </a:extLst>
          </p:cNvPr>
          <p:cNvSpPr/>
          <p:nvPr/>
        </p:nvSpPr>
        <p:spPr>
          <a:xfrm>
            <a:off x="9141544" y="331435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2EFD30E6-C176-4A85-B2EC-3F66E084235E}"/>
              </a:ext>
            </a:extLst>
          </p:cNvPr>
          <p:cNvSpPr/>
          <p:nvPr/>
        </p:nvSpPr>
        <p:spPr>
          <a:xfrm>
            <a:off x="9212962" y="331483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EB257F94-5E1A-458C-8F43-CE7314E416D3}"/>
              </a:ext>
            </a:extLst>
          </p:cNvPr>
          <p:cNvSpPr/>
          <p:nvPr/>
        </p:nvSpPr>
        <p:spPr>
          <a:xfrm>
            <a:off x="9286193" y="331435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188E605-0319-426A-8923-54C4ADD60152}"/>
              </a:ext>
            </a:extLst>
          </p:cNvPr>
          <p:cNvSpPr/>
          <p:nvPr/>
        </p:nvSpPr>
        <p:spPr>
          <a:xfrm>
            <a:off x="9353370" y="331483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D496EE5A-6758-48B3-AD90-F2EBA93D0A21}"/>
              </a:ext>
            </a:extLst>
          </p:cNvPr>
          <p:cNvSpPr/>
          <p:nvPr/>
        </p:nvSpPr>
        <p:spPr>
          <a:xfrm>
            <a:off x="10140589" y="2763499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1" name="矩形 1110">
            <a:extLst>
              <a:ext uri="{FF2B5EF4-FFF2-40B4-BE49-F238E27FC236}">
                <a16:creationId xmlns:a16="http://schemas.microsoft.com/office/drawing/2014/main" id="{E8E1A0B9-B6BE-4635-ACC4-6A5EC1E7BC47}"/>
              </a:ext>
            </a:extLst>
          </p:cNvPr>
          <p:cNvSpPr/>
          <p:nvPr/>
        </p:nvSpPr>
        <p:spPr>
          <a:xfrm>
            <a:off x="10195934" y="298316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 1111">
            <a:extLst>
              <a:ext uri="{FF2B5EF4-FFF2-40B4-BE49-F238E27FC236}">
                <a16:creationId xmlns:a16="http://schemas.microsoft.com/office/drawing/2014/main" id="{2EAA154B-C5FA-42F4-95CF-CEE7C73E5953}"/>
              </a:ext>
            </a:extLst>
          </p:cNvPr>
          <p:cNvSpPr/>
          <p:nvPr/>
        </p:nvSpPr>
        <p:spPr>
          <a:xfrm>
            <a:off x="10263065" y="298316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3" name="矩形 1112">
            <a:extLst>
              <a:ext uri="{FF2B5EF4-FFF2-40B4-BE49-F238E27FC236}">
                <a16:creationId xmlns:a16="http://schemas.microsoft.com/office/drawing/2014/main" id="{89B897B4-897C-4686-8795-D3640128E8E5}"/>
              </a:ext>
            </a:extLst>
          </p:cNvPr>
          <p:cNvSpPr/>
          <p:nvPr/>
        </p:nvSpPr>
        <p:spPr>
          <a:xfrm>
            <a:off x="10329462" y="298316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4" name="矩形 1113">
            <a:extLst>
              <a:ext uri="{FF2B5EF4-FFF2-40B4-BE49-F238E27FC236}">
                <a16:creationId xmlns:a16="http://schemas.microsoft.com/office/drawing/2014/main" id="{53F22FAF-D9DB-4CC9-AB3D-9C02CC8CCA80}"/>
              </a:ext>
            </a:extLst>
          </p:cNvPr>
          <p:cNvSpPr/>
          <p:nvPr/>
        </p:nvSpPr>
        <p:spPr>
          <a:xfrm>
            <a:off x="10397286" y="298268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矩形 1114">
            <a:extLst>
              <a:ext uri="{FF2B5EF4-FFF2-40B4-BE49-F238E27FC236}">
                <a16:creationId xmlns:a16="http://schemas.microsoft.com/office/drawing/2014/main" id="{6667B6CE-E7D9-4ACD-A13F-6E284EC3D195}"/>
              </a:ext>
            </a:extLst>
          </p:cNvPr>
          <p:cNvSpPr/>
          <p:nvPr/>
        </p:nvSpPr>
        <p:spPr>
          <a:xfrm>
            <a:off x="10468704" y="29831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941FB8A5-3556-4D58-8DED-2D02E5FA7C18}"/>
              </a:ext>
            </a:extLst>
          </p:cNvPr>
          <p:cNvSpPr/>
          <p:nvPr/>
        </p:nvSpPr>
        <p:spPr>
          <a:xfrm>
            <a:off x="10541935" y="298268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884222AC-3938-483B-A896-81212C123BAB}"/>
              </a:ext>
            </a:extLst>
          </p:cNvPr>
          <p:cNvSpPr/>
          <p:nvPr/>
        </p:nvSpPr>
        <p:spPr>
          <a:xfrm>
            <a:off x="10609112" y="29831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FECAAAE2-5F63-4041-A7A6-FD9DAFDB7D55}"/>
              </a:ext>
            </a:extLst>
          </p:cNvPr>
          <p:cNvSpPr/>
          <p:nvPr/>
        </p:nvSpPr>
        <p:spPr>
          <a:xfrm>
            <a:off x="10192768" y="317984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9" name="矩形 1118">
            <a:extLst>
              <a:ext uri="{FF2B5EF4-FFF2-40B4-BE49-F238E27FC236}">
                <a16:creationId xmlns:a16="http://schemas.microsoft.com/office/drawing/2014/main" id="{46C941D1-1E15-45C0-9DA7-53F6DE363A7B}"/>
              </a:ext>
            </a:extLst>
          </p:cNvPr>
          <p:cNvSpPr/>
          <p:nvPr/>
        </p:nvSpPr>
        <p:spPr>
          <a:xfrm>
            <a:off x="10259899" y="317984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9DB75699-FB08-4092-B4A3-4C4FA30C0F0A}"/>
              </a:ext>
            </a:extLst>
          </p:cNvPr>
          <p:cNvSpPr/>
          <p:nvPr/>
        </p:nvSpPr>
        <p:spPr>
          <a:xfrm>
            <a:off x="10326296" y="317984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74E16027-4313-4307-BEC8-AF0F296CE04F}"/>
              </a:ext>
            </a:extLst>
          </p:cNvPr>
          <p:cNvSpPr/>
          <p:nvPr/>
        </p:nvSpPr>
        <p:spPr>
          <a:xfrm>
            <a:off x="10394120" y="317936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97C96603-722C-4C4C-AF9B-DDABFA09AEC8}"/>
              </a:ext>
            </a:extLst>
          </p:cNvPr>
          <p:cNvSpPr/>
          <p:nvPr/>
        </p:nvSpPr>
        <p:spPr>
          <a:xfrm>
            <a:off x="10465538" y="31798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矩形 1122">
            <a:extLst>
              <a:ext uri="{FF2B5EF4-FFF2-40B4-BE49-F238E27FC236}">
                <a16:creationId xmlns:a16="http://schemas.microsoft.com/office/drawing/2014/main" id="{E308406F-8619-4922-98F2-07A214ED6CC1}"/>
              </a:ext>
            </a:extLst>
          </p:cNvPr>
          <p:cNvSpPr/>
          <p:nvPr/>
        </p:nvSpPr>
        <p:spPr>
          <a:xfrm>
            <a:off x="10538769" y="317936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C3C937D8-8E14-48DF-9978-7343E510F25D}"/>
              </a:ext>
            </a:extLst>
          </p:cNvPr>
          <p:cNvSpPr/>
          <p:nvPr/>
        </p:nvSpPr>
        <p:spPr>
          <a:xfrm>
            <a:off x="10605946" y="31798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B9F00D84-0AAC-4AB9-8927-CF158CE3C547}"/>
              </a:ext>
            </a:extLst>
          </p:cNvPr>
          <p:cNvSpPr/>
          <p:nvPr/>
        </p:nvSpPr>
        <p:spPr>
          <a:xfrm>
            <a:off x="10821166" y="305601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2BF8AAC-034F-472F-80B9-D635C821EDBB}"/>
              </a:ext>
            </a:extLst>
          </p:cNvPr>
          <p:cNvSpPr/>
          <p:nvPr/>
        </p:nvSpPr>
        <p:spPr>
          <a:xfrm>
            <a:off x="10888297" y="305601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矩形 1126">
            <a:extLst>
              <a:ext uri="{FF2B5EF4-FFF2-40B4-BE49-F238E27FC236}">
                <a16:creationId xmlns:a16="http://schemas.microsoft.com/office/drawing/2014/main" id="{49B0E9DB-4709-4438-996A-D4F691F099BE}"/>
              </a:ext>
            </a:extLst>
          </p:cNvPr>
          <p:cNvSpPr/>
          <p:nvPr/>
        </p:nvSpPr>
        <p:spPr>
          <a:xfrm>
            <a:off x="10954694" y="305601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7CBFA27F-09CB-46E7-90AA-5B83C30BA327}"/>
              </a:ext>
            </a:extLst>
          </p:cNvPr>
          <p:cNvSpPr/>
          <p:nvPr/>
        </p:nvSpPr>
        <p:spPr>
          <a:xfrm>
            <a:off x="11022518" y="305553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A0537ED9-2838-4F39-8BA1-B7145A79AE7F}"/>
              </a:ext>
            </a:extLst>
          </p:cNvPr>
          <p:cNvSpPr/>
          <p:nvPr/>
        </p:nvSpPr>
        <p:spPr>
          <a:xfrm>
            <a:off x="11093936" y="30560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35EB4515-0F2C-40A3-975A-E2DD53659451}"/>
              </a:ext>
            </a:extLst>
          </p:cNvPr>
          <p:cNvSpPr/>
          <p:nvPr/>
        </p:nvSpPr>
        <p:spPr>
          <a:xfrm>
            <a:off x="11167167" y="305553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1" name="矩形 1130">
            <a:extLst>
              <a:ext uri="{FF2B5EF4-FFF2-40B4-BE49-F238E27FC236}">
                <a16:creationId xmlns:a16="http://schemas.microsoft.com/office/drawing/2014/main" id="{16C5DFBD-3861-4623-BE5F-98020C633216}"/>
              </a:ext>
            </a:extLst>
          </p:cNvPr>
          <p:cNvSpPr/>
          <p:nvPr/>
        </p:nvSpPr>
        <p:spPr>
          <a:xfrm>
            <a:off x="11234344" y="30560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7A22CAE0-1732-4ECE-823C-E4DA417E32FA}"/>
              </a:ext>
            </a:extLst>
          </p:cNvPr>
          <p:cNvSpPr/>
          <p:nvPr/>
        </p:nvSpPr>
        <p:spPr>
          <a:xfrm>
            <a:off x="10812725" y="281907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0DA7F85A-E90C-4131-8ADC-A40B856DE025}"/>
              </a:ext>
            </a:extLst>
          </p:cNvPr>
          <p:cNvSpPr/>
          <p:nvPr/>
        </p:nvSpPr>
        <p:spPr>
          <a:xfrm>
            <a:off x="10879856" y="281907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91898C61-3525-42A8-86B4-0C360E6963D3}"/>
              </a:ext>
            </a:extLst>
          </p:cNvPr>
          <p:cNvSpPr/>
          <p:nvPr/>
        </p:nvSpPr>
        <p:spPr>
          <a:xfrm>
            <a:off x="10946253" y="281907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5" name="矩形 1134">
            <a:extLst>
              <a:ext uri="{FF2B5EF4-FFF2-40B4-BE49-F238E27FC236}">
                <a16:creationId xmlns:a16="http://schemas.microsoft.com/office/drawing/2014/main" id="{5C2EF69A-1F33-445D-B1FE-B47FA4E57241}"/>
              </a:ext>
            </a:extLst>
          </p:cNvPr>
          <p:cNvSpPr/>
          <p:nvPr/>
        </p:nvSpPr>
        <p:spPr>
          <a:xfrm>
            <a:off x="11014077" y="281859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41F36E7F-83A0-450C-BCDF-B8D45BECFBB4}"/>
              </a:ext>
            </a:extLst>
          </p:cNvPr>
          <p:cNvSpPr/>
          <p:nvPr/>
        </p:nvSpPr>
        <p:spPr>
          <a:xfrm>
            <a:off x="11085495" y="28190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FDF2C03F-4E39-4CA1-AFB6-8ADAF24284F0}"/>
              </a:ext>
            </a:extLst>
          </p:cNvPr>
          <p:cNvSpPr/>
          <p:nvPr/>
        </p:nvSpPr>
        <p:spPr>
          <a:xfrm>
            <a:off x="11158726" y="281859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9378A273-AB2C-4BBF-88A8-8C6A3492284B}"/>
              </a:ext>
            </a:extLst>
          </p:cNvPr>
          <p:cNvSpPr/>
          <p:nvPr/>
        </p:nvSpPr>
        <p:spPr>
          <a:xfrm>
            <a:off x="11225903" y="28190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>
            <a:extLst>
              <a:ext uri="{FF2B5EF4-FFF2-40B4-BE49-F238E27FC236}">
                <a16:creationId xmlns:a16="http://schemas.microsoft.com/office/drawing/2014/main" id="{38094F05-E527-40D4-BAF2-7B215D61941A}"/>
              </a:ext>
            </a:extLst>
          </p:cNvPr>
          <p:cNvSpPr/>
          <p:nvPr/>
        </p:nvSpPr>
        <p:spPr>
          <a:xfrm>
            <a:off x="10828890" y="330487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749D7F2B-24BF-4742-BA80-71787EF02EB7}"/>
              </a:ext>
            </a:extLst>
          </p:cNvPr>
          <p:cNvSpPr/>
          <p:nvPr/>
        </p:nvSpPr>
        <p:spPr>
          <a:xfrm>
            <a:off x="10896021" y="330487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84C0F73B-805B-4810-81FD-EA88E8A7769A}"/>
              </a:ext>
            </a:extLst>
          </p:cNvPr>
          <p:cNvSpPr/>
          <p:nvPr/>
        </p:nvSpPr>
        <p:spPr>
          <a:xfrm>
            <a:off x="10962418" y="330487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65D61C6D-112B-499A-99C7-30A874D2FC0F}"/>
              </a:ext>
            </a:extLst>
          </p:cNvPr>
          <p:cNvSpPr/>
          <p:nvPr/>
        </p:nvSpPr>
        <p:spPr>
          <a:xfrm>
            <a:off x="11030242" y="330439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3" name="矩形 1142">
            <a:extLst>
              <a:ext uri="{FF2B5EF4-FFF2-40B4-BE49-F238E27FC236}">
                <a16:creationId xmlns:a16="http://schemas.microsoft.com/office/drawing/2014/main" id="{4E61AA1B-466B-4023-8517-65D088ADEBE1}"/>
              </a:ext>
            </a:extLst>
          </p:cNvPr>
          <p:cNvSpPr/>
          <p:nvPr/>
        </p:nvSpPr>
        <p:spPr>
          <a:xfrm>
            <a:off x="11101660" y="33048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4" name="矩形 1143">
            <a:extLst>
              <a:ext uri="{FF2B5EF4-FFF2-40B4-BE49-F238E27FC236}">
                <a16:creationId xmlns:a16="http://schemas.microsoft.com/office/drawing/2014/main" id="{285C59D6-526A-4A21-87DB-F27BA263BC29}"/>
              </a:ext>
            </a:extLst>
          </p:cNvPr>
          <p:cNvSpPr/>
          <p:nvPr/>
        </p:nvSpPr>
        <p:spPr>
          <a:xfrm>
            <a:off x="11174891" y="330439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5" name="矩形 1144">
            <a:extLst>
              <a:ext uri="{FF2B5EF4-FFF2-40B4-BE49-F238E27FC236}">
                <a16:creationId xmlns:a16="http://schemas.microsoft.com/office/drawing/2014/main" id="{22157819-3C9C-4118-ACF5-E7010C3D7577}"/>
              </a:ext>
            </a:extLst>
          </p:cNvPr>
          <p:cNvSpPr/>
          <p:nvPr/>
        </p:nvSpPr>
        <p:spPr>
          <a:xfrm>
            <a:off x="11242068" y="33048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781192" y="2408962"/>
            <a:ext cx="242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行为间对比学习</a:t>
            </a:r>
          </a:p>
        </p:txBody>
      </p:sp>
      <p:cxnSp>
        <p:nvCxnSpPr>
          <p:cNvPr id="1147" name="直接连接符 1146">
            <a:extLst>
              <a:ext uri="{FF2B5EF4-FFF2-40B4-BE49-F238E27FC236}">
                <a16:creationId xmlns:a16="http://schemas.microsoft.com/office/drawing/2014/main" id="{77B2DE24-FEE8-4752-92BE-AF71713F5999}"/>
              </a:ext>
            </a:extLst>
          </p:cNvPr>
          <p:cNvCxnSpPr>
            <a:cxnSpLocks/>
          </p:cNvCxnSpPr>
          <p:nvPr/>
        </p:nvCxnSpPr>
        <p:spPr>
          <a:xfrm>
            <a:off x="8232850" y="4416182"/>
            <a:ext cx="3122126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279036" y="4683454"/>
            <a:ext cx="3049779" cy="140719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49" name="图形 1148">
            <a:extLst>
              <a:ext uri="{FF2B5EF4-FFF2-40B4-BE49-F238E27FC236}">
                <a16:creationId xmlns:a16="http://schemas.microsoft.com/office/drawing/2014/main" id="{706E3C24-D2A1-48B5-AD5D-59C672E0F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2935" y="5236752"/>
            <a:ext cx="323255" cy="323255"/>
          </a:xfrm>
          <a:prstGeom prst="rect">
            <a:avLst/>
          </a:prstGeom>
        </p:spPr>
      </p:pic>
      <p:pic>
        <p:nvPicPr>
          <p:cNvPr id="1150" name="图形 1149">
            <a:extLst>
              <a:ext uri="{FF2B5EF4-FFF2-40B4-BE49-F238E27FC236}">
                <a16:creationId xmlns:a16="http://schemas.microsoft.com/office/drawing/2014/main" id="{80AF8CF6-FD3D-4E39-A534-79DF674EB7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5661" y="4742424"/>
            <a:ext cx="323255" cy="323255"/>
          </a:xfrm>
          <a:prstGeom prst="rect">
            <a:avLst/>
          </a:prstGeom>
        </p:spPr>
      </p:pic>
      <p:pic>
        <p:nvPicPr>
          <p:cNvPr id="1151" name="图形 1150">
            <a:extLst>
              <a:ext uri="{FF2B5EF4-FFF2-40B4-BE49-F238E27FC236}">
                <a16:creationId xmlns:a16="http://schemas.microsoft.com/office/drawing/2014/main" id="{0904DBB0-2FD7-41F4-9F40-07022772FD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2780" y="5709106"/>
            <a:ext cx="323255" cy="323255"/>
          </a:xfrm>
          <a:prstGeom prst="rect">
            <a:avLst/>
          </a:prstGeom>
        </p:spPr>
      </p:pic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8756374" y="479596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8887002" y="479596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016895" y="479596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148214" y="47954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278894" y="479596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402921" y="47954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9533601" y="479596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8486977" y="5077304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8751841" y="5284214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8882469" y="5284214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012362" y="5284214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143681" y="52837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274361" y="5284213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398388" y="52837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9529068" y="5284213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8756345" y="580243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8886973" y="580243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016866" y="580243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148185" y="580195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278865" y="58024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402892" y="580195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9533572" y="58024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4" name="直接箭头连接符 1173">
            <a:extLst>
              <a:ext uri="{FF2B5EF4-FFF2-40B4-BE49-F238E27FC236}">
                <a16:creationId xmlns:a16="http://schemas.microsoft.com/office/drawing/2014/main" id="{0A81452A-F125-40A1-80F9-FA424AD27F80}"/>
              </a:ext>
            </a:extLst>
          </p:cNvPr>
          <p:cNvCxnSpPr>
            <a:cxnSpLocks/>
          </p:cNvCxnSpPr>
          <p:nvPr/>
        </p:nvCxnSpPr>
        <p:spPr>
          <a:xfrm>
            <a:off x="9106368" y="4952593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直接箭头连接符 1174">
            <a:extLst>
              <a:ext uri="{FF2B5EF4-FFF2-40B4-BE49-F238E27FC236}">
                <a16:creationId xmlns:a16="http://schemas.microsoft.com/office/drawing/2014/main" id="{AF55DF92-AA62-4E94-B5B1-8CEE38B94542}"/>
              </a:ext>
            </a:extLst>
          </p:cNvPr>
          <p:cNvCxnSpPr>
            <a:cxnSpLocks/>
          </p:cNvCxnSpPr>
          <p:nvPr/>
        </p:nvCxnSpPr>
        <p:spPr>
          <a:xfrm flipV="1">
            <a:off x="9106368" y="5129804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177189" y="4964292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7" name="直接箭头连接符 1176">
            <a:extLst>
              <a:ext uri="{FF2B5EF4-FFF2-40B4-BE49-F238E27FC236}">
                <a16:creationId xmlns:a16="http://schemas.microsoft.com/office/drawing/2014/main" id="{82C56BAF-D0FA-487D-96CC-46D2983B24FE}"/>
              </a:ext>
            </a:extLst>
          </p:cNvPr>
          <p:cNvCxnSpPr>
            <a:cxnSpLocks/>
          </p:cNvCxnSpPr>
          <p:nvPr/>
        </p:nvCxnSpPr>
        <p:spPr>
          <a:xfrm>
            <a:off x="9123128" y="5640300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直接箭头连接符 1177">
            <a:extLst>
              <a:ext uri="{FF2B5EF4-FFF2-40B4-BE49-F238E27FC236}">
                <a16:creationId xmlns:a16="http://schemas.microsoft.com/office/drawing/2014/main" id="{8F45238C-F438-4F4C-8478-4EA0F2463FE6}"/>
              </a:ext>
            </a:extLst>
          </p:cNvPr>
          <p:cNvCxnSpPr>
            <a:cxnSpLocks/>
          </p:cNvCxnSpPr>
          <p:nvPr/>
        </p:nvCxnSpPr>
        <p:spPr>
          <a:xfrm flipV="1">
            <a:off x="9123128" y="5451971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237193" y="5477362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0" name="图形 1179">
            <a:extLst>
              <a:ext uri="{FF2B5EF4-FFF2-40B4-BE49-F238E27FC236}">
                <a16:creationId xmlns:a16="http://schemas.microsoft.com/office/drawing/2014/main" id="{77160712-985F-49CA-B80D-1324F15300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4810" y="4706881"/>
            <a:ext cx="323256" cy="323256"/>
          </a:xfrm>
          <a:prstGeom prst="rect">
            <a:avLst/>
          </a:prstGeom>
        </p:spPr>
      </p:pic>
      <p:pic>
        <p:nvPicPr>
          <p:cNvPr id="1181" name="图形 1180">
            <a:extLst>
              <a:ext uri="{FF2B5EF4-FFF2-40B4-BE49-F238E27FC236}">
                <a16:creationId xmlns:a16="http://schemas.microsoft.com/office/drawing/2014/main" id="{8D515B04-8DAB-4D9C-813A-97498859DB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29341" y="5198043"/>
            <a:ext cx="323255" cy="323255"/>
          </a:xfrm>
          <a:prstGeom prst="rect">
            <a:avLst/>
          </a:prstGeom>
        </p:spPr>
      </p:pic>
      <p:pic>
        <p:nvPicPr>
          <p:cNvPr id="1182" name="图形 1181">
            <a:extLst>
              <a:ext uri="{FF2B5EF4-FFF2-40B4-BE49-F238E27FC236}">
                <a16:creationId xmlns:a16="http://schemas.microsoft.com/office/drawing/2014/main" id="{3D5216BA-76D8-40EB-82AD-18B72DD86F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55746" y="5597066"/>
            <a:ext cx="460789" cy="460789"/>
          </a:xfrm>
          <a:prstGeom prst="rect">
            <a:avLst/>
          </a:prstGeom>
        </p:spPr>
      </p:pic>
      <p:cxnSp>
        <p:nvCxnSpPr>
          <p:cNvPr id="1183" name="直接连接符 1182">
            <a:extLst>
              <a:ext uri="{FF2B5EF4-FFF2-40B4-BE49-F238E27FC236}">
                <a16:creationId xmlns:a16="http://schemas.microsoft.com/office/drawing/2014/main" id="{CEB75C36-66A1-4014-9F77-3A831F9F6F25}"/>
              </a:ext>
            </a:extLst>
          </p:cNvPr>
          <p:cNvCxnSpPr>
            <a:cxnSpLocks/>
            <a:endCxn id="1181" idx="0"/>
          </p:cNvCxnSpPr>
          <p:nvPr/>
        </p:nvCxnSpPr>
        <p:spPr>
          <a:xfrm>
            <a:off x="9990969" y="5046452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290354" y="474838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420982" y="474838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550875" y="474838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682194" y="47479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812874" y="474838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0936901" y="47479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067581" y="474838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285821" y="523662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416449" y="523662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546342" y="523662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677661" y="52361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808341" y="523662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0932368" y="52361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063048" y="523662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290325" y="575485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420953" y="575485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550846" y="575485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682165" y="575437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812845" y="57548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0936872" y="575437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067552" y="57548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640348" y="4905008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640348" y="5082219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657108" y="5592715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657108" y="5404386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9" name="文本框 1208">
            <a:extLst>
              <a:ext uri="{FF2B5EF4-FFF2-40B4-BE49-F238E27FC236}">
                <a16:creationId xmlns:a16="http://schemas.microsoft.com/office/drawing/2014/main" id="{84A9447A-0504-4FC2-B9C8-200ECE9FA496}"/>
              </a:ext>
            </a:extLst>
          </p:cNvPr>
          <p:cNvSpPr txBox="1"/>
          <p:nvPr/>
        </p:nvSpPr>
        <p:spPr>
          <a:xfrm>
            <a:off x="10768003" y="4917191"/>
            <a:ext cx="51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0" name="文本框 1209">
            <a:extLst>
              <a:ext uri="{FF2B5EF4-FFF2-40B4-BE49-F238E27FC236}">
                <a16:creationId xmlns:a16="http://schemas.microsoft.com/office/drawing/2014/main" id="{91C73F8B-9F4D-4219-9B7D-0F0FF0B0E1EC}"/>
              </a:ext>
            </a:extLst>
          </p:cNvPr>
          <p:cNvSpPr txBox="1"/>
          <p:nvPr/>
        </p:nvSpPr>
        <p:spPr>
          <a:xfrm>
            <a:off x="10792335" y="5412126"/>
            <a:ext cx="587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7738DF54-A1D8-4E13-9570-AD17205DD166}"/>
              </a:ext>
            </a:extLst>
          </p:cNvPr>
          <p:cNvSpPr txBox="1"/>
          <p:nvPr/>
        </p:nvSpPr>
        <p:spPr>
          <a:xfrm>
            <a:off x="3090181" y="1290471"/>
            <a:ext cx="264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BA45344D-4B9D-49C2-90FB-83E19DBF7BC1}"/>
              </a:ext>
            </a:extLst>
          </p:cNvPr>
          <p:cNvSpPr txBox="1"/>
          <p:nvPr/>
        </p:nvSpPr>
        <p:spPr>
          <a:xfrm>
            <a:off x="3373458" y="1136292"/>
            <a:ext cx="2607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1" name="文本框 430">
            <a:extLst>
              <a:ext uri="{FF2B5EF4-FFF2-40B4-BE49-F238E27FC236}">
                <a16:creationId xmlns:a16="http://schemas.microsoft.com/office/drawing/2014/main" id="{AFD45C27-1AC1-4A53-8ADA-AB82F14C4E1A}"/>
              </a:ext>
            </a:extLst>
          </p:cNvPr>
          <p:cNvSpPr txBox="1"/>
          <p:nvPr/>
        </p:nvSpPr>
        <p:spPr>
          <a:xfrm>
            <a:off x="3565742" y="1091623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986EB7D0-F373-4BAF-A5BA-C6FBAF83DC54}"/>
              </a:ext>
            </a:extLst>
          </p:cNvPr>
          <p:cNvSpPr txBox="1"/>
          <p:nvPr/>
        </p:nvSpPr>
        <p:spPr>
          <a:xfrm>
            <a:off x="3718142" y="1244023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F23B325F-4818-49BF-9F33-8C8713E0B369}"/>
              </a:ext>
            </a:extLst>
          </p:cNvPr>
          <p:cNvSpPr txBox="1"/>
          <p:nvPr/>
        </p:nvSpPr>
        <p:spPr>
          <a:xfrm>
            <a:off x="3991089" y="1290347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4" name="文本框 433">
            <a:extLst>
              <a:ext uri="{FF2B5EF4-FFF2-40B4-BE49-F238E27FC236}">
                <a16:creationId xmlns:a16="http://schemas.microsoft.com/office/drawing/2014/main" id="{869A32C9-3929-4FDF-A18D-F5AE11C8287A}"/>
              </a:ext>
            </a:extLst>
          </p:cNvPr>
          <p:cNvSpPr txBox="1"/>
          <p:nvPr/>
        </p:nvSpPr>
        <p:spPr>
          <a:xfrm>
            <a:off x="4295666" y="1190541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80C0F98F-F4AE-449D-A3AD-D6E63AD0D9B8}"/>
              </a:ext>
            </a:extLst>
          </p:cNvPr>
          <p:cNvSpPr txBox="1"/>
          <p:nvPr/>
        </p:nvSpPr>
        <p:spPr>
          <a:xfrm>
            <a:off x="4674610" y="1193684"/>
            <a:ext cx="2702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7505ABA-3446-4972-9F88-86E5FBF5F3DB}"/>
                  </a:ext>
                </a:extLst>
              </p:cNvPr>
              <p:cNvSpPr txBox="1"/>
              <p:nvPr/>
            </p:nvSpPr>
            <p:spPr>
              <a:xfrm>
                <a:off x="2672861" y="2099529"/>
                <a:ext cx="24293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𝑃𝑣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𝐶𝑎𝑟𝑡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𝐵𝑢𝑦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7505ABA-3446-4972-9F88-86E5FBF5F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861" y="2099529"/>
                <a:ext cx="2429323" cy="338554"/>
              </a:xfrm>
              <a:prstGeom prst="rect">
                <a:avLst/>
              </a:prstGeom>
              <a:blipFill>
                <a:blip r:embed="rId41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1" name="文本框 450">
                <a:extLst>
                  <a:ext uri="{FF2B5EF4-FFF2-40B4-BE49-F238E27FC236}">
                    <a16:creationId xmlns:a16="http://schemas.microsoft.com/office/drawing/2014/main" id="{063B3942-6D0A-48C6-AF0F-42BAD7DBD38E}"/>
                  </a:ext>
                </a:extLst>
              </p:cNvPr>
              <p:cNvSpPr txBox="1"/>
              <p:nvPr/>
            </p:nvSpPr>
            <p:spPr>
              <a:xfrm>
                <a:off x="2775158" y="2368142"/>
                <a:ext cx="30060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𝑃𝑣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𝐶𝑎𝑟𝑡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)&lt;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𝐵𝑢𝑦</m:t>
                    </m:r>
                  </m:oMath>
                </a14:m>
                <a:r>
                  <a:rPr lang="en-US" altLang="zh-CN" sz="1400" dirty="0"/>
                  <a:t>)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451" name="文本框 450">
                <a:extLst>
                  <a:ext uri="{FF2B5EF4-FFF2-40B4-BE49-F238E27FC236}">
                    <a16:creationId xmlns:a16="http://schemas.microsoft.com/office/drawing/2014/main" id="{063B3942-6D0A-48C6-AF0F-42BAD7DBD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158" y="2368142"/>
                <a:ext cx="3006033" cy="307777"/>
              </a:xfrm>
              <a:prstGeom prst="rect">
                <a:avLst/>
              </a:prstGeom>
              <a:blipFill>
                <a:blip r:embed="rId42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文本框 451">
                <a:extLst>
                  <a:ext uri="{FF2B5EF4-FFF2-40B4-BE49-F238E27FC236}">
                    <a16:creationId xmlns:a16="http://schemas.microsoft.com/office/drawing/2014/main" id="{88B690D6-A84A-41FC-9CE5-E6D851CEF2D3}"/>
                  </a:ext>
                </a:extLst>
              </p:cNvPr>
              <p:cNvSpPr txBox="1"/>
              <p:nvPr/>
            </p:nvSpPr>
            <p:spPr>
              <a:xfrm>
                <a:off x="1651551" y="165337"/>
                <a:ext cx="609872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CN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𝑃𝑣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1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𝐶𝑎𝑟𝑡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 sz="1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𝐵𝑢𝑦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452" name="文本框 451">
                <a:extLst>
                  <a:ext uri="{FF2B5EF4-FFF2-40B4-BE49-F238E27FC236}">
                    <a16:creationId xmlns:a16="http://schemas.microsoft.com/office/drawing/2014/main" id="{88B690D6-A84A-41FC-9CE5-E6D851CEF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551" y="165337"/>
                <a:ext cx="6098720" cy="55399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1BD1515-7BC7-48FE-BC8E-8EDD9BF62725}"/>
              </a:ext>
            </a:extLst>
          </p:cNvPr>
          <p:cNvCxnSpPr>
            <a:cxnSpLocks/>
            <a:stCxn id="485" idx="3"/>
          </p:cNvCxnSpPr>
          <p:nvPr/>
        </p:nvCxnSpPr>
        <p:spPr>
          <a:xfrm flipV="1">
            <a:off x="2425502" y="5222808"/>
            <a:ext cx="3242834" cy="11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3" name="文本框 452">
                <a:extLst>
                  <a:ext uri="{FF2B5EF4-FFF2-40B4-BE49-F238E27FC236}">
                    <a16:creationId xmlns:a16="http://schemas.microsoft.com/office/drawing/2014/main" id="{6715F9A5-72BD-469B-91E1-7746B9A2B05F}"/>
                  </a:ext>
                </a:extLst>
              </p:cNvPr>
              <p:cNvSpPr txBox="1"/>
              <p:nvPr/>
            </p:nvSpPr>
            <p:spPr>
              <a:xfrm>
                <a:off x="1803951" y="317737"/>
                <a:ext cx="609872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CN" sz="1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i="1">
                              <a:latin typeface="Cambria Math" panose="02040503050406030204" pitchFamily="18" charset="0"/>
                            </a:rPr>
                            <m:t>𝑃𝑣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1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𝐶𝑎𝑟𝑡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 sz="1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𝐵𝑢𝑦</m:t>
                          </m:r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453" name="文本框 452">
                <a:extLst>
                  <a:ext uri="{FF2B5EF4-FFF2-40B4-BE49-F238E27FC236}">
                    <a16:creationId xmlns:a16="http://schemas.microsoft.com/office/drawing/2014/main" id="{6715F9A5-72BD-469B-91E1-7746B9A2B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951" y="317737"/>
                <a:ext cx="6098720" cy="55399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3108421" y="2818843"/>
            <a:ext cx="210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行为内加权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D3CF360-1C9F-408E-9A91-E7EB2B46271C}"/>
              </a:ext>
            </a:extLst>
          </p:cNvPr>
          <p:cNvCxnSpPr>
            <a:stCxn id="347" idx="2"/>
            <a:endCxn id="515" idx="0"/>
          </p:cNvCxnSpPr>
          <p:nvPr/>
        </p:nvCxnSpPr>
        <p:spPr>
          <a:xfrm flipH="1">
            <a:off x="6883431" y="4285240"/>
            <a:ext cx="1681" cy="1750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4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F497F1CC-B7D1-4645-9C0B-155DD5B9A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8436" y="1564778"/>
            <a:ext cx="323255" cy="323255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E1BCD3A2-4C05-48BF-8EA9-17A0F458F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4929" y="951533"/>
            <a:ext cx="323255" cy="323255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50768F2-BCEB-416E-A323-E46A8E420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8436" y="2158724"/>
            <a:ext cx="323255" cy="323255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A2FF049D-EDC2-43B9-9AF0-D307E8021A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5552" y="493004"/>
            <a:ext cx="323256" cy="32325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F01B1C3F-7587-45D1-98DB-8E210B817B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7990" y="556643"/>
            <a:ext cx="323255" cy="323255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48A1D9AE-AB2D-4A0B-8386-75A7930F91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79329" y="443441"/>
            <a:ext cx="460789" cy="460789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0800DEC8-7EDA-4591-BC49-876E6A7D54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71766" y="547663"/>
            <a:ext cx="430225" cy="430225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FADB5E2A-C972-4884-933E-322922A7DF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789313" y="615090"/>
            <a:ext cx="338537" cy="338537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51B2411-B287-4D83-ACB1-DB9A1ADDB8CB}"/>
              </a:ext>
            </a:extLst>
          </p:cNvPr>
          <p:cNvSpPr/>
          <p:nvPr/>
        </p:nvSpPr>
        <p:spPr>
          <a:xfrm>
            <a:off x="416607" y="1754379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4D89A9E-1BF2-4856-B911-A95968492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494" y="1857502"/>
            <a:ext cx="323255" cy="323255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FF4416BF-DB0B-498A-B59E-883B8E6E4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932" y="1845560"/>
            <a:ext cx="323255" cy="323255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37A82715-FC08-4DD2-A037-5BA092D95A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0746" y="1857082"/>
            <a:ext cx="323255" cy="323255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CC10E6DA-D06E-40CB-8E3B-5730913E5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427" y="2460665"/>
            <a:ext cx="323256" cy="323256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22FF999E-1413-41D1-9883-45F5BD1C7F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0433" y="2481979"/>
            <a:ext cx="323255" cy="323255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8C9D88CC-ECD2-42E6-83E5-8247AFC8FB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7535" y="2398946"/>
            <a:ext cx="460789" cy="460789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BEF35488-9C3C-47CA-A086-EC3E11B39D4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77858" y="2424078"/>
            <a:ext cx="430225" cy="430225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B053419A-C361-4A86-9EDB-BDA22B312F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65727" y="2482760"/>
            <a:ext cx="338537" cy="338537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124ECD-35D5-49B3-9649-48B49EE6DCD4}"/>
              </a:ext>
            </a:extLst>
          </p:cNvPr>
          <p:cNvSpPr/>
          <p:nvPr/>
        </p:nvSpPr>
        <p:spPr>
          <a:xfrm>
            <a:off x="4073443" y="3310618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75C4CE-858F-4F2F-A34B-2CC0357A0EAD}"/>
              </a:ext>
            </a:extLst>
          </p:cNvPr>
          <p:cNvSpPr/>
          <p:nvPr/>
        </p:nvSpPr>
        <p:spPr>
          <a:xfrm>
            <a:off x="4128788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FD4381-5FAE-4C54-BEBA-BB0C887CEC25}"/>
              </a:ext>
            </a:extLst>
          </p:cNvPr>
          <p:cNvSpPr/>
          <p:nvPr/>
        </p:nvSpPr>
        <p:spPr>
          <a:xfrm>
            <a:off x="4195919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22F31A-8EF3-4947-8AC7-788EBD7092DB}"/>
              </a:ext>
            </a:extLst>
          </p:cNvPr>
          <p:cNvSpPr/>
          <p:nvPr/>
        </p:nvSpPr>
        <p:spPr>
          <a:xfrm>
            <a:off x="4262316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0F0B64-77F1-4B42-80DB-EDE6B9B1D450}"/>
              </a:ext>
            </a:extLst>
          </p:cNvPr>
          <p:cNvSpPr/>
          <p:nvPr/>
        </p:nvSpPr>
        <p:spPr>
          <a:xfrm>
            <a:off x="4330140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4CE9F5-30F8-4519-BE1D-5327F17A4E5F}"/>
              </a:ext>
            </a:extLst>
          </p:cNvPr>
          <p:cNvSpPr/>
          <p:nvPr/>
        </p:nvSpPr>
        <p:spPr>
          <a:xfrm>
            <a:off x="4401558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209816-6D39-4877-A59F-F044A6D0E83A}"/>
              </a:ext>
            </a:extLst>
          </p:cNvPr>
          <p:cNvSpPr/>
          <p:nvPr/>
        </p:nvSpPr>
        <p:spPr>
          <a:xfrm>
            <a:off x="4474789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8DE6A1-2DDC-4F1D-803A-53F4B1979720}"/>
              </a:ext>
            </a:extLst>
          </p:cNvPr>
          <p:cNvSpPr/>
          <p:nvPr/>
        </p:nvSpPr>
        <p:spPr>
          <a:xfrm>
            <a:off x="4541966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89D94E-C922-4833-8ABC-D4E1F01EED08}"/>
              </a:ext>
            </a:extLst>
          </p:cNvPr>
          <p:cNvSpPr/>
          <p:nvPr/>
        </p:nvSpPr>
        <p:spPr>
          <a:xfrm>
            <a:off x="4125622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8858AE-D16B-4E64-9B3B-EEEFE6FB1E12}"/>
              </a:ext>
            </a:extLst>
          </p:cNvPr>
          <p:cNvSpPr/>
          <p:nvPr/>
        </p:nvSpPr>
        <p:spPr>
          <a:xfrm>
            <a:off x="4192753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50C543-4FD1-422C-B278-3FC2000F31F4}"/>
              </a:ext>
            </a:extLst>
          </p:cNvPr>
          <p:cNvSpPr/>
          <p:nvPr/>
        </p:nvSpPr>
        <p:spPr>
          <a:xfrm>
            <a:off x="4259150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66D6AB-FECF-4E00-8995-1512D069BD3B}"/>
              </a:ext>
            </a:extLst>
          </p:cNvPr>
          <p:cNvSpPr/>
          <p:nvPr/>
        </p:nvSpPr>
        <p:spPr>
          <a:xfrm>
            <a:off x="4326974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1289EC-DE87-4CF9-8AC8-4504ACB9A2B2}"/>
              </a:ext>
            </a:extLst>
          </p:cNvPr>
          <p:cNvSpPr/>
          <p:nvPr/>
        </p:nvSpPr>
        <p:spPr>
          <a:xfrm>
            <a:off x="4398392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A34CF3-54FC-4849-AEBE-62DC6430900D}"/>
              </a:ext>
            </a:extLst>
          </p:cNvPr>
          <p:cNvSpPr/>
          <p:nvPr/>
        </p:nvSpPr>
        <p:spPr>
          <a:xfrm>
            <a:off x="4471623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EABC8F-AA53-4BE1-8344-275DBEF8A5F1}"/>
              </a:ext>
            </a:extLst>
          </p:cNvPr>
          <p:cNvSpPr/>
          <p:nvPr/>
        </p:nvSpPr>
        <p:spPr>
          <a:xfrm>
            <a:off x="4538800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E8C139-F0B0-465F-8F1F-2FE518F2BD05}"/>
              </a:ext>
            </a:extLst>
          </p:cNvPr>
          <p:cNvSpPr/>
          <p:nvPr/>
        </p:nvSpPr>
        <p:spPr>
          <a:xfrm>
            <a:off x="4754020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5D172DD-EA38-41EB-A552-B0D5396DA3FC}"/>
              </a:ext>
            </a:extLst>
          </p:cNvPr>
          <p:cNvSpPr/>
          <p:nvPr/>
        </p:nvSpPr>
        <p:spPr>
          <a:xfrm>
            <a:off x="4821151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79172D-7A0C-4120-ACC4-8819EA0E7AFE}"/>
              </a:ext>
            </a:extLst>
          </p:cNvPr>
          <p:cNvSpPr/>
          <p:nvPr/>
        </p:nvSpPr>
        <p:spPr>
          <a:xfrm>
            <a:off x="4887548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6BD47F-20C7-4F22-99FB-9476AC4424B5}"/>
              </a:ext>
            </a:extLst>
          </p:cNvPr>
          <p:cNvSpPr/>
          <p:nvPr/>
        </p:nvSpPr>
        <p:spPr>
          <a:xfrm>
            <a:off x="4955372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8F6118E-F7C3-4362-919F-FE30F4125FF0}"/>
              </a:ext>
            </a:extLst>
          </p:cNvPr>
          <p:cNvSpPr/>
          <p:nvPr/>
        </p:nvSpPr>
        <p:spPr>
          <a:xfrm>
            <a:off x="5026790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704D959-0402-4C97-87FE-A7134BA211A0}"/>
              </a:ext>
            </a:extLst>
          </p:cNvPr>
          <p:cNvSpPr/>
          <p:nvPr/>
        </p:nvSpPr>
        <p:spPr>
          <a:xfrm>
            <a:off x="5100021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883080-1C18-4EF2-8498-AB88FBF347EA}"/>
              </a:ext>
            </a:extLst>
          </p:cNvPr>
          <p:cNvSpPr/>
          <p:nvPr/>
        </p:nvSpPr>
        <p:spPr>
          <a:xfrm>
            <a:off x="5167198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7C36F9-2675-423E-9DCB-164B46FB643D}"/>
              </a:ext>
            </a:extLst>
          </p:cNvPr>
          <p:cNvSpPr/>
          <p:nvPr/>
        </p:nvSpPr>
        <p:spPr>
          <a:xfrm>
            <a:off x="4745579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225AAB2-5190-45E1-9408-89C7252976A7}"/>
              </a:ext>
            </a:extLst>
          </p:cNvPr>
          <p:cNvSpPr/>
          <p:nvPr/>
        </p:nvSpPr>
        <p:spPr>
          <a:xfrm>
            <a:off x="4812710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AC1FB9-BAF5-49FA-B148-A5C0031597E5}"/>
              </a:ext>
            </a:extLst>
          </p:cNvPr>
          <p:cNvSpPr/>
          <p:nvPr/>
        </p:nvSpPr>
        <p:spPr>
          <a:xfrm>
            <a:off x="4879107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AF347B-C469-4C89-A6FF-EE8B6CF49898}"/>
              </a:ext>
            </a:extLst>
          </p:cNvPr>
          <p:cNvSpPr/>
          <p:nvPr/>
        </p:nvSpPr>
        <p:spPr>
          <a:xfrm>
            <a:off x="4946931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07C6171-D62B-411B-8CFA-216AF194879D}"/>
              </a:ext>
            </a:extLst>
          </p:cNvPr>
          <p:cNvSpPr/>
          <p:nvPr/>
        </p:nvSpPr>
        <p:spPr>
          <a:xfrm>
            <a:off x="5018349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289B5F4-4FA1-4DAB-BD50-42317136B47B}"/>
              </a:ext>
            </a:extLst>
          </p:cNvPr>
          <p:cNvSpPr/>
          <p:nvPr/>
        </p:nvSpPr>
        <p:spPr>
          <a:xfrm>
            <a:off x="5091580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44B074-5663-4072-B5F9-EF8A7583B726}"/>
              </a:ext>
            </a:extLst>
          </p:cNvPr>
          <p:cNvSpPr/>
          <p:nvPr/>
        </p:nvSpPr>
        <p:spPr>
          <a:xfrm>
            <a:off x="5158757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2ABB9BA-AA23-40D8-AF71-68C908096FF0}"/>
              </a:ext>
            </a:extLst>
          </p:cNvPr>
          <p:cNvSpPr/>
          <p:nvPr/>
        </p:nvSpPr>
        <p:spPr>
          <a:xfrm>
            <a:off x="4761744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C3D74FC-E030-4A83-9DFF-8623ECE3548F}"/>
              </a:ext>
            </a:extLst>
          </p:cNvPr>
          <p:cNvSpPr/>
          <p:nvPr/>
        </p:nvSpPr>
        <p:spPr>
          <a:xfrm>
            <a:off x="4828875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C95338-19EA-4524-BDFB-5B313A5516B5}"/>
              </a:ext>
            </a:extLst>
          </p:cNvPr>
          <p:cNvSpPr/>
          <p:nvPr/>
        </p:nvSpPr>
        <p:spPr>
          <a:xfrm>
            <a:off x="4895272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E5F235-AC59-44EA-8A0E-189D8E0CB0A9}"/>
              </a:ext>
            </a:extLst>
          </p:cNvPr>
          <p:cNvSpPr/>
          <p:nvPr/>
        </p:nvSpPr>
        <p:spPr>
          <a:xfrm>
            <a:off x="4963096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A6227B6-1B9E-457A-A2CD-83FE6DF5AA69}"/>
              </a:ext>
            </a:extLst>
          </p:cNvPr>
          <p:cNvSpPr/>
          <p:nvPr/>
        </p:nvSpPr>
        <p:spPr>
          <a:xfrm>
            <a:off x="5034514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D9B8D3E-27AF-4F68-ADDC-95BA77D4F365}"/>
              </a:ext>
            </a:extLst>
          </p:cNvPr>
          <p:cNvSpPr/>
          <p:nvPr/>
        </p:nvSpPr>
        <p:spPr>
          <a:xfrm>
            <a:off x="5107745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9043C3-24D7-4EAB-9AC8-AE9817F94A1B}"/>
              </a:ext>
            </a:extLst>
          </p:cNvPr>
          <p:cNvSpPr/>
          <p:nvPr/>
        </p:nvSpPr>
        <p:spPr>
          <a:xfrm>
            <a:off x="5174922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0EF7836-92BB-4A2D-83CB-6CC1C3176642}"/>
              </a:ext>
            </a:extLst>
          </p:cNvPr>
          <p:cNvSpPr/>
          <p:nvPr/>
        </p:nvSpPr>
        <p:spPr>
          <a:xfrm>
            <a:off x="2554851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B961F61B-94A4-4AEB-827C-7B40BB91A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5164" y="6167534"/>
            <a:ext cx="187781" cy="187781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9F435781-02CA-4449-B40A-59F05262C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6103" y="6180615"/>
            <a:ext cx="187781" cy="187781"/>
          </a:xfrm>
          <a:prstGeom prst="rect">
            <a:avLst/>
          </a:prstGeom>
        </p:spPr>
      </p:pic>
      <p:pic>
        <p:nvPicPr>
          <p:cNvPr id="60" name="图形 59">
            <a:extLst>
              <a:ext uri="{FF2B5EF4-FFF2-40B4-BE49-F238E27FC236}">
                <a16:creationId xmlns:a16="http://schemas.microsoft.com/office/drawing/2014/main" id="{41F428C9-D2F3-4913-8044-ADE75904C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1273" y="6169601"/>
            <a:ext cx="187781" cy="187781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0B26F1E6-445D-4506-ADC1-90C2010CE9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31461" y="6522091"/>
            <a:ext cx="187781" cy="187781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1FDFC72B-6CB8-44A4-A688-6373AC9431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6184" y="6544621"/>
            <a:ext cx="187781" cy="187781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D651489F-B75F-42A0-845A-2BA7334E08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88307" y="6501446"/>
            <a:ext cx="267675" cy="267675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E1E8398C-1F6C-4B01-B8AB-3509BA6A0C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5631" y="6516760"/>
            <a:ext cx="249920" cy="249920"/>
          </a:xfrm>
          <a:prstGeom prst="rect">
            <a:avLst/>
          </a:prstGeom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5DF6642B-68E4-4DB9-9A0C-8B125B4BEF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4127" y="6551657"/>
            <a:ext cx="196658" cy="196658"/>
          </a:xfrm>
          <a:prstGeom prst="rect">
            <a:avLst/>
          </a:prstGeom>
        </p:spPr>
      </p:pic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B535894-E8A9-43B1-B5DA-E10BA757D99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2729994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7D1B990-9D8C-41F4-95E2-88BF7802CB5D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2725352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899E426-2013-4B1A-A093-36D2DB0CF9C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099055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3753838-FD43-4CA6-BB14-8B3CD2A0567F}"/>
              </a:ext>
            </a:extLst>
          </p:cNvPr>
          <p:cNvCxnSpPr>
            <a:cxnSpLocks/>
            <a:stCxn id="58" idx="2"/>
            <a:endCxn id="65" idx="0"/>
          </p:cNvCxnSpPr>
          <p:nvPr/>
        </p:nvCxnSpPr>
        <p:spPr>
          <a:xfrm>
            <a:off x="3099055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B73EFF8-B8CB-41A6-B8D5-C43987C1A46D}"/>
              </a:ext>
            </a:extLst>
          </p:cNvPr>
          <p:cNvSpPr/>
          <p:nvPr/>
        </p:nvSpPr>
        <p:spPr>
          <a:xfrm>
            <a:off x="4058580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3B5AC651-3AFF-468B-9D24-D2CADAA79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893" y="6167534"/>
            <a:ext cx="187781" cy="187781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418D75E0-7412-426B-BBF6-CD0DD2BE5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9832" y="6180615"/>
            <a:ext cx="187781" cy="187781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9CB8032C-D350-4673-A3AE-D58EF6ADDB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780" y="6164579"/>
            <a:ext cx="187781" cy="187781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303A310F-4EE0-4F67-8ABF-D99B7D9077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5190" y="6522091"/>
            <a:ext cx="187781" cy="187781"/>
          </a:xfrm>
          <a:prstGeom prst="rect">
            <a:avLst/>
          </a:prstGeom>
        </p:spPr>
      </p:pic>
      <p:pic>
        <p:nvPicPr>
          <p:cNvPr id="75" name="图形 74">
            <a:extLst>
              <a:ext uri="{FF2B5EF4-FFF2-40B4-BE49-F238E27FC236}">
                <a16:creationId xmlns:a16="http://schemas.microsoft.com/office/drawing/2014/main" id="{6D5579FE-B0F7-4E68-A3D5-D74700A860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99913" y="6544621"/>
            <a:ext cx="187781" cy="187781"/>
          </a:xfrm>
          <a:prstGeom prst="rect">
            <a:avLst/>
          </a:prstGeom>
        </p:spPr>
      </p:pic>
      <p:pic>
        <p:nvPicPr>
          <p:cNvPr id="76" name="图形 75">
            <a:extLst>
              <a:ext uri="{FF2B5EF4-FFF2-40B4-BE49-F238E27FC236}">
                <a16:creationId xmlns:a16="http://schemas.microsoft.com/office/drawing/2014/main" id="{3AFDD1A2-D5F0-43AF-82D2-21F2295667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036" y="6501446"/>
            <a:ext cx="267675" cy="267675"/>
          </a:xfrm>
          <a:prstGeom prst="rect">
            <a:avLst/>
          </a:prstGeom>
        </p:spPr>
      </p:pic>
      <p:pic>
        <p:nvPicPr>
          <p:cNvPr id="77" name="图形 76">
            <a:extLst>
              <a:ext uri="{FF2B5EF4-FFF2-40B4-BE49-F238E27FC236}">
                <a16:creationId xmlns:a16="http://schemas.microsoft.com/office/drawing/2014/main" id="{1A203906-CEAF-43B6-881C-BCF690BE67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39360" y="6516760"/>
            <a:ext cx="249920" cy="249920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235D0B02-1D5A-4A4B-A867-9015687EB0B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87856" y="6551657"/>
            <a:ext cx="196658" cy="196658"/>
          </a:xfrm>
          <a:prstGeom prst="rect">
            <a:avLst/>
          </a:prstGeom>
        </p:spPr>
      </p:pic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9B3640E-B48D-4371-B5D1-53E8D8B76639}"/>
              </a:ext>
            </a:extLst>
          </p:cNvPr>
          <p:cNvCxnSpPr>
            <a:cxnSpLocks/>
            <a:stCxn id="72" idx="2"/>
            <a:endCxn id="75" idx="0"/>
          </p:cNvCxnSpPr>
          <p:nvPr/>
        </p:nvCxnSpPr>
        <p:spPr>
          <a:xfrm>
            <a:off x="4233723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51B010F-71C5-4790-B321-30D19CECD175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 flipH="1">
            <a:off x="4229081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BD91CA8-43B1-495E-AA1B-02907F7A32E8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4602784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4A71695-3E53-4C47-8BD2-FF637F8302B6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4602784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F77BC963-0537-40D8-B76C-AC89FE1DA2D4}"/>
              </a:ext>
            </a:extLst>
          </p:cNvPr>
          <p:cNvCxnSpPr>
            <a:cxnSpLocks/>
          </p:cNvCxnSpPr>
          <p:nvPr/>
        </p:nvCxnSpPr>
        <p:spPr>
          <a:xfrm>
            <a:off x="4606979" y="6342716"/>
            <a:ext cx="94037" cy="25272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9CA160F-81C9-49D8-B037-FC8776ABECA4}"/>
              </a:ext>
            </a:extLst>
          </p:cNvPr>
          <p:cNvCxnSpPr>
            <a:cxnSpLocks/>
          </p:cNvCxnSpPr>
          <p:nvPr/>
        </p:nvCxnSpPr>
        <p:spPr>
          <a:xfrm flipV="1">
            <a:off x="3062086" y="5923381"/>
            <a:ext cx="0" cy="2024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7BFA7A3-135D-4795-B47D-87C0D3E4F734}"/>
              </a:ext>
            </a:extLst>
          </p:cNvPr>
          <p:cNvCxnSpPr>
            <a:cxnSpLocks/>
          </p:cNvCxnSpPr>
          <p:nvPr/>
        </p:nvCxnSpPr>
        <p:spPr>
          <a:xfrm flipV="1">
            <a:off x="4904664" y="5914567"/>
            <a:ext cx="0" cy="2200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614B026-65B0-498C-A814-66CC76A01796}"/>
              </a:ext>
            </a:extLst>
          </p:cNvPr>
          <p:cNvCxnSpPr/>
          <p:nvPr/>
        </p:nvCxnSpPr>
        <p:spPr>
          <a:xfrm>
            <a:off x="3677146" y="5558529"/>
            <a:ext cx="162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2ADDF0D-DEC8-4DBA-85D5-EDA92717AB3A}"/>
              </a:ext>
            </a:extLst>
          </p:cNvPr>
          <p:cNvCxnSpPr>
            <a:cxnSpLocks/>
          </p:cNvCxnSpPr>
          <p:nvPr/>
        </p:nvCxnSpPr>
        <p:spPr>
          <a:xfrm flipH="1">
            <a:off x="4131306" y="5552611"/>
            <a:ext cx="184547" cy="1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/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𝑖𝑛𝑡𝑒𝑟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𝑠𝑠𝑙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blipFill>
                <a:blip r:embed="rId18"/>
                <a:stretch>
                  <a:fillRect r="-13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6099156-14B5-471B-A7E0-F8D95429FB28}"/>
              </a:ext>
            </a:extLst>
          </p:cNvPr>
          <p:cNvSpPr/>
          <p:nvPr/>
        </p:nvSpPr>
        <p:spPr>
          <a:xfrm>
            <a:off x="2430684" y="521278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5993A51-8E04-45F4-A622-B32C72427F8C}"/>
              </a:ext>
            </a:extLst>
          </p:cNvPr>
          <p:cNvSpPr/>
          <p:nvPr/>
        </p:nvSpPr>
        <p:spPr>
          <a:xfrm>
            <a:off x="2486029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D663530-6354-43D7-8019-28F90ECFEB7E}"/>
              </a:ext>
            </a:extLst>
          </p:cNvPr>
          <p:cNvSpPr/>
          <p:nvPr/>
        </p:nvSpPr>
        <p:spPr>
          <a:xfrm>
            <a:off x="2553160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55CED28-11AC-48EF-88BF-6BED270DC7A9}"/>
              </a:ext>
            </a:extLst>
          </p:cNvPr>
          <p:cNvSpPr/>
          <p:nvPr/>
        </p:nvSpPr>
        <p:spPr>
          <a:xfrm>
            <a:off x="2619557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B8CCFD8-9BED-4512-988A-CF576B7556F2}"/>
              </a:ext>
            </a:extLst>
          </p:cNvPr>
          <p:cNvSpPr/>
          <p:nvPr/>
        </p:nvSpPr>
        <p:spPr>
          <a:xfrm>
            <a:off x="2687381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522BC8F-D028-4B89-B3B1-CC65239947DB}"/>
              </a:ext>
            </a:extLst>
          </p:cNvPr>
          <p:cNvSpPr/>
          <p:nvPr/>
        </p:nvSpPr>
        <p:spPr>
          <a:xfrm>
            <a:off x="2758799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00BA835-F52E-40F4-BA1A-2ABA85378D4E}"/>
              </a:ext>
            </a:extLst>
          </p:cNvPr>
          <p:cNvSpPr/>
          <p:nvPr/>
        </p:nvSpPr>
        <p:spPr>
          <a:xfrm>
            <a:off x="2832030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D1A5630-EA59-40B8-8607-711E941F92B2}"/>
              </a:ext>
            </a:extLst>
          </p:cNvPr>
          <p:cNvSpPr/>
          <p:nvPr/>
        </p:nvSpPr>
        <p:spPr>
          <a:xfrm>
            <a:off x="2899207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EAB205E-D66F-4843-9957-24ABE8FF5AF3}"/>
              </a:ext>
            </a:extLst>
          </p:cNvPr>
          <p:cNvSpPr/>
          <p:nvPr/>
        </p:nvSpPr>
        <p:spPr>
          <a:xfrm>
            <a:off x="2482863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4FF616-0EFF-4C96-97C0-4B8D244372F0}"/>
              </a:ext>
            </a:extLst>
          </p:cNvPr>
          <p:cNvSpPr/>
          <p:nvPr/>
        </p:nvSpPr>
        <p:spPr>
          <a:xfrm>
            <a:off x="2549994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49D5E78-3BBD-4BAC-8167-3F8AC7DBB162}"/>
              </a:ext>
            </a:extLst>
          </p:cNvPr>
          <p:cNvSpPr/>
          <p:nvPr/>
        </p:nvSpPr>
        <p:spPr>
          <a:xfrm>
            <a:off x="2616391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6AA8FE4-2B1E-48B2-9D22-13348BC1AF69}"/>
              </a:ext>
            </a:extLst>
          </p:cNvPr>
          <p:cNvSpPr/>
          <p:nvPr/>
        </p:nvSpPr>
        <p:spPr>
          <a:xfrm>
            <a:off x="2684215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40737A0-3A81-4F5D-BEA2-94D81F0E7740}"/>
              </a:ext>
            </a:extLst>
          </p:cNvPr>
          <p:cNvSpPr/>
          <p:nvPr/>
        </p:nvSpPr>
        <p:spPr>
          <a:xfrm>
            <a:off x="2755633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83C5375-4E33-4A2A-9CE3-D395C9793930}"/>
              </a:ext>
            </a:extLst>
          </p:cNvPr>
          <p:cNvSpPr/>
          <p:nvPr/>
        </p:nvSpPr>
        <p:spPr>
          <a:xfrm>
            <a:off x="2828864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5A181A6-3BFB-41FA-B5DF-55EE229093CE}"/>
              </a:ext>
            </a:extLst>
          </p:cNvPr>
          <p:cNvSpPr/>
          <p:nvPr/>
        </p:nvSpPr>
        <p:spPr>
          <a:xfrm>
            <a:off x="2896041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D1FAA52-04DE-4D0A-92E9-FC217F9BE80D}"/>
              </a:ext>
            </a:extLst>
          </p:cNvPr>
          <p:cNvSpPr/>
          <p:nvPr/>
        </p:nvSpPr>
        <p:spPr>
          <a:xfrm>
            <a:off x="3111261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D813224-5C23-4482-AE01-AE716DF0776B}"/>
              </a:ext>
            </a:extLst>
          </p:cNvPr>
          <p:cNvSpPr/>
          <p:nvPr/>
        </p:nvSpPr>
        <p:spPr>
          <a:xfrm>
            <a:off x="3178392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004CEC8-DD86-4B91-914A-3897EC5776F4}"/>
              </a:ext>
            </a:extLst>
          </p:cNvPr>
          <p:cNvSpPr/>
          <p:nvPr/>
        </p:nvSpPr>
        <p:spPr>
          <a:xfrm>
            <a:off x="3244789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F17167A-FEF7-499D-9BEC-879082B0EB41}"/>
              </a:ext>
            </a:extLst>
          </p:cNvPr>
          <p:cNvSpPr/>
          <p:nvPr/>
        </p:nvSpPr>
        <p:spPr>
          <a:xfrm>
            <a:off x="3312613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5E0D894C-FD54-4C24-A852-4996FE71303A}"/>
              </a:ext>
            </a:extLst>
          </p:cNvPr>
          <p:cNvSpPr/>
          <p:nvPr/>
        </p:nvSpPr>
        <p:spPr>
          <a:xfrm>
            <a:off x="3384031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89D1BB7-AFD4-43A4-8B70-F43FCAB2A5EB}"/>
              </a:ext>
            </a:extLst>
          </p:cNvPr>
          <p:cNvSpPr/>
          <p:nvPr/>
        </p:nvSpPr>
        <p:spPr>
          <a:xfrm>
            <a:off x="3457262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7F08CCE-CD03-470B-9EA9-1DD5045AA014}"/>
              </a:ext>
            </a:extLst>
          </p:cNvPr>
          <p:cNvSpPr/>
          <p:nvPr/>
        </p:nvSpPr>
        <p:spPr>
          <a:xfrm>
            <a:off x="3524439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0067D41-5172-466E-BEF2-617EA99A9850}"/>
              </a:ext>
            </a:extLst>
          </p:cNvPr>
          <p:cNvSpPr/>
          <p:nvPr/>
        </p:nvSpPr>
        <p:spPr>
          <a:xfrm>
            <a:off x="3102820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9AE1D565-FB63-4C99-A7B7-406258540170}"/>
              </a:ext>
            </a:extLst>
          </p:cNvPr>
          <p:cNvSpPr/>
          <p:nvPr/>
        </p:nvSpPr>
        <p:spPr>
          <a:xfrm>
            <a:off x="3169951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677CCB8-F74A-4632-9059-D3C4AB84B46D}"/>
              </a:ext>
            </a:extLst>
          </p:cNvPr>
          <p:cNvSpPr/>
          <p:nvPr/>
        </p:nvSpPr>
        <p:spPr>
          <a:xfrm>
            <a:off x="3236348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2230591-61DE-4B41-9903-26283B6025B1}"/>
              </a:ext>
            </a:extLst>
          </p:cNvPr>
          <p:cNvSpPr/>
          <p:nvPr/>
        </p:nvSpPr>
        <p:spPr>
          <a:xfrm>
            <a:off x="3304172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7C0CBD1-D319-4116-9D03-45EC5E67D2AC}"/>
              </a:ext>
            </a:extLst>
          </p:cNvPr>
          <p:cNvSpPr/>
          <p:nvPr/>
        </p:nvSpPr>
        <p:spPr>
          <a:xfrm>
            <a:off x="3375590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A32AD5-BFB4-4C3D-AEAF-005BB7A2C99C}"/>
              </a:ext>
            </a:extLst>
          </p:cNvPr>
          <p:cNvSpPr/>
          <p:nvPr/>
        </p:nvSpPr>
        <p:spPr>
          <a:xfrm>
            <a:off x="3448821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D16B18DB-1101-4667-9BE0-5D316620E3BB}"/>
              </a:ext>
            </a:extLst>
          </p:cNvPr>
          <p:cNvSpPr/>
          <p:nvPr/>
        </p:nvSpPr>
        <p:spPr>
          <a:xfrm>
            <a:off x="3515998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1F6409D-6E7F-4F19-9379-BC9FFAB47B83}"/>
              </a:ext>
            </a:extLst>
          </p:cNvPr>
          <p:cNvSpPr/>
          <p:nvPr/>
        </p:nvSpPr>
        <p:spPr>
          <a:xfrm>
            <a:off x="3118985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D726D19-47B0-4B73-A879-4F0785EF1F7F}"/>
              </a:ext>
            </a:extLst>
          </p:cNvPr>
          <p:cNvSpPr/>
          <p:nvPr/>
        </p:nvSpPr>
        <p:spPr>
          <a:xfrm>
            <a:off x="3186116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E62C096-A330-4DE6-BD65-3F8759E3197B}"/>
              </a:ext>
            </a:extLst>
          </p:cNvPr>
          <p:cNvSpPr/>
          <p:nvPr/>
        </p:nvSpPr>
        <p:spPr>
          <a:xfrm>
            <a:off x="3252513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94D3B31-BAB7-40CD-9666-5FD592140BC8}"/>
              </a:ext>
            </a:extLst>
          </p:cNvPr>
          <p:cNvSpPr/>
          <p:nvPr/>
        </p:nvSpPr>
        <p:spPr>
          <a:xfrm>
            <a:off x="3320337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BD14EFD-CE0C-45B1-9152-F74D1B60C7BD}"/>
              </a:ext>
            </a:extLst>
          </p:cNvPr>
          <p:cNvSpPr/>
          <p:nvPr/>
        </p:nvSpPr>
        <p:spPr>
          <a:xfrm>
            <a:off x="3391755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C763B25-0D2A-46D1-9028-59451B5EE41C}"/>
              </a:ext>
            </a:extLst>
          </p:cNvPr>
          <p:cNvSpPr/>
          <p:nvPr/>
        </p:nvSpPr>
        <p:spPr>
          <a:xfrm>
            <a:off x="3464986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46A75A5-898A-4BAD-9D57-1E9CBD480208}"/>
              </a:ext>
            </a:extLst>
          </p:cNvPr>
          <p:cNvSpPr/>
          <p:nvPr/>
        </p:nvSpPr>
        <p:spPr>
          <a:xfrm>
            <a:off x="3532163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3DE75DE6-BE41-4D03-BA64-8E1B0C29C86F}"/>
              </a:ext>
            </a:extLst>
          </p:cNvPr>
          <p:cNvSpPr/>
          <p:nvPr/>
        </p:nvSpPr>
        <p:spPr>
          <a:xfrm>
            <a:off x="4319382" y="5208789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6AAB7C9-8FC7-4D0B-A15D-35088801DA74}"/>
              </a:ext>
            </a:extLst>
          </p:cNvPr>
          <p:cNvSpPr/>
          <p:nvPr/>
        </p:nvSpPr>
        <p:spPr>
          <a:xfrm>
            <a:off x="4374727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90531A3-CF50-40EE-AFEE-31957047ABE0}"/>
              </a:ext>
            </a:extLst>
          </p:cNvPr>
          <p:cNvSpPr/>
          <p:nvPr/>
        </p:nvSpPr>
        <p:spPr>
          <a:xfrm>
            <a:off x="4441858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F955B50-F213-4EDD-8D18-FE365B30B667}"/>
              </a:ext>
            </a:extLst>
          </p:cNvPr>
          <p:cNvSpPr/>
          <p:nvPr/>
        </p:nvSpPr>
        <p:spPr>
          <a:xfrm>
            <a:off x="4508255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BE846B2-1CC0-4364-8FC1-BFE2BEA74DEA}"/>
              </a:ext>
            </a:extLst>
          </p:cNvPr>
          <p:cNvSpPr/>
          <p:nvPr/>
        </p:nvSpPr>
        <p:spPr>
          <a:xfrm>
            <a:off x="4576079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EE2DE74-8712-43CF-88B2-90F6170AB117}"/>
              </a:ext>
            </a:extLst>
          </p:cNvPr>
          <p:cNvSpPr/>
          <p:nvPr/>
        </p:nvSpPr>
        <p:spPr>
          <a:xfrm>
            <a:off x="4647497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546BE28-59CF-4806-AE9B-8B02A7FD01E1}"/>
              </a:ext>
            </a:extLst>
          </p:cNvPr>
          <p:cNvSpPr/>
          <p:nvPr/>
        </p:nvSpPr>
        <p:spPr>
          <a:xfrm>
            <a:off x="4720728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AAC798F-837A-43C6-B59C-F4B31C55D6AD}"/>
              </a:ext>
            </a:extLst>
          </p:cNvPr>
          <p:cNvSpPr/>
          <p:nvPr/>
        </p:nvSpPr>
        <p:spPr>
          <a:xfrm>
            <a:off x="4787905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DA1ABE1-ECD5-4ADD-B67E-C0ED6898DED6}"/>
              </a:ext>
            </a:extLst>
          </p:cNvPr>
          <p:cNvSpPr/>
          <p:nvPr/>
        </p:nvSpPr>
        <p:spPr>
          <a:xfrm>
            <a:off x="4371561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06FAB02-3D28-407B-9126-24B4358A6DD7}"/>
              </a:ext>
            </a:extLst>
          </p:cNvPr>
          <p:cNvSpPr/>
          <p:nvPr/>
        </p:nvSpPr>
        <p:spPr>
          <a:xfrm>
            <a:off x="4438692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2A886B2-A77D-4335-9FC0-71DC6E306332}"/>
              </a:ext>
            </a:extLst>
          </p:cNvPr>
          <p:cNvSpPr/>
          <p:nvPr/>
        </p:nvSpPr>
        <p:spPr>
          <a:xfrm>
            <a:off x="4505089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A5DCD73-AFCC-4F34-9F87-5031187B7A53}"/>
              </a:ext>
            </a:extLst>
          </p:cNvPr>
          <p:cNvSpPr/>
          <p:nvPr/>
        </p:nvSpPr>
        <p:spPr>
          <a:xfrm>
            <a:off x="4572913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43939AD-9E01-4845-A6D2-63563574EFF5}"/>
              </a:ext>
            </a:extLst>
          </p:cNvPr>
          <p:cNvSpPr/>
          <p:nvPr/>
        </p:nvSpPr>
        <p:spPr>
          <a:xfrm>
            <a:off x="4644331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D5C7630-2FA3-49F1-ABE7-545549BC2769}"/>
              </a:ext>
            </a:extLst>
          </p:cNvPr>
          <p:cNvSpPr/>
          <p:nvPr/>
        </p:nvSpPr>
        <p:spPr>
          <a:xfrm>
            <a:off x="4717562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CEBCF8C-5EE9-4979-9368-5A39237E7865}"/>
              </a:ext>
            </a:extLst>
          </p:cNvPr>
          <p:cNvSpPr/>
          <p:nvPr/>
        </p:nvSpPr>
        <p:spPr>
          <a:xfrm>
            <a:off x="4784739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E651C85-CB03-4BA6-B90A-8D3D21741442}"/>
              </a:ext>
            </a:extLst>
          </p:cNvPr>
          <p:cNvSpPr/>
          <p:nvPr/>
        </p:nvSpPr>
        <p:spPr>
          <a:xfrm>
            <a:off x="4999959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08B49DD4-096F-4B81-A5A2-631DA4935B7E}"/>
              </a:ext>
            </a:extLst>
          </p:cNvPr>
          <p:cNvSpPr/>
          <p:nvPr/>
        </p:nvSpPr>
        <p:spPr>
          <a:xfrm>
            <a:off x="5067090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CE267107-7596-4FD9-92DA-7931068BB9E8}"/>
              </a:ext>
            </a:extLst>
          </p:cNvPr>
          <p:cNvSpPr/>
          <p:nvPr/>
        </p:nvSpPr>
        <p:spPr>
          <a:xfrm>
            <a:off x="5133487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BCC5FD0-FC68-430E-80EC-DFA9D333BF2F}"/>
              </a:ext>
            </a:extLst>
          </p:cNvPr>
          <p:cNvSpPr/>
          <p:nvPr/>
        </p:nvSpPr>
        <p:spPr>
          <a:xfrm>
            <a:off x="5201311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781790C-8ADD-471D-8941-1321E0C55D8B}"/>
              </a:ext>
            </a:extLst>
          </p:cNvPr>
          <p:cNvSpPr/>
          <p:nvPr/>
        </p:nvSpPr>
        <p:spPr>
          <a:xfrm>
            <a:off x="5272729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ACB4736D-145F-4E54-9E5F-80198681F6E3}"/>
              </a:ext>
            </a:extLst>
          </p:cNvPr>
          <p:cNvSpPr/>
          <p:nvPr/>
        </p:nvSpPr>
        <p:spPr>
          <a:xfrm>
            <a:off x="5345960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3BBE93D6-F6E9-4349-A44D-7EBAEDD4F506}"/>
              </a:ext>
            </a:extLst>
          </p:cNvPr>
          <p:cNvSpPr/>
          <p:nvPr/>
        </p:nvSpPr>
        <p:spPr>
          <a:xfrm>
            <a:off x="5413137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9C7CB3C-2FC6-4CDA-8536-CCC84774BD70}"/>
              </a:ext>
            </a:extLst>
          </p:cNvPr>
          <p:cNvSpPr/>
          <p:nvPr/>
        </p:nvSpPr>
        <p:spPr>
          <a:xfrm>
            <a:off x="4991518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09602F5-27B6-4680-9D8E-6E423434388E}"/>
              </a:ext>
            </a:extLst>
          </p:cNvPr>
          <p:cNvSpPr/>
          <p:nvPr/>
        </p:nvSpPr>
        <p:spPr>
          <a:xfrm>
            <a:off x="5058649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E1B56AA-8323-423A-9B39-948D6D062BCE}"/>
              </a:ext>
            </a:extLst>
          </p:cNvPr>
          <p:cNvSpPr/>
          <p:nvPr/>
        </p:nvSpPr>
        <p:spPr>
          <a:xfrm>
            <a:off x="5125046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BD555B71-557F-4AB0-BC13-56142A4E5D5E}"/>
              </a:ext>
            </a:extLst>
          </p:cNvPr>
          <p:cNvSpPr/>
          <p:nvPr/>
        </p:nvSpPr>
        <p:spPr>
          <a:xfrm>
            <a:off x="5192870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1582FC6-E903-402B-9521-926F5FF410B5}"/>
              </a:ext>
            </a:extLst>
          </p:cNvPr>
          <p:cNvSpPr/>
          <p:nvPr/>
        </p:nvSpPr>
        <p:spPr>
          <a:xfrm>
            <a:off x="5264288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185E72AA-6FE1-4A8A-90F7-046A5D80A8B3}"/>
              </a:ext>
            </a:extLst>
          </p:cNvPr>
          <p:cNvSpPr/>
          <p:nvPr/>
        </p:nvSpPr>
        <p:spPr>
          <a:xfrm>
            <a:off x="5337519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928E162A-960C-41A5-BDB5-DD9F27CB6A68}"/>
              </a:ext>
            </a:extLst>
          </p:cNvPr>
          <p:cNvSpPr/>
          <p:nvPr/>
        </p:nvSpPr>
        <p:spPr>
          <a:xfrm>
            <a:off x="5404696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4CAB7138-0801-48E4-A212-69DD7C5BAC13}"/>
              </a:ext>
            </a:extLst>
          </p:cNvPr>
          <p:cNvSpPr/>
          <p:nvPr/>
        </p:nvSpPr>
        <p:spPr>
          <a:xfrm>
            <a:off x="5007683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2EA08AE-B3F7-4BA6-A3FC-97AF498923B2}"/>
              </a:ext>
            </a:extLst>
          </p:cNvPr>
          <p:cNvSpPr/>
          <p:nvPr/>
        </p:nvSpPr>
        <p:spPr>
          <a:xfrm>
            <a:off x="5074814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28D7A1E-B28E-4352-8291-23023D013088}"/>
              </a:ext>
            </a:extLst>
          </p:cNvPr>
          <p:cNvSpPr/>
          <p:nvPr/>
        </p:nvSpPr>
        <p:spPr>
          <a:xfrm>
            <a:off x="5141211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E2E2B6A-B57C-4496-A018-23A174E238A7}"/>
              </a:ext>
            </a:extLst>
          </p:cNvPr>
          <p:cNvSpPr/>
          <p:nvPr/>
        </p:nvSpPr>
        <p:spPr>
          <a:xfrm>
            <a:off x="5209035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BC8B252-5AA8-4189-80A4-A4C7A331C4E2}"/>
              </a:ext>
            </a:extLst>
          </p:cNvPr>
          <p:cNvSpPr/>
          <p:nvPr/>
        </p:nvSpPr>
        <p:spPr>
          <a:xfrm>
            <a:off x="5280453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9FCB68EA-AF8C-4BFF-9669-47685E3619A6}"/>
              </a:ext>
            </a:extLst>
          </p:cNvPr>
          <p:cNvSpPr/>
          <p:nvPr/>
        </p:nvSpPr>
        <p:spPr>
          <a:xfrm>
            <a:off x="5353684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5438B0E-73D1-41D7-B90C-0F8A3FE9D6C6}"/>
              </a:ext>
            </a:extLst>
          </p:cNvPr>
          <p:cNvSpPr/>
          <p:nvPr/>
        </p:nvSpPr>
        <p:spPr>
          <a:xfrm>
            <a:off x="5420861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AFB2F661-C339-4DC2-981A-A0633EB8E492}"/>
              </a:ext>
            </a:extLst>
          </p:cNvPr>
          <p:cNvSpPr/>
          <p:nvPr/>
        </p:nvSpPr>
        <p:spPr>
          <a:xfrm>
            <a:off x="8258139" y="2809796"/>
            <a:ext cx="3049779" cy="140719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5EFFE42B-A226-4F2C-A332-910C19828FAF}"/>
              </a:ext>
            </a:extLst>
          </p:cNvPr>
          <p:cNvCxnSpPr>
            <a:cxnSpLocks/>
          </p:cNvCxnSpPr>
          <p:nvPr/>
        </p:nvCxnSpPr>
        <p:spPr>
          <a:xfrm>
            <a:off x="8232850" y="4416182"/>
            <a:ext cx="3122126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3" name="图形 162">
            <a:extLst>
              <a:ext uri="{FF2B5EF4-FFF2-40B4-BE49-F238E27FC236}">
                <a16:creationId xmlns:a16="http://schemas.microsoft.com/office/drawing/2014/main" id="{6D488854-9638-4EFC-934A-30223797F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2038" y="3363094"/>
            <a:ext cx="323255" cy="323255"/>
          </a:xfrm>
          <a:prstGeom prst="rect">
            <a:avLst/>
          </a:prstGeom>
        </p:spPr>
      </p:pic>
      <p:pic>
        <p:nvPicPr>
          <p:cNvPr id="164" name="图形 163">
            <a:extLst>
              <a:ext uri="{FF2B5EF4-FFF2-40B4-BE49-F238E27FC236}">
                <a16:creationId xmlns:a16="http://schemas.microsoft.com/office/drawing/2014/main" id="{3C39FB84-0341-443E-A296-38D622E36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4764" y="2868766"/>
            <a:ext cx="323255" cy="323255"/>
          </a:xfrm>
          <a:prstGeom prst="rect">
            <a:avLst/>
          </a:prstGeom>
        </p:spPr>
      </p:pic>
      <p:pic>
        <p:nvPicPr>
          <p:cNvPr id="165" name="图形 164">
            <a:extLst>
              <a:ext uri="{FF2B5EF4-FFF2-40B4-BE49-F238E27FC236}">
                <a16:creationId xmlns:a16="http://schemas.microsoft.com/office/drawing/2014/main" id="{4BA5F657-8176-43FB-98AE-E49E62A0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883" y="3835448"/>
            <a:ext cx="323255" cy="323255"/>
          </a:xfrm>
          <a:prstGeom prst="rect">
            <a:avLst/>
          </a:prstGeom>
        </p:spPr>
      </p:pic>
      <p:sp>
        <p:nvSpPr>
          <p:cNvPr id="166" name="矩形 165">
            <a:extLst>
              <a:ext uri="{FF2B5EF4-FFF2-40B4-BE49-F238E27FC236}">
                <a16:creationId xmlns:a16="http://schemas.microsoft.com/office/drawing/2014/main" id="{B321259C-EE13-4AE5-B0A0-3B691B9A6384}"/>
              </a:ext>
            </a:extLst>
          </p:cNvPr>
          <p:cNvSpPr/>
          <p:nvPr/>
        </p:nvSpPr>
        <p:spPr>
          <a:xfrm>
            <a:off x="8735477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3B5A8D28-429E-45BD-BCCA-78B424FB1EF9}"/>
              </a:ext>
            </a:extLst>
          </p:cNvPr>
          <p:cNvSpPr/>
          <p:nvPr/>
        </p:nvSpPr>
        <p:spPr>
          <a:xfrm>
            <a:off x="8866105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75E56EB-F126-4BD9-A2AA-0639D7D0ED78}"/>
              </a:ext>
            </a:extLst>
          </p:cNvPr>
          <p:cNvSpPr/>
          <p:nvPr/>
        </p:nvSpPr>
        <p:spPr>
          <a:xfrm>
            <a:off x="8995998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CB68865-790F-4360-9F6E-112F9A23CDE6}"/>
              </a:ext>
            </a:extLst>
          </p:cNvPr>
          <p:cNvSpPr/>
          <p:nvPr/>
        </p:nvSpPr>
        <p:spPr>
          <a:xfrm>
            <a:off x="9127317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3E2512E9-DF75-4E4B-B350-FCE2A8453D12}"/>
              </a:ext>
            </a:extLst>
          </p:cNvPr>
          <p:cNvSpPr/>
          <p:nvPr/>
        </p:nvSpPr>
        <p:spPr>
          <a:xfrm>
            <a:off x="9257997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992A68A4-D557-4741-8EAC-B3162769C4C9}"/>
              </a:ext>
            </a:extLst>
          </p:cNvPr>
          <p:cNvSpPr/>
          <p:nvPr/>
        </p:nvSpPr>
        <p:spPr>
          <a:xfrm>
            <a:off x="9382024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13032AEF-575E-420B-88FB-207224537010}"/>
              </a:ext>
            </a:extLst>
          </p:cNvPr>
          <p:cNvSpPr/>
          <p:nvPr/>
        </p:nvSpPr>
        <p:spPr>
          <a:xfrm>
            <a:off x="9512704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D007FF69-E2F7-45A1-BF3F-8428CBB44FFC}"/>
              </a:ext>
            </a:extLst>
          </p:cNvPr>
          <p:cNvCxnSpPr>
            <a:cxnSpLocks/>
          </p:cNvCxnSpPr>
          <p:nvPr/>
        </p:nvCxnSpPr>
        <p:spPr>
          <a:xfrm>
            <a:off x="8466080" y="320364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矩形 173">
            <a:extLst>
              <a:ext uri="{FF2B5EF4-FFF2-40B4-BE49-F238E27FC236}">
                <a16:creationId xmlns:a16="http://schemas.microsoft.com/office/drawing/2014/main" id="{3271A15A-DF90-460A-9ED1-F97FA4198FFA}"/>
              </a:ext>
            </a:extLst>
          </p:cNvPr>
          <p:cNvSpPr/>
          <p:nvPr/>
        </p:nvSpPr>
        <p:spPr>
          <a:xfrm>
            <a:off x="8730944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F0B2775-E338-4BB2-B692-129954B49163}"/>
              </a:ext>
            </a:extLst>
          </p:cNvPr>
          <p:cNvSpPr/>
          <p:nvPr/>
        </p:nvSpPr>
        <p:spPr>
          <a:xfrm>
            <a:off x="8861572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80388F50-85A6-49B9-A3ED-FCE2AF585C3C}"/>
              </a:ext>
            </a:extLst>
          </p:cNvPr>
          <p:cNvSpPr/>
          <p:nvPr/>
        </p:nvSpPr>
        <p:spPr>
          <a:xfrm>
            <a:off x="8991465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EE491DB-2D70-4D70-86BB-064C9E6301C3}"/>
              </a:ext>
            </a:extLst>
          </p:cNvPr>
          <p:cNvSpPr/>
          <p:nvPr/>
        </p:nvSpPr>
        <p:spPr>
          <a:xfrm>
            <a:off x="9122784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AD38CB8-A86B-4660-BA6D-47398E7272FF}"/>
              </a:ext>
            </a:extLst>
          </p:cNvPr>
          <p:cNvSpPr/>
          <p:nvPr/>
        </p:nvSpPr>
        <p:spPr>
          <a:xfrm>
            <a:off x="9253464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37E98A8-E6D6-411F-90BE-01114D662F09}"/>
              </a:ext>
            </a:extLst>
          </p:cNvPr>
          <p:cNvSpPr/>
          <p:nvPr/>
        </p:nvSpPr>
        <p:spPr>
          <a:xfrm>
            <a:off x="9377491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31BFA11-9A9C-4118-818C-F5CB7EE34DE9}"/>
              </a:ext>
            </a:extLst>
          </p:cNvPr>
          <p:cNvSpPr/>
          <p:nvPr/>
        </p:nvSpPr>
        <p:spPr>
          <a:xfrm>
            <a:off x="9508171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74A6BFDE-BC27-4889-8253-FE4882AD6AA4}"/>
              </a:ext>
            </a:extLst>
          </p:cNvPr>
          <p:cNvSpPr/>
          <p:nvPr/>
        </p:nvSpPr>
        <p:spPr>
          <a:xfrm>
            <a:off x="8735448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604062FE-AB2E-498D-857A-8B966000991F}"/>
              </a:ext>
            </a:extLst>
          </p:cNvPr>
          <p:cNvSpPr/>
          <p:nvPr/>
        </p:nvSpPr>
        <p:spPr>
          <a:xfrm>
            <a:off x="8866076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BF6ABB7E-2274-4139-80C6-AE6343A49F8C}"/>
              </a:ext>
            </a:extLst>
          </p:cNvPr>
          <p:cNvSpPr/>
          <p:nvPr/>
        </p:nvSpPr>
        <p:spPr>
          <a:xfrm>
            <a:off x="8995969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E0FBE2CA-40A5-4359-8573-B689C0531047}"/>
              </a:ext>
            </a:extLst>
          </p:cNvPr>
          <p:cNvSpPr/>
          <p:nvPr/>
        </p:nvSpPr>
        <p:spPr>
          <a:xfrm>
            <a:off x="9127288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972569D1-5BE7-476E-904C-8C60BAC6925B}"/>
              </a:ext>
            </a:extLst>
          </p:cNvPr>
          <p:cNvSpPr/>
          <p:nvPr/>
        </p:nvSpPr>
        <p:spPr>
          <a:xfrm>
            <a:off x="9257968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90D7EFB-3D1F-4E85-88C4-43EFE82CAF2E}"/>
              </a:ext>
            </a:extLst>
          </p:cNvPr>
          <p:cNvSpPr/>
          <p:nvPr/>
        </p:nvSpPr>
        <p:spPr>
          <a:xfrm>
            <a:off x="9381995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2CEADB2E-27C5-44B3-87A3-926A2DC0AB4B}"/>
              </a:ext>
            </a:extLst>
          </p:cNvPr>
          <p:cNvSpPr/>
          <p:nvPr/>
        </p:nvSpPr>
        <p:spPr>
          <a:xfrm>
            <a:off x="9512675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CD21F7FB-3FC8-481A-82FF-BF5573F703B6}"/>
              </a:ext>
            </a:extLst>
          </p:cNvPr>
          <p:cNvCxnSpPr>
            <a:cxnSpLocks/>
          </p:cNvCxnSpPr>
          <p:nvPr/>
        </p:nvCxnSpPr>
        <p:spPr>
          <a:xfrm>
            <a:off x="9085471" y="3078935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4BC01C7C-F3B5-4CD6-A321-338802C5F8E7}"/>
              </a:ext>
            </a:extLst>
          </p:cNvPr>
          <p:cNvCxnSpPr>
            <a:cxnSpLocks/>
          </p:cNvCxnSpPr>
          <p:nvPr/>
        </p:nvCxnSpPr>
        <p:spPr>
          <a:xfrm flipV="1">
            <a:off x="9085471" y="3256146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CC7F31C2-C04D-4E8D-929B-F4174D2EB25F}"/>
              </a:ext>
            </a:extLst>
          </p:cNvPr>
          <p:cNvSpPr txBox="1"/>
          <p:nvPr/>
        </p:nvSpPr>
        <p:spPr>
          <a:xfrm>
            <a:off x="9156292" y="309063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68A59909-A9E0-4E00-A2F2-B59089075A0E}"/>
              </a:ext>
            </a:extLst>
          </p:cNvPr>
          <p:cNvCxnSpPr>
            <a:cxnSpLocks/>
          </p:cNvCxnSpPr>
          <p:nvPr/>
        </p:nvCxnSpPr>
        <p:spPr>
          <a:xfrm>
            <a:off x="9102231" y="3766642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628E2EE1-CC13-4F9D-A437-D8A0D5B74973}"/>
              </a:ext>
            </a:extLst>
          </p:cNvPr>
          <p:cNvCxnSpPr>
            <a:cxnSpLocks/>
          </p:cNvCxnSpPr>
          <p:nvPr/>
        </p:nvCxnSpPr>
        <p:spPr>
          <a:xfrm flipV="1">
            <a:off x="9102231" y="3578313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99570E51-C1DE-4F4B-9584-605214BF93DB}"/>
              </a:ext>
            </a:extLst>
          </p:cNvPr>
          <p:cNvSpPr txBox="1"/>
          <p:nvPr/>
        </p:nvSpPr>
        <p:spPr>
          <a:xfrm>
            <a:off x="9216296" y="360370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" name="图形 193">
            <a:extLst>
              <a:ext uri="{FF2B5EF4-FFF2-40B4-BE49-F238E27FC236}">
                <a16:creationId xmlns:a16="http://schemas.microsoft.com/office/drawing/2014/main" id="{86B59890-7672-4215-9EB9-17774A46CF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3913" y="2833223"/>
            <a:ext cx="323256" cy="323256"/>
          </a:xfrm>
          <a:prstGeom prst="rect">
            <a:avLst/>
          </a:prstGeom>
        </p:spPr>
      </p:pic>
      <p:pic>
        <p:nvPicPr>
          <p:cNvPr id="195" name="图形 194">
            <a:extLst>
              <a:ext uri="{FF2B5EF4-FFF2-40B4-BE49-F238E27FC236}">
                <a16:creationId xmlns:a16="http://schemas.microsoft.com/office/drawing/2014/main" id="{6D1261E0-90B4-4600-85AF-64FBE7C730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08444" y="3324385"/>
            <a:ext cx="323255" cy="323255"/>
          </a:xfrm>
          <a:prstGeom prst="rect">
            <a:avLst/>
          </a:prstGeom>
        </p:spPr>
      </p:pic>
      <p:pic>
        <p:nvPicPr>
          <p:cNvPr id="196" name="图形 195">
            <a:extLst>
              <a:ext uri="{FF2B5EF4-FFF2-40B4-BE49-F238E27FC236}">
                <a16:creationId xmlns:a16="http://schemas.microsoft.com/office/drawing/2014/main" id="{656F5A30-3E0B-499F-887C-59E8FA2E23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34849" y="3723408"/>
            <a:ext cx="460789" cy="460789"/>
          </a:xfrm>
          <a:prstGeom prst="rect">
            <a:avLst/>
          </a:prstGeom>
        </p:spPr>
      </p:pic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CBEC5D97-2436-4307-AFF7-75E8F5CD055D}"/>
              </a:ext>
            </a:extLst>
          </p:cNvPr>
          <p:cNvCxnSpPr>
            <a:cxnSpLocks/>
            <a:endCxn id="195" idx="0"/>
          </p:cNvCxnSpPr>
          <p:nvPr/>
        </p:nvCxnSpPr>
        <p:spPr>
          <a:xfrm>
            <a:off x="9970072" y="3172794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8" name="矩形 197">
            <a:extLst>
              <a:ext uri="{FF2B5EF4-FFF2-40B4-BE49-F238E27FC236}">
                <a16:creationId xmlns:a16="http://schemas.microsoft.com/office/drawing/2014/main" id="{624592F5-D8B2-4009-BEB6-94DF0818E623}"/>
              </a:ext>
            </a:extLst>
          </p:cNvPr>
          <p:cNvSpPr/>
          <p:nvPr/>
        </p:nvSpPr>
        <p:spPr>
          <a:xfrm>
            <a:off x="10269457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851FD476-74E2-4088-9167-0EFADE401979}"/>
              </a:ext>
            </a:extLst>
          </p:cNvPr>
          <p:cNvSpPr/>
          <p:nvPr/>
        </p:nvSpPr>
        <p:spPr>
          <a:xfrm>
            <a:off x="10400085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19A18E53-6A55-44D7-BCD4-7B60CE8D6D08}"/>
              </a:ext>
            </a:extLst>
          </p:cNvPr>
          <p:cNvSpPr/>
          <p:nvPr/>
        </p:nvSpPr>
        <p:spPr>
          <a:xfrm>
            <a:off x="10529978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38D242A7-E5C2-43CF-BEAF-9FB712B6C4F3}"/>
              </a:ext>
            </a:extLst>
          </p:cNvPr>
          <p:cNvSpPr/>
          <p:nvPr/>
        </p:nvSpPr>
        <p:spPr>
          <a:xfrm>
            <a:off x="10661297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1E570DB3-574E-46EB-A583-B1F88124888B}"/>
              </a:ext>
            </a:extLst>
          </p:cNvPr>
          <p:cNvSpPr/>
          <p:nvPr/>
        </p:nvSpPr>
        <p:spPr>
          <a:xfrm>
            <a:off x="10791977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92896135-8BEA-4FF4-B0A8-1EA02488336F}"/>
              </a:ext>
            </a:extLst>
          </p:cNvPr>
          <p:cNvSpPr/>
          <p:nvPr/>
        </p:nvSpPr>
        <p:spPr>
          <a:xfrm>
            <a:off x="10916004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6A0AB27B-4A3A-414A-8B23-0357F6175E60}"/>
              </a:ext>
            </a:extLst>
          </p:cNvPr>
          <p:cNvSpPr/>
          <p:nvPr/>
        </p:nvSpPr>
        <p:spPr>
          <a:xfrm>
            <a:off x="11046684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36846067-2FCF-4BF8-9321-A6A0E3F56F29}"/>
              </a:ext>
            </a:extLst>
          </p:cNvPr>
          <p:cNvSpPr/>
          <p:nvPr/>
        </p:nvSpPr>
        <p:spPr>
          <a:xfrm>
            <a:off x="10264924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D64D80E-211D-47F3-B35E-66A84427C956}"/>
              </a:ext>
            </a:extLst>
          </p:cNvPr>
          <p:cNvSpPr/>
          <p:nvPr/>
        </p:nvSpPr>
        <p:spPr>
          <a:xfrm>
            <a:off x="10395552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21F42B13-6760-4DF1-BA71-6ECA08A04A80}"/>
              </a:ext>
            </a:extLst>
          </p:cNvPr>
          <p:cNvSpPr/>
          <p:nvPr/>
        </p:nvSpPr>
        <p:spPr>
          <a:xfrm>
            <a:off x="10525445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8939EA6E-EC47-42C4-BAD4-CE5E9C63ADCF}"/>
              </a:ext>
            </a:extLst>
          </p:cNvPr>
          <p:cNvSpPr/>
          <p:nvPr/>
        </p:nvSpPr>
        <p:spPr>
          <a:xfrm>
            <a:off x="10656764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22339EEF-022D-49B0-AA00-D3833511D8FE}"/>
              </a:ext>
            </a:extLst>
          </p:cNvPr>
          <p:cNvSpPr/>
          <p:nvPr/>
        </p:nvSpPr>
        <p:spPr>
          <a:xfrm>
            <a:off x="10787444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69802FE3-4769-415C-BC3C-C35A8830B62D}"/>
              </a:ext>
            </a:extLst>
          </p:cNvPr>
          <p:cNvSpPr/>
          <p:nvPr/>
        </p:nvSpPr>
        <p:spPr>
          <a:xfrm>
            <a:off x="10911471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20F286A2-0A5C-4642-BE69-800A363827B2}"/>
              </a:ext>
            </a:extLst>
          </p:cNvPr>
          <p:cNvSpPr/>
          <p:nvPr/>
        </p:nvSpPr>
        <p:spPr>
          <a:xfrm>
            <a:off x="11042151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CCAD0FC2-4C9A-4E04-97AF-8D274F8D494E}"/>
              </a:ext>
            </a:extLst>
          </p:cNvPr>
          <p:cNvSpPr/>
          <p:nvPr/>
        </p:nvSpPr>
        <p:spPr>
          <a:xfrm>
            <a:off x="10269428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B232D878-4C13-48F9-A422-FF9C9C7C9257}"/>
              </a:ext>
            </a:extLst>
          </p:cNvPr>
          <p:cNvSpPr/>
          <p:nvPr/>
        </p:nvSpPr>
        <p:spPr>
          <a:xfrm>
            <a:off x="10400056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65D3A270-84DB-4B41-B2DF-05FC6C93971B}"/>
              </a:ext>
            </a:extLst>
          </p:cNvPr>
          <p:cNvSpPr/>
          <p:nvPr/>
        </p:nvSpPr>
        <p:spPr>
          <a:xfrm>
            <a:off x="10529949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E20E534C-58BC-4637-98C7-B971C785435F}"/>
              </a:ext>
            </a:extLst>
          </p:cNvPr>
          <p:cNvSpPr/>
          <p:nvPr/>
        </p:nvSpPr>
        <p:spPr>
          <a:xfrm>
            <a:off x="10661268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97363117-DD77-4636-B06F-8CFFB50AED2B}"/>
              </a:ext>
            </a:extLst>
          </p:cNvPr>
          <p:cNvSpPr/>
          <p:nvPr/>
        </p:nvSpPr>
        <p:spPr>
          <a:xfrm>
            <a:off x="10791948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EA0A99A3-E7F7-444E-AC28-94CFA6202524}"/>
              </a:ext>
            </a:extLst>
          </p:cNvPr>
          <p:cNvSpPr/>
          <p:nvPr/>
        </p:nvSpPr>
        <p:spPr>
          <a:xfrm>
            <a:off x="10915975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5FB211AE-894C-489F-B392-55DE82061669}"/>
              </a:ext>
            </a:extLst>
          </p:cNvPr>
          <p:cNvSpPr/>
          <p:nvPr/>
        </p:nvSpPr>
        <p:spPr>
          <a:xfrm>
            <a:off x="11046655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FD6F5F2-7D0F-4646-862B-C9E150024D80}"/>
              </a:ext>
            </a:extLst>
          </p:cNvPr>
          <p:cNvCxnSpPr>
            <a:cxnSpLocks/>
          </p:cNvCxnSpPr>
          <p:nvPr/>
        </p:nvCxnSpPr>
        <p:spPr>
          <a:xfrm>
            <a:off x="10619451" y="3031350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219B9404-C42F-4188-A229-E80E77531CD8}"/>
              </a:ext>
            </a:extLst>
          </p:cNvPr>
          <p:cNvCxnSpPr>
            <a:cxnSpLocks/>
          </p:cNvCxnSpPr>
          <p:nvPr/>
        </p:nvCxnSpPr>
        <p:spPr>
          <a:xfrm flipV="1">
            <a:off x="10619451" y="3208561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2AB9853E-08F9-44E2-A571-E5D9DF7DE954}"/>
              </a:ext>
            </a:extLst>
          </p:cNvPr>
          <p:cNvCxnSpPr>
            <a:cxnSpLocks/>
          </p:cNvCxnSpPr>
          <p:nvPr/>
        </p:nvCxnSpPr>
        <p:spPr>
          <a:xfrm>
            <a:off x="10636211" y="3719057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BE3EFC19-8011-49AF-8B17-983DB1D7DEA1}"/>
              </a:ext>
            </a:extLst>
          </p:cNvPr>
          <p:cNvCxnSpPr>
            <a:cxnSpLocks/>
          </p:cNvCxnSpPr>
          <p:nvPr/>
        </p:nvCxnSpPr>
        <p:spPr>
          <a:xfrm flipV="1">
            <a:off x="10636211" y="3530728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147E654-8FDC-4679-8334-3442ABCB817B}"/>
              </a:ext>
            </a:extLst>
          </p:cNvPr>
          <p:cNvSpPr txBox="1"/>
          <p:nvPr/>
        </p:nvSpPr>
        <p:spPr>
          <a:xfrm>
            <a:off x="10747106" y="3043533"/>
            <a:ext cx="51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5848CA3-4B91-4709-BFA7-1A557816CA3A}"/>
              </a:ext>
            </a:extLst>
          </p:cNvPr>
          <p:cNvSpPr txBox="1"/>
          <p:nvPr/>
        </p:nvSpPr>
        <p:spPr>
          <a:xfrm>
            <a:off x="10771438" y="3538468"/>
            <a:ext cx="587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88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134</Words>
  <Application>Microsoft Office PowerPoint</Application>
  <PresentationFormat>宽屏</PresentationFormat>
  <Paragraphs>76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98</cp:revision>
  <dcterms:created xsi:type="dcterms:W3CDTF">2024-09-09T07:22:16Z</dcterms:created>
  <dcterms:modified xsi:type="dcterms:W3CDTF">2024-09-10T12:07:44Z</dcterms:modified>
</cp:coreProperties>
</file>