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1E9"/>
    <a:srgbClr val="FFFFFF"/>
    <a:srgbClr val="E5F1DD"/>
    <a:srgbClr val="E2F0D9"/>
    <a:srgbClr val="C1DFC4"/>
    <a:srgbClr val="F4B3B3"/>
    <a:srgbClr val="217BB7"/>
    <a:srgbClr val="2E74B9"/>
    <a:srgbClr val="E1EEF7"/>
    <a:srgbClr val="1A4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>
        <p:scale>
          <a:sx n="176" d="100"/>
          <a:sy n="176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123A5-B185-4E08-B963-219BDC1BF911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B0E48-9DF4-4BAC-9396-D5CD5E713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1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9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4DFF4-C947-4945-9006-F52B9A7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B9263B-732F-499A-9105-99659EFE3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9EF24-AB2E-4CAE-8178-EC85B0BE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85125-0377-4CDF-B648-05D8A70D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26E7B-06BC-4545-82BD-68C05CFC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0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65577-45F1-4264-9FB2-142CB612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3D4BAC-B194-4BFC-AB3B-B9650C8E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AFFE5F-841C-4328-BD1C-FB1A7AEF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50C6C-0F66-471B-AAAC-170888A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6BC59-286A-403D-B71B-4FC699B5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6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ABF24-DF93-4981-8C9E-7963DB96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E0661-D397-4620-8B66-8A9F7F52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66374-440E-4CD7-A569-435EE3A3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B01BF-26FB-4B64-8EF9-4B497F72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F56C8-254A-4DB1-86D3-13FD1EDB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96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DA5B6-8381-4F72-ACA8-45F1A601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E1FD6-55D1-418A-B62F-7A5558E53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49CA7-C088-44D5-B55C-1E35DFDA0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D3C4E-36D6-4539-82E1-9C9112CB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505067-2CB7-4819-9CE9-CF1836F2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E16D7-24FC-454C-B2F8-5F9D07EB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87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1B94C-C826-4849-AAAC-A2E984B9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B5908B-F0F8-43FA-96BB-3C102D06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69DAE5-A2A8-4BF1-8FF6-224CF727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AD5D3E-B401-45A4-91A1-6FB77B2DB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C137B4-CC59-46F7-A7D3-EA5B908FD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F31E81-75B3-4C56-B171-9FC3540C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10D7E4-5516-4C0A-958A-6204879F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6ED3F9-C4B6-4163-AD10-771BA7B7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2070A-7408-4212-864C-3382120E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0D460B-1330-4490-978A-B388A8F9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3DF398-4DCF-4824-B399-7FC481E9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F0CE89-335A-460B-B150-9C0AFDCE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8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67787-5035-4818-BFAF-BA4894D4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311A4-1B7C-4302-AA85-2B3538AE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0A5DE-CEBE-42EE-9920-D2D13327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0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812BF-6D62-46B9-945E-A55DE8AB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E0418-3363-45EB-B989-8B691A34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7F105C-B1EB-4AFF-B27C-8212B5E2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6948C-37EB-48A4-91F4-43077955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FF9F0-66FB-4E8E-BA45-FF2BFABB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1AB33-E7F5-4F90-85A8-0B924502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3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A76F5-66EF-46C5-8B0F-0D432BA4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923FEA-3235-41C6-9F99-8B14CCF60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455A75-D66E-4E86-BCE7-4818F228A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3A76E7-0DF0-482D-BC2C-3DDD6D1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302AA-AD0C-4A24-AEFF-81DC1425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0A145-019C-4F4E-BE53-515B48A1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9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37CD-91DF-4A76-AC7B-F6EA6F7D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B418A9-7463-4869-AEBB-D6A448528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0BCBF-F126-4651-91A3-B341C2BB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C3891-D944-4487-A552-61B94998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9493F-2282-46C0-9F2E-7261643C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0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649238-4FF7-41D7-A260-2B6BC2CED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BD667-F350-4216-A120-49E91280A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4C9B1-90F4-4AF0-B903-93BC41A7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46006-D10F-4556-B829-A48B9BF4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F0700-F661-4A36-A038-64462AFD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2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EFFB27-A49C-48B2-A6A6-0CBF0607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F75E13-BE76-40AE-9F8D-F190446C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0F172-3D20-4EE9-AEC0-FB346004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404AA-606E-42EA-9753-31793257A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17C9C4-0C28-4354-9BD5-9B0931443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2.svg"/><Relationship Id="rId18" Type="http://schemas.openxmlformats.org/officeDocument/2006/relationships/image" Target="../media/image370.pn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12" Type="http://schemas.openxmlformats.org/officeDocument/2006/relationships/image" Target="../media/image1.png"/><Relationship Id="rId17" Type="http://schemas.openxmlformats.org/officeDocument/2006/relationships/image" Target="../media/image66.svg"/><Relationship Id="rId2" Type="http://schemas.openxmlformats.org/officeDocument/2006/relationships/image" Target="../media/image55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4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318737" y="4192979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69271" y="462716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307167" y="2221012"/>
            <a:ext cx="3459383" cy="197532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749784" y="317183"/>
            <a:ext cx="1464489" cy="1817116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703488" y="45504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69321" y="345336"/>
            <a:ext cx="2407312" cy="5636667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832462" y="564275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9271" y="668197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6993" y="765903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56442" y="1180339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922" y="1410470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0756" y="1392794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46947" y="1180339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66219" y="1192281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80185" y="1194919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91509" y="1192281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9892" y="1171632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54013" y="2051688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35" y="2690714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9921" y="2694272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59792" y="246748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05617" y="2480959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291509" y="2478066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06874" y="24793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59781" y="247764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54013" y="3353608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42" y="3998175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5" y="4023307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59792" y="377858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593288" y="3776845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298529" y="377998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06874" y="378129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0" name="箭头: 右 169">
            <a:extLst>
              <a:ext uri="{FF2B5EF4-FFF2-40B4-BE49-F238E27FC236}">
                <a16:creationId xmlns:a16="http://schemas.microsoft.com/office/drawing/2014/main" id="{BC3E7879-B2F4-4B38-9169-B2F0033E7ED0}"/>
              </a:ext>
            </a:extLst>
          </p:cNvPr>
          <p:cNvSpPr/>
          <p:nvPr/>
        </p:nvSpPr>
        <p:spPr>
          <a:xfrm>
            <a:off x="2574797" y="2617325"/>
            <a:ext cx="275870" cy="213676"/>
          </a:xfrm>
          <a:prstGeom prst="rightArrow">
            <a:avLst/>
          </a:prstGeom>
          <a:solidFill>
            <a:srgbClr val="2E74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74615" y="1987361"/>
            <a:ext cx="2407312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509" idx="2"/>
            <a:endCxn id="530" idx="0"/>
          </p:cNvCxnSpPr>
          <p:nvPr/>
        </p:nvCxnSpPr>
        <p:spPr>
          <a:xfrm flipH="1">
            <a:off x="3084770" y="951818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endCxn id="533" idx="0"/>
          </p:cNvCxnSpPr>
          <p:nvPr/>
        </p:nvCxnSpPr>
        <p:spPr>
          <a:xfrm>
            <a:off x="3281517" y="963988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510" idx="2"/>
            <a:endCxn id="533" idx="0"/>
          </p:cNvCxnSpPr>
          <p:nvPr/>
        </p:nvCxnSpPr>
        <p:spPr>
          <a:xfrm flipH="1">
            <a:off x="3513532" y="949690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>
            <a:off x="3947116" y="961581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</p:cNvCxnSpPr>
          <p:nvPr/>
        </p:nvCxnSpPr>
        <p:spPr>
          <a:xfrm>
            <a:off x="3950652" y="959804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510" idx="2"/>
            <a:endCxn id="534" idx="0"/>
          </p:cNvCxnSpPr>
          <p:nvPr/>
        </p:nvCxnSpPr>
        <p:spPr>
          <a:xfrm>
            <a:off x="3941863" y="949690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3" name="箭头: 右 412">
            <a:extLst>
              <a:ext uri="{FF2B5EF4-FFF2-40B4-BE49-F238E27FC236}">
                <a16:creationId xmlns:a16="http://schemas.microsoft.com/office/drawing/2014/main" id="{A13D5BBA-27E4-4F61-952F-434B4C3D8342}"/>
              </a:ext>
            </a:extLst>
          </p:cNvPr>
          <p:cNvSpPr/>
          <p:nvPr/>
        </p:nvSpPr>
        <p:spPr>
          <a:xfrm>
            <a:off x="8138505" y="1296551"/>
            <a:ext cx="591844" cy="213676"/>
          </a:xfrm>
          <a:prstGeom prst="rightArrow">
            <a:avLst/>
          </a:prstGeom>
          <a:solidFill>
            <a:srgbClr val="2E74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883265" y="3925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9013893" y="3925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9143786" y="3925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275105" y="3921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405785" y="39258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529812" y="3921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660492" y="39258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882004" y="73908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9012632" y="73908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9142525" y="73908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273844" y="738607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404524" y="73908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528551" y="738607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659231" y="73908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878761" y="1434700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9009389" y="1434700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9139282" y="1434700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270601" y="1434221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401281" y="1434699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525308" y="1434221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655988" y="1434699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878761" y="1783814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9009389" y="1783814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9139282" y="1783814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270601" y="1783335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401281" y="1783813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525308" y="1783335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655988" y="1783813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878761" y="1065069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9009389" y="1065069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9139282" y="1065069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270601" y="1064590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401281" y="1065068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525308" y="1064590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655988" y="1065068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68816" y="470124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68816" y="539756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802892" y="499426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455" y="545847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5264" y="550148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62234" y="571015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1002957" y="571144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31128" y="571768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812744" y="273893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744" y="273893"/>
                <a:ext cx="315383" cy="369332"/>
              </a:xfrm>
              <a:prstGeom prst="rect">
                <a:avLst/>
              </a:prstGeom>
              <a:blipFill>
                <a:blip r:embed="rId7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833211" y="596524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211" y="596524"/>
                <a:ext cx="315383" cy="369332"/>
              </a:xfrm>
              <a:prstGeom prst="rect">
                <a:avLst/>
              </a:prstGeom>
              <a:blipFill>
                <a:blip r:embed="rId8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825487" y="931922"/>
                <a:ext cx="31538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𝒑𝒗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487" y="931922"/>
                <a:ext cx="315383" cy="390748"/>
              </a:xfrm>
              <a:prstGeom prst="rect">
                <a:avLst/>
              </a:prstGeom>
              <a:blipFill>
                <a:blip r:embed="rId9"/>
                <a:stretch>
                  <a:fillRect r="-53846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825486" y="1302902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𝒄𝒂𝒓𝒕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486" y="1302902"/>
                <a:ext cx="315383" cy="369332"/>
              </a:xfrm>
              <a:prstGeom prst="rect">
                <a:avLst/>
              </a:prstGeom>
              <a:blipFill>
                <a:blip r:embed="rId10"/>
                <a:stretch>
                  <a:fillRect r="-9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833211" y="1655781"/>
                <a:ext cx="315383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211" y="1655781"/>
                <a:ext cx="315383" cy="391261"/>
              </a:xfrm>
              <a:prstGeom prst="rect">
                <a:avLst/>
              </a:prstGeom>
              <a:blipFill>
                <a:blip r:embed="rId11"/>
                <a:stretch>
                  <a:fillRect r="-88462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0849663" y="1126990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7474" y="726069"/>
                <a:ext cx="315383" cy="35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4" y="726069"/>
                <a:ext cx="315383" cy="355162"/>
              </a:xfrm>
              <a:prstGeom prst="rect">
                <a:avLst/>
              </a:prstGeom>
              <a:blipFill>
                <a:blip r:embed="rId12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01652" y="2022535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652" y="2022535"/>
                <a:ext cx="315383" cy="338554"/>
              </a:xfrm>
              <a:prstGeom prst="rect">
                <a:avLst/>
              </a:prstGeom>
              <a:blipFill>
                <a:blip r:embed="rId1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07758" y="3312658"/>
                <a:ext cx="315383" cy="359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758" y="3312658"/>
                <a:ext cx="315383" cy="359650"/>
              </a:xfrm>
              <a:prstGeom prst="rect">
                <a:avLst/>
              </a:prstGeom>
              <a:blipFill>
                <a:blip r:embed="rId1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15206" y="4728256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sup>
                      </m:sSup>
                    </m:oMath>
                  </m:oMathPara>
                </a14:m>
                <a:endParaRPr lang="zh-CN" altLang="en-US" sz="1600" b="1" i="1" dirty="0"/>
              </a:p>
            </p:txBody>
          </p:sp>
        </mc:Choice>
        <mc:Fallback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206" y="4728256"/>
                <a:ext cx="315383" cy="369332"/>
              </a:xfrm>
              <a:prstGeom prst="rect">
                <a:avLst/>
              </a:prstGeom>
              <a:blipFill>
                <a:blip r:embed="rId15"/>
                <a:stretch>
                  <a:fillRect r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2907889" y="317183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基于行为强度的行为间加权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673269" y="4221692"/>
            <a:ext cx="2717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物品偏好的行为内对比学习</a:t>
            </a: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060160" y="3269825"/>
            <a:ext cx="0" cy="2024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64761" y="3280574"/>
            <a:ext cx="0" cy="20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637776" y="2907948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148907" y="2919856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980" y="2602970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383934" y="255225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427204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494335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560732" y="278747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628556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699974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773205" y="27869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840382" y="2787473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424038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491169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557566" y="298415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625390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696808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770039" y="29836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837216" y="2984156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9052436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9119567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185964" y="286032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253788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325206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398437" y="28598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465614" y="2860324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9043995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9111126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177523" y="262338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245347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316765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389996" y="26229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457173" y="2623384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9060160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127291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193688" y="310919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261512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332930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406161" y="31087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473338" y="3109189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310585" y="2573634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365930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433061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499458" y="279329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567282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638700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711931" y="279281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779108" y="279329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362764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429895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496292" y="298997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564116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635534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708765" y="298949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775942" y="298997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991162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1058293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1124690" y="286614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192514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263932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337163" y="286566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404340" y="286614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982721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1049852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1116249" y="262920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184073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255491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328722" y="262872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395899" y="262920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998886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1066017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1132414" y="311501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200238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271656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344887" y="311453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412064" y="311501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702179" y="2237457"/>
            <a:ext cx="242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基于图增强的行为间对比学习</a:t>
            </a: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426099" y="4505428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903437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034065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163958" y="46179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295277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425957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549984" y="46174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680664" y="46179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655439" y="489090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898904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029532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159425" y="510618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290744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421424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545451" y="51057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676131" y="51061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903408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034036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163929" y="562441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295248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425928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549955" y="562393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680635" y="562440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299700" y="4812490"/>
            <a:ext cx="638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12377" y="5272350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434" y="5416369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</p:cNvCxnSpPr>
          <p:nvPr/>
        </p:nvCxnSpPr>
        <p:spPr>
          <a:xfrm>
            <a:off x="10135682" y="4887653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437417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568045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697938" y="457035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829257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959937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1079431" y="456987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214644" y="457035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432884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563512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693405" y="505860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824724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955404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1079431" y="50581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210111" y="50586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437388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568016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697909" y="5576825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829228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959908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1083935" y="5576346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214615" y="557682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87411" y="4726982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87411" y="4904193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804171" y="5414689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804171" y="5226360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936087" y="1974514"/>
            <a:ext cx="206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基于共同交互的行为内加权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646" y="2590344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3462" y="805516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6320" y="805563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88" y="2102421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8646" y="2103163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3319" y="3416907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75" y="3420823"/>
            <a:ext cx="357763" cy="3577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6F767DF4-5336-40B8-8697-ACBFB2A668DE}"/>
                  </a:ext>
                </a:extLst>
              </p:cNvPr>
              <p:cNvSpPr txBox="1"/>
              <p:nvPr/>
            </p:nvSpPr>
            <p:spPr>
              <a:xfrm>
                <a:off x="2161554" y="5360108"/>
                <a:ext cx="315383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CN" altLang="en-US" sz="1600" b="1" i="1" dirty="0"/>
              </a:p>
            </p:txBody>
          </p:sp>
        </mc:Choice>
        <mc:Fallback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6F767DF4-5336-40B8-8697-ACBFB2A66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554" y="5360108"/>
                <a:ext cx="315383" cy="376385"/>
              </a:xfrm>
              <a:prstGeom prst="rect">
                <a:avLst/>
              </a:prstGeom>
              <a:blipFill>
                <a:blip r:embed="rId22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93584" y="1456582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3604" y="1446626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993105" y="1468431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47202" y="806253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36958" y="2102104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5602" y="2692157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8592" y="2719833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998972" y="2744580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00612" y="3999213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23602" y="4026889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13982" y="4051636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36270" y="3419427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674" y="482154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0619" y="482357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730819" y="4822889"/>
            <a:ext cx="365379" cy="365379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0279847C-D8D5-4F91-B526-2B028342B44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123" y="591880"/>
            <a:ext cx="359938" cy="359938"/>
          </a:xfrm>
          <a:prstGeom prst="rect">
            <a:avLst/>
          </a:prstGeom>
        </p:spPr>
      </p:pic>
      <p:pic>
        <p:nvPicPr>
          <p:cNvPr id="510" name="图形 509">
            <a:extLst>
              <a:ext uri="{FF2B5EF4-FFF2-40B4-BE49-F238E27FC236}">
                <a16:creationId xmlns:a16="http://schemas.microsoft.com/office/drawing/2014/main" id="{2B08A282-3AEF-41BD-AA61-B18823CBB29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2981" y="591927"/>
            <a:ext cx="357763" cy="357763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C79427EC-DC77-45EE-B955-4325C4014F3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383863" y="592617"/>
            <a:ext cx="365379" cy="365379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CB4C0771-91B5-4F95-BD26-5F01F38C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722" y="1326118"/>
            <a:ext cx="460789" cy="460789"/>
          </a:xfrm>
          <a:prstGeom prst="rect">
            <a:avLst/>
          </a:prstGeom>
        </p:spPr>
      </p:pic>
      <p:pic>
        <p:nvPicPr>
          <p:cNvPr id="514" name="图形 513">
            <a:extLst>
              <a:ext uri="{FF2B5EF4-FFF2-40B4-BE49-F238E27FC236}">
                <a16:creationId xmlns:a16="http://schemas.microsoft.com/office/drawing/2014/main" id="{4C2F4ED1-472A-4B9A-9A07-A25EDC40C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4686" y="1331453"/>
            <a:ext cx="430225" cy="430225"/>
          </a:xfrm>
          <a:prstGeom prst="rect">
            <a:avLst/>
          </a:prstGeom>
        </p:spPr>
      </p:pic>
      <p:pic>
        <p:nvPicPr>
          <p:cNvPr id="530" name="图形 529">
            <a:extLst>
              <a:ext uri="{FF2B5EF4-FFF2-40B4-BE49-F238E27FC236}">
                <a16:creationId xmlns:a16="http://schemas.microsoft.com/office/drawing/2014/main" id="{FAF19139-F065-44C6-B644-973EDA20884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99798" y="1367516"/>
            <a:ext cx="369944" cy="369944"/>
          </a:xfrm>
          <a:prstGeom prst="rect">
            <a:avLst/>
          </a:prstGeom>
        </p:spPr>
      </p:pic>
      <p:pic>
        <p:nvPicPr>
          <p:cNvPr id="533" name="图形 532">
            <a:extLst>
              <a:ext uri="{FF2B5EF4-FFF2-40B4-BE49-F238E27FC236}">
                <a16:creationId xmlns:a16="http://schemas.microsoft.com/office/drawing/2014/main" id="{D70976BD-C6F0-4037-814F-E5CCB37042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42669" y="1375934"/>
            <a:ext cx="341725" cy="341725"/>
          </a:xfrm>
          <a:prstGeom prst="rect">
            <a:avLst/>
          </a:prstGeom>
        </p:spPr>
      </p:pic>
      <p:pic>
        <p:nvPicPr>
          <p:cNvPr id="534" name="图形 533">
            <a:extLst>
              <a:ext uri="{FF2B5EF4-FFF2-40B4-BE49-F238E27FC236}">
                <a16:creationId xmlns:a16="http://schemas.microsoft.com/office/drawing/2014/main" id="{3445ED6D-9E34-4008-B32C-BF5B3D6FA0E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14305" y="1376910"/>
            <a:ext cx="329461" cy="329461"/>
          </a:xfrm>
          <a:prstGeom prst="rect">
            <a:avLst/>
          </a:prstGeom>
        </p:spPr>
      </p:pic>
      <p:cxnSp>
        <p:nvCxnSpPr>
          <p:cNvPr id="536" name="直接连接符 535">
            <a:extLst>
              <a:ext uri="{FF2B5EF4-FFF2-40B4-BE49-F238E27FC236}">
                <a16:creationId xmlns:a16="http://schemas.microsoft.com/office/drawing/2014/main" id="{E244BC4A-24CD-4D7C-9839-5C706F3742EE}"/>
              </a:ext>
            </a:extLst>
          </p:cNvPr>
          <p:cNvCxnSpPr>
            <a:cxnSpLocks/>
            <a:stCxn id="511" idx="2"/>
            <a:endCxn id="534" idx="0"/>
          </p:cNvCxnSpPr>
          <p:nvPr/>
        </p:nvCxnSpPr>
        <p:spPr>
          <a:xfrm>
            <a:off x="4566553" y="957996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F0EB92A8-5060-4AB4-A061-7F3DC0B6C7B8}"/>
              </a:ext>
            </a:extLst>
          </p:cNvPr>
          <p:cNvCxnSpPr>
            <a:cxnSpLocks/>
          </p:cNvCxnSpPr>
          <p:nvPr/>
        </p:nvCxnSpPr>
        <p:spPr>
          <a:xfrm>
            <a:off x="3274550" y="954769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848914" y="2232121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093518" y="2634387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4998" y="2864518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7832" y="2846842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284023" y="2634387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03295" y="2646329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17261" y="2648967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28585" y="2646329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566968" y="262568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00538" y="2259564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63396" y="2259611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930660" y="2910630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30680" y="2900674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30181" y="2922479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384278" y="2260301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858221" y="341275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1343" y="4051780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4129" y="4055338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064000" y="382854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09825" y="384202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895717" y="383913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11082" y="384044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563989" y="383871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34596" y="3463487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32854" y="3464229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341166" y="3463170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89810" y="4053223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12800" y="4080899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03180" y="4105646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860286" y="4595742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215" y="5240309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1538" y="5265441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066065" y="502072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199561" y="5018979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04802" y="502212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13147" y="502342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19592" y="4659041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90048" y="4662957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906885" y="5241347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29875" y="5269023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20255" y="5293770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342543" y="4661561"/>
            <a:ext cx="365379" cy="365379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FC2F2125-C821-47FA-9151-B60B6E14F837}"/>
              </a:ext>
            </a:extLst>
          </p:cNvPr>
          <p:cNvSpPr txBox="1"/>
          <p:nvPr/>
        </p:nvSpPr>
        <p:spPr>
          <a:xfrm>
            <a:off x="-244699" y="15381"/>
            <a:ext cx="3102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 </a:t>
            </a:r>
            <a:r>
              <a:rPr lang="en-US" altLang="zh-CN" sz="1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加入购物车 </a:t>
            </a:r>
            <a:r>
              <a:rPr lang="en-US" altLang="zh-CN" sz="1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/>
              <p:nvPr/>
            </p:nvSpPr>
            <p:spPr>
              <a:xfrm>
                <a:off x="2365646" y="24161"/>
                <a:ext cx="6387947" cy="322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流览交互图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购物车交互图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购买交互图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𝒖</m:t>
                        </m:r>
                      </m:sup>
                    </m:sSup>
                    <m:r>
                      <a:rPr lang="en-US" altLang="zh-CN" sz="14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用户偏好图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US" altLang="zh-CN" sz="14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物品相似图  </a:t>
                </a:r>
              </a:p>
            </p:txBody>
          </p:sp>
        </mc:Choice>
        <mc:Fallback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FA67218F-827B-48C2-AA51-A4846517B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646" y="24161"/>
                <a:ext cx="6387947" cy="322332"/>
              </a:xfrm>
              <a:prstGeom prst="rect">
                <a:avLst/>
              </a:prstGeom>
              <a:blipFill>
                <a:blip r:embed="rId31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/>
              <p:nvPr/>
            </p:nvSpPr>
            <p:spPr>
              <a:xfrm>
                <a:off x="-244699" y="192142"/>
                <a:ext cx="31029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169CE581-42B1-4475-80AA-EFC03E24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699" y="192142"/>
                <a:ext cx="3102920" cy="307777"/>
              </a:xfrm>
              <a:prstGeom prst="rect">
                <a:avLst/>
              </a:prstGeom>
              <a:blipFill>
                <a:blip r:embed="rId3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/>
              <p:nvPr/>
            </p:nvSpPr>
            <p:spPr>
              <a:xfrm>
                <a:off x="-73999" y="380868"/>
                <a:ext cx="3102920" cy="32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22" name="文本框 621">
                <a:extLst>
                  <a:ext uri="{FF2B5EF4-FFF2-40B4-BE49-F238E27FC236}">
                    <a16:creationId xmlns:a16="http://schemas.microsoft.com/office/drawing/2014/main" id="{7B0CBB8D-FF1C-4F7B-B6A0-39856787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999" y="380868"/>
                <a:ext cx="3102920" cy="32618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/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E00241F-7000-41EE-B4E8-F5012308F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80" y="3111273"/>
                <a:ext cx="839206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484" y="1075123"/>
                <a:ext cx="1027831" cy="2616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305" y="2365657"/>
                <a:ext cx="1027831" cy="2539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p>
                          <m:r>
                            <a:rPr lang="en-US" altLang="zh-CN" sz="105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05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50" dirty="0"/>
              </a:p>
            </p:txBody>
          </p:sp>
        </mc:Choice>
        <mc:Fallback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909" y="3680564"/>
                <a:ext cx="1027831" cy="267766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3960" y="551876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1394" y="552630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975797" y="5551867"/>
            <a:ext cx="329461" cy="3294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/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𝒊𝒏𝒕𝒆𝒓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altLang="zh-CN" sz="1200" b="1" dirty="0">
                    <a:ea typeface="微软雅黑" panose="020B0503020204020204" pitchFamily="34" charset="-122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sup>
                    </m:sSup>
                  </m:oMath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C6772168-2EB2-4F8A-B414-A02D8313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241" y="1734200"/>
                <a:ext cx="1838399" cy="283989"/>
              </a:xfrm>
              <a:prstGeom prst="rect">
                <a:avLst/>
              </a:prstGeom>
              <a:blipFill>
                <a:blip r:embed="rId3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/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𝟔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4CFD2E58-35FC-42B7-A26C-3622E62F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40089" y="1139818"/>
                <a:ext cx="886206" cy="16177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/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𝟒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3134833-12C8-4F80-BB14-4552CCC8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645372">
                <a:off x="2948466" y="1129481"/>
                <a:ext cx="854223" cy="16177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/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d>
                        <m:dPr>
                          <m:ctrlPr>
                            <a:rPr lang="en-US" altLang="zh-CN" sz="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4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zh-CN" sz="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sup>
                          </m:sSup>
                        </m:e>
                      </m:d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400" dirty="0"/>
              </a:p>
            </p:txBody>
          </p:sp>
        </mc:Choice>
        <mc:Fallback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E773BF5A-CCDE-4DD8-8F09-D05872EA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167436" y="1055549"/>
                <a:ext cx="854223" cy="1538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0" name="文本框 649">
            <a:extLst>
              <a:ext uri="{FF2B5EF4-FFF2-40B4-BE49-F238E27FC236}">
                <a16:creationId xmlns:a16="http://schemas.microsoft.com/office/drawing/2014/main" id="{0DF0EAA5-D54D-497D-B524-CDA69AA50F98}"/>
              </a:ext>
            </a:extLst>
          </p:cNvPr>
          <p:cNvSpPr txBox="1"/>
          <p:nvPr/>
        </p:nvSpPr>
        <p:spPr>
          <a:xfrm rot="18950264">
            <a:off x="3671661" y="95389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1" name="文本框 650">
            <a:extLst>
              <a:ext uri="{FF2B5EF4-FFF2-40B4-BE49-F238E27FC236}">
                <a16:creationId xmlns:a16="http://schemas.microsoft.com/office/drawing/2014/main" id="{00CDB8C1-04A8-4C56-B88B-BC99844E09B5}"/>
              </a:ext>
            </a:extLst>
          </p:cNvPr>
          <p:cNvSpPr txBox="1"/>
          <p:nvPr/>
        </p:nvSpPr>
        <p:spPr>
          <a:xfrm rot="4779640">
            <a:off x="3897827" y="1142623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文本框 651">
            <a:extLst>
              <a:ext uri="{FF2B5EF4-FFF2-40B4-BE49-F238E27FC236}">
                <a16:creationId xmlns:a16="http://schemas.microsoft.com/office/drawing/2014/main" id="{DD223BD1-6A8F-4505-BC06-FB5937ADEF1D}"/>
              </a:ext>
            </a:extLst>
          </p:cNvPr>
          <p:cNvSpPr txBox="1"/>
          <p:nvPr/>
        </p:nvSpPr>
        <p:spPr>
          <a:xfrm rot="3015268">
            <a:off x="4086409" y="11026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>
            <a:extLst>
              <a:ext uri="{FF2B5EF4-FFF2-40B4-BE49-F238E27FC236}">
                <a16:creationId xmlns:a16="http://schemas.microsoft.com/office/drawing/2014/main" id="{BF321D8B-72FD-4989-ADDC-EF8C871E3CEA}"/>
              </a:ext>
            </a:extLst>
          </p:cNvPr>
          <p:cNvSpPr txBox="1"/>
          <p:nvPr/>
        </p:nvSpPr>
        <p:spPr>
          <a:xfrm rot="1730623">
            <a:off x="4243230" y="1024809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4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4" name="文本框 653">
            <a:extLst>
              <a:ext uri="{FF2B5EF4-FFF2-40B4-BE49-F238E27FC236}">
                <a16:creationId xmlns:a16="http://schemas.microsoft.com/office/drawing/2014/main" id="{0E916A22-A942-45A9-BD85-C390FF2226BC}"/>
              </a:ext>
            </a:extLst>
          </p:cNvPr>
          <p:cNvSpPr txBox="1"/>
          <p:nvPr/>
        </p:nvSpPr>
        <p:spPr>
          <a:xfrm rot="3772848">
            <a:off x="4599939" y="1024410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452833" y="242789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11295" y="3635041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382925" y="4860649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713937" y="2235182"/>
                <a:ext cx="315383" cy="35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937" y="2235182"/>
                <a:ext cx="315383" cy="355162"/>
              </a:xfrm>
              <a:prstGeom prst="rect">
                <a:avLst/>
              </a:prstGeom>
              <a:blipFill>
                <a:blip r:embed="rId42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715040" y="3423868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040" y="3423868"/>
                <a:ext cx="315383" cy="338554"/>
              </a:xfrm>
              <a:prstGeom prst="rect">
                <a:avLst/>
              </a:prstGeom>
              <a:blipFill>
                <a:blip r:embed="rId43"/>
                <a:stretch>
                  <a:fillRect r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747230" y="4601924"/>
                <a:ext cx="315383" cy="359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30" y="4601924"/>
                <a:ext cx="315383" cy="359650"/>
              </a:xfrm>
              <a:prstGeom prst="rect">
                <a:avLst/>
              </a:prstGeom>
              <a:blipFill>
                <a:blip r:embed="rId4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16631" y="3692001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52987" y="261139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10262" y="267362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187873" y="27389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360497" y="2631790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33167" y="273977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30556" y="275194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260443" y="267445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895381" y="3863853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3" name="文本框 672">
            <a:extLst>
              <a:ext uri="{FF2B5EF4-FFF2-40B4-BE49-F238E27FC236}">
                <a16:creationId xmlns:a16="http://schemas.microsoft.com/office/drawing/2014/main" id="{01BDF4D8-F9E7-402D-A71C-C821BEC5BA57}"/>
              </a:ext>
            </a:extLst>
          </p:cNvPr>
          <p:cNvSpPr txBox="1"/>
          <p:nvPr/>
        </p:nvSpPr>
        <p:spPr>
          <a:xfrm rot="1667299">
            <a:off x="3237226" y="3908968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1+1=2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181486">
            <a:off x="3831351" y="3912932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59307E90-5B3E-409B-B8B4-3ED2C6FC73F9}"/>
              </a:ext>
            </a:extLst>
          </p:cNvPr>
          <p:cNvSpPr txBox="1"/>
          <p:nvPr/>
        </p:nvSpPr>
        <p:spPr>
          <a:xfrm rot="181486">
            <a:off x="4119521" y="3807765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772848">
            <a:off x="4647310" y="2682152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612865" y="3872316"/>
            <a:ext cx="20551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01185" y="5058315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08942" y="5052049"/>
            <a:ext cx="3684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08947" y="506657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17398" y="510671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5781332" y="544634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5990781" y="959070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2261" y="1189201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5095" y="1171525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181286" y="959070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400558" y="971012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6814524" y="973650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6825848" y="971012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464231" y="950363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555828" y="587806"/>
                <a:ext cx="315383" cy="349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828" y="587806"/>
                <a:ext cx="315383" cy="349455"/>
              </a:xfrm>
              <a:prstGeom prst="rect">
                <a:avLst/>
              </a:prstGeom>
              <a:blipFill>
                <a:blip r:embed="rId45"/>
                <a:stretch>
                  <a:fillRect r="-6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97801" y="584247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0659" y="584294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27923" y="1235313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27943" y="1225357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27444" y="1247162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81541" y="584984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841003" y="1012975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088473" y="105611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956428">
            <a:off x="6276401" y="960980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3+2=5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523963" y="91666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698617" y="1048378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6900311" y="1039360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21411695">
            <a:off x="7131651" y="968427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0" name="图形 709">
            <a:extLst>
              <a:ext uri="{FF2B5EF4-FFF2-40B4-BE49-F238E27FC236}">
                <a16:creationId xmlns:a16="http://schemas.microsoft.com/office/drawing/2014/main" id="{813D565B-A83D-4DB4-B577-A191E85141B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73743" y="1050092"/>
            <a:ext cx="135515" cy="135515"/>
          </a:xfrm>
          <a:prstGeom prst="rect">
            <a:avLst/>
          </a:prstGeom>
        </p:spPr>
      </p:pic>
      <p:pic>
        <p:nvPicPr>
          <p:cNvPr id="712" name="图形 711">
            <a:extLst>
              <a:ext uri="{FF2B5EF4-FFF2-40B4-BE49-F238E27FC236}">
                <a16:creationId xmlns:a16="http://schemas.microsoft.com/office/drawing/2014/main" id="{DAFAADE4-3C10-4526-9E55-A684B2D3AE9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56003" y="993202"/>
            <a:ext cx="135515" cy="135515"/>
          </a:xfrm>
          <a:prstGeom prst="rect">
            <a:avLst/>
          </a:prstGeom>
        </p:spPr>
      </p:pic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5791501" y="181410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623" y="245313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409" y="245668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5997280" y="222990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143105" y="224337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6828997" y="224048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6844362" y="224179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497269" y="224006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564644" y="1835204"/>
                <a:ext cx="315383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644" y="1835204"/>
                <a:ext cx="315383" cy="334835"/>
              </a:xfrm>
              <a:prstGeom prst="rect">
                <a:avLst/>
              </a:prstGeom>
              <a:blipFill>
                <a:blip r:embed="rId48"/>
                <a:stretch>
                  <a:fillRect r="-6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7876" y="186483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6134" y="186558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74446" y="186452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23090" y="245457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46080" y="248225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36460" y="250699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809614" y="2264338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432594">
            <a:off x="6274597" y="2232573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4+2=6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>
            <a:off x="6772846" y="230944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153069" y="2250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3" name="图形 732">
            <a:extLst>
              <a:ext uri="{FF2B5EF4-FFF2-40B4-BE49-F238E27FC236}">
                <a16:creationId xmlns:a16="http://schemas.microsoft.com/office/drawing/2014/main" id="{B8266F78-1F80-4A47-A493-B261FD715A9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27683" y="2376510"/>
            <a:ext cx="135515" cy="135515"/>
          </a:xfrm>
          <a:prstGeom prst="rect">
            <a:avLst/>
          </a:prstGeom>
        </p:spPr>
      </p:pic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5795931" y="3093055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6860" y="3737622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7183" y="3762754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001710" y="3518033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  <a:stCxn id="742" idx="2"/>
          </p:cNvCxnSpPr>
          <p:nvPr/>
        </p:nvCxnSpPr>
        <p:spPr>
          <a:xfrm>
            <a:off x="6135206" y="3516292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6840447" y="3519433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6848792" y="352074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557726" y="3133533"/>
                <a:ext cx="315383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726" y="3133533"/>
                <a:ext cx="315383" cy="334835"/>
              </a:xfrm>
              <a:prstGeom prst="rect">
                <a:avLst/>
              </a:prstGeom>
              <a:blipFill>
                <a:blip r:embed="rId49"/>
                <a:stretch>
                  <a:fillRect r="-6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55237" y="3156354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25693" y="3160270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42530" y="3738660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65520" y="3766336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55900" y="3791083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78188" y="3158874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834499" y="3563381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678238">
            <a:off x="6157008" y="3548902"/>
            <a:ext cx="3516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4+1=5</a:t>
            </a:r>
            <a:endParaRPr lang="zh-CN" alt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>
            <a:off x="6852131" y="3611126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167892" y="3516379"/>
            <a:ext cx="2564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5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5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𝑾</m:t>
                        </m:r>
                      </m:e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𝒊𝒏𝒕𝒓𝒂</m:t>
                        </m:r>
                      </m:sup>
                    </m:sSup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Co-Intereaction</a:t>
                </a:r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04" y="5670517"/>
                <a:ext cx="2428446" cy="281744"/>
              </a:xfrm>
              <a:prstGeom prst="rect">
                <a:avLst/>
              </a:prstGeom>
              <a:blipFill>
                <a:blip r:embed="rId5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2942DDC-0929-4734-B8A8-FBB212F02B5A}"/>
              </a:ext>
            </a:extLst>
          </p:cNvPr>
          <p:cNvCxnSpPr>
            <a:cxnSpLocks/>
            <a:stCxn id="559" idx="3"/>
            <a:endCxn id="6" idx="3"/>
          </p:cNvCxnSpPr>
          <p:nvPr/>
        </p:nvCxnSpPr>
        <p:spPr>
          <a:xfrm>
            <a:off x="5104451" y="2774641"/>
            <a:ext cx="294914" cy="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05022D2-FB37-4467-954F-E5FF52093620}"/>
              </a:ext>
            </a:extLst>
          </p:cNvPr>
          <p:cNvCxnSpPr>
            <a:cxnSpLocks/>
            <a:stCxn id="577" idx="3"/>
          </p:cNvCxnSpPr>
          <p:nvPr/>
        </p:nvCxnSpPr>
        <p:spPr>
          <a:xfrm flipV="1">
            <a:off x="5104438" y="2895336"/>
            <a:ext cx="380222" cy="10599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DEF3D7B0-047E-4DB3-8666-B2CB46F25D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78600" y="3830627"/>
            <a:ext cx="2231372" cy="380748"/>
          </a:xfrm>
          <a:prstGeom prst="bentConnector3">
            <a:avLst>
              <a:gd name="adj1" fmla="val 48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5FC48E5D-73ED-43F6-94EC-A662E2765B44}"/>
              </a:ext>
            </a:extLst>
          </p:cNvPr>
          <p:cNvCxnSpPr>
            <a:cxnSpLocks/>
            <a:stCxn id="302" idx="3"/>
          </p:cNvCxnSpPr>
          <p:nvPr/>
        </p:nvCxnSpPr>
        <p:spPr>
          <a:xfrm>
            <a:off x="5103912" y="1172184"/>
            <a:ext cx="385406" cy="1518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AE1E7881-1459-457F-82D3-9753C3C61EE7}"/>
              </a:ext>
            </a:extLst>
          </p:cNvPr>
          <p:cNvCxnSpPr>
            <a:cxnSpLocks/>
            <a:endCxn id="683" idx="1"/>
          </p:cNvCxnSpPr>
          <p:nvPr/>
        </p:nvCxnSpPr>
        <p:spPr>
          <a:xfrm rot="5400000" flipH="1" flipV="1">
            <a:off x="4832535" y="1824133"/>
            <a:ext cx="1685775" cy="21181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连接符: 肘形 781">
            <a:extLst>
              <a:ext uri="{FF2B5EF4-FFF2-40B4-BE49-F238E27FC236}">
                <a16:creationId xmlns:a16="http://schemas.microsoft.com/office/drawing/2014/main" id="{4F62568B-4A42-42FA-A884-5288669E6355}"/>
              </a:ext>
            </a:extLst>
          </p:cNvPr>
          <p:cNvCxnSpPr>
            <a:cxnSpLocks/>
            <a:endCxn id="734" idx="1"/>
          </p:cNvCxnSpPr>
          <p:nvPr/>
        </p:nvCxnSpPr>
        <p:spPr>
          <a:xfrm rot="16200000" flipH="1">
            <a:off x="5263232" y="3102876"/>
            <a:ext cx="839718" cy="22567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692113" y="4476080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5791658" y="4550164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5791658" y="524647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325734" y="4843182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297" y="5307394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8106" y="5350403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085076" y="5559074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525799" y="5560361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353970" y="5566597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533623" y="4528181"/>
                <a:ext cx="315383" cy="3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623" y="4528181"/>
                <a:ext cx="315383" cy="315856"/>
              </a:xfrm>
              <a:prstGeom prst="rect">
                <a:avLst/>
              </a:prstGeom>
              <a:blipFill>
                <a:blip r:embed="rId51"/>
                <a:stretch>
                  <a:fillRect r="-6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F6EAED24-F2DC-42F6-9414-042943FC3CFE}"/>
                  </a:ext>
                </a:extLst>
              </p:cNvPr>
              <p:cNvSpPr txBox="1"/>
              <p:nvPr/>
            </p:nvSpPr>
            <p:spPr>
              <a:xfrm>
                <a:off x="7584147" y="5209752"/>
                <a:ext cx="315383" cy="3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F6EAED24-F2DC-42F6-9414-042943FC3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147" y="5209752"/>
                <a:ext cx="315383" cy="315856"/>
              </a:xfrm>
              <a:prstGeom prst="rect">
                <a:avLst/>
              </a:prstGeom>
              <a:blipFill>
                <a:blip r:embed="rId52"/>
                <a:stretch>
                  <a:fillRect r="-5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516" y="4670460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3461" y="4672493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53661" y="4671806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86802" y="5367680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14236" y="5375224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98639" y="5400784"/>
            <a:ext cx="329461" cy="329461"/>
          </a:xfrm>
          <a:prstGeom prst="rect">
            <a:avLst/>
          </a:prstGeom>
        </p:spPr>
      </p:pic>
      <p:pic>
        <p:nvPicPr>
          <p:cNvPr id="803" name="图形 802">
            <a:extLst>
              <a:ext uri="{FF2B5EF4-FFF2-40B4-BE49-F238E27FC236}">
                <a16:creationId xmlns:a16="http://schemas.microsoft.com/office/drawing/2014/main" id="{BC75EFCF-06A2-43EE-AB03-1E31119316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578905" y="5406483"/>
            <a:ext cx="135515" cy="135515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93492" y="3285975"/>
            <a:ext cx="77716" cy="5509262"/>
          </a:xfrm>
          <a:prstGeom prst="bentConnector3">
            <a:avLst>
              <a:gd name="adj1" fmla="val -10053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连接符: 肘形 827">
            <a:extLst>
              <a:ext uri="{FF2B5EF4-FFF2-40B4-BE49-F238E27FC236}">
                <a16:creationId xmlns:a16="http://schemas.microsoft.com/office/drawing/2014/main" id="{D4AFB41A-1229-4BC2-8F35-A23BCF7D16EA}"/>
              </a:ext>
            </a:extLst>
          </p:cNvPr>
          <p:cNvCxnSpPr>
            <a:cxnSpLocks/>
          </p:cNvCxnSpPr>
          <p:nvPr/>
        </p:nvCxnSpPr>
        <p:spPr>
          <a:xfrm flipV="1">
            <a:off x="5561083" y="2619502"/>
            <a:ext cx="260076" cy="16808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391875" y="3484169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661" y="3840440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200" y="3835753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726" y="3473945"/>
                <a:ext cx="252244" cy="251992"/>
              </a:xfrm>
              <a:prstGeom prst="rect">
                <a:avLst/>
              </a:prstGeom>
              <a:blipFill>
                <a:blip r:embed="rId5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94599" y="3516292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6726" y="3514657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442551" y="3856165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76805" y="3864407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44894" y="3854059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34026" y="3514323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547566" y="373780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712616" y="3737622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</p:cNvCxnSpPr>
          <p:nvPr/>
        </p:nvCxnSpPr>
        <p:spPr>
          <a:xfrm>
            <a:off x="9218414" y="3752485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 flipH="1">
            <a:off x="9182329" y="3738584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085006" y="348247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8792" y="3838745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3331" y="3834058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m:rPr>
                              <m:sty m:val="p"/>
                            </m:rP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ug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550" y="3506361"/>
                <a:ext cx="252244" cy="258340"/>
              </a:xfrm>
              <a:prstGeom prst="rect">
                <a:avLst/>
              </a:prstGeom>
              <a:blipFill>
                <a:blip r:embed="rId54"/>
                <a:stretch>
                  <a:fillRect r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87730" y="3514597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41467" y="3513535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135682" y="3854470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469936" y="3862712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438025" y="3852364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139920" y="3518768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240697" y="373610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405747" y="3735927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0911545" y="3750790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0875460" y="3736889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1" name="图形 880">
            <a:extLst>
              <a:ext uri="{FF2B5EF4-FFF2-40B4-BE49-F238E27FC236}">
                <a16:creationId xmlns:a16="http://schemas.microsoft.com/office/drawing/2014/main" id="{22C53B22-A086-412F-9917-243CCF1A8F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955840" y="4548963"/>
            <a:ext cx="369944" cy="369944"/>
          </a:xfrm>
          <a:prstGeom prst="rect">
            <a:avLst/>
          </a:prstGeom>
        </p:spPr>
      </p:pic>
      <p:pic>
        <p:nvPicPr>
          <p:cNvPr id="882" name="图形 881">
            <a:extLst>
              <a:ext uri="{FF2B5EF4-FFF2-40B4-BE49-F238E27FC236}">
                <a16:creationId xmlns:a16="http://schemas.microsoft.com/office/drawing/2014/main" id="{8E886DDF-BF65-44C7-AB50-6D9B22DF37C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77660" y="5027816"/>
            <a:ext cx="341725" cy="341725"/>
          </a:xfrm>
          <a:prstGeom prst="rect">
            <a:avLst/>
          </a:prstGeom>
        </p:spPr>
      </p:pic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81258" y="4518095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9854" y="5026433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467441" y="5488153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785480" y="4749630"/>
            <a:ext cx="686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拉近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796049" y="5234839"/>
            <a:ext cx="686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远离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257034" y="477291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257034" y="4950125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273794" y="546062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273794" y="5272292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110915" y="3598323"/>
            <a:ext cx="241438" cy="544634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254220" y="6523096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行为间-行为内的交互加权去噪模块</a:t>
            </a:r>
          </a:p>
        </p:txBody>
      </p:sp>
      <p:sp>
        <p:nvSpPr>
          <p:cNvPr id="902" name="左大括号 253">
            <a:extLst>
              <a:ext uri="{FF2B5EF4-FFF2-40B4-BE49-F238E27FC236}">
                <a16:creationId xmlns:a16="http://schemas.microsoft.com/office/drawing/2014/main" id="{1403B572-CCE9-4307-B865-E2A2FA1B3655}"/>
              </a:ext>
            </a:extLst>
          </p:cNvPr>
          <p:cNvSpPr/>
          <p:nvPr/>
        </p:nvSpPr>
        <p:spPr>
          <a:xfrm rot="16200000">
            <a:off x="9899132" y="4406527"/>
            <a:ext cx="265803" cy="3623789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99530" y="6519429"/>
            <a:ext cx="430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行为间-行为内的表示增强模块</a:t>
            </a:r>
          </a:p>
        </p:txBody>
      </p:sp>
      <p:cxnSp>
        <p:nvCxnSpPr>
          <p:cNvPr id="904" name="连接符: 肘形 903">
            <a:extLst>
              <a:ext uri="{FF2B5EF4-FFF2-40B4-BE49-F238E27FC236}">
                <a16:creationId xmlns:a16="http://schemas.microsoft.com/office/drawing/2014/main" id="{53EAC800-415F-4C1E-81DD-07018704E7DE}"/>
              </a:ext>
            </a:extLst>
          </p:cNvPr>
          <p:cNvCxnSpPr>
            <a:cxnSpLocks/>
          </p:cNvCxnSpPr>
          <p:nvPr/>
        </p:nvCxnSpPr>
        <p:spPr>
          <a:xfrm flipV="1">
            <a:off x="10276684" y="610401"/>
            <a:ext cx="1062921" cy="4747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连接符: 肘形 911">
            <a:extLst>
              <a:ext uri="{FF2B5EF4-FFF2-40B4-BE49-F238E27FC236}">
                <a16:creationId xmlns:a16="http://schemas.microsoft.com/office/drawing/2014/main" id="{A2DDF6EB-C28E-4FC0-94CF-85F246F7F03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792309" y="1369912"/>
            <a:ext cx="1274533" cy="39510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/>
              <p:nvPr/>
            </p:nvSpPr>
            <p:spPr>
              <a:xfrm>
                <a:off x="8495369" y="5825743"/>
                <a:ext cx="315383" cy="3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5" name="文本框 914">
                <a:extLst>
                  <a:ext uri="{FF2B5EF4-FFF2-40B4-BE49-F238E27FC236}">
                    <a16:creationId xmlns:a16="http://schemas.microsoft.com/office/drawing/2014/main" id="{0049FB92-B801-4489-A733-83644266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369" y="5825743"/>
                <a:ext cx="315383" cy="315856"/>
              </a:xfrm>
              <a:prstGeom prst="rect">
                <a:avLst/>
              </a:prstGeom>
              <a:blipFill>
                <a:blip r:embed="rId55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/>
              <p:nvPr/>
            </p:nvSpPr>
            <p:spPr>
              <a:xfrm>
                <a:off x="9999708" y="5821404"/>
                <a:ext cx="315383" cy="315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>
          <p:sp>
            <p:nvSpPr>
              <p:cNvPr id="916" name="文本框 915">
                <a:extLst>
                  <a:ext uri="{FF2B5EF4-FFF2-40B4-BE49-F238E27FC236}">
                    <a16:creationId xmlns:a16="http://schemas.microsoft.com/office/drawing/2014/main" id="{B015982B-1151-448F-BB02-76464BEF2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708" y="5821404"/>
                <a:ext cx="315383" cy="315856"/>
              </a:xfrm>
              <a:prstGeom prst="rect">
                <a:avLst/>
              </a:prstGeom>
              <a:blipFill>
                <a:blip r:embed="rId56"/>
                <a:stretch>
                  <a:fillRect r="-5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4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F497F1CC-B7D1-4645-9C0B-155DD5B9A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436" y="1564778"/>
            <a:ext cx="323255" cy="323255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E1BCD3A2-4C05-48BF-8EA9-17A0F458F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4929" y="951533"/>
            <a:ext cx="323255" cy="323255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50768F2-BCEB-416E-A323-E46A8E420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8436" y="2158724"/>
            <a:ext cx="323255" cy="323255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2FF049D-EDC2-43B9-9AF0-D307E8021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4883" y="503921"/>
            <a:ext cx="323256" cy="32325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F01B1C3F-7587-45D1-98DB-8E210B817B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7106" y="468098"/>
            <a:ext cx="323255" cy="32325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48A1D9AE-AB2D-4A0B-8386-75A7930F91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32850" y="384695"/>
            <a:ext cx="460789" cy="460789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0800DEC8-7EDA-4591-BC49-876E6A7D54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33959" y="418197"/>
            <a:ext cx="430225" cy="430225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FADB5E2A-C972-4884-933E-322922A7DF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21026" y="427338"/>
            <a:ext cx="338537" cy="338537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1B2411-B287-4D83-ACB1-DB9A1ADDB8CB}"/>
              </a:ext>
            </a:extLst>
          </p:cNvPr>
          <p:cNvSpPr/>
          <p:nvPr/>
        </p:nvSpPr>
        <p:spPr>
          <a:xfrm>
            <a:off x="416607" y="1754379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4D89A9E-1BF2-4856-B911-A95968492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494" y="1857502"/>
            <a:ext cx="323255" cy="323255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FF4416BF-DB0B-498A-B59E-883B8E6E4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32" y="1845560"/>
            <a:ext cx="323255" cy="323255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37A82715-FC08-4DD2-A037-5BA092D95A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0746" y="1857082"/>
            <a:ext cx="323255" cy="323255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CC10E6DA-D06E-40CB-8E3B-5730913E5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427" y="2460665"/>
            <a:ext cx="323256" cy="323256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22FF999E-1413-41D1-9883-45F5BD1C7F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433" y="2481979"/>
            <a:ext cx="323255" cy="323255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8C9D88CC-ECD2-42E6-83E5-8247AFC8FB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7535" y="2398946"/>
            <a:ext cx="460789" cy="460789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BEF35488-9C3C-47CA-A086-EC3E11B39D4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77858" y="2424078"/>
            <a:ext cx="430225" cy="430225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B053419A-C361-4A86-9EDB-BDA22B312F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65727" y="2482760"/>
            <a:ext cx="338537" cy="338537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124ECD-35D5-49B3-9649-48B49EE6DCD4}"/>
              </a:ext>
            </a:extLst>
          </p:cNvPr>
          <p:cNvSpPr/>
          <p:nvPr/>
        </p:nvSpPr>
        <p:spPr>
          <a:xfrm>
            <a:off x="4073443" y="3310618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75C4CE-858F-4F2F-A34B-2CC0357A0EAD}"/>
              </a:ext>
            </a:extLst>
          </p:cNvPr>
          <p:cNvSpPr/>
          <p:nvPr/>
        </p:nvSpPr>
        <p:spPr>
          <a:xfrm>
            <a:off x="4128788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FD4381-5FAE-4C54-BEBA-BB0C887CEC25}"/>
              </a:ext>
            </a:extLst>
          </p:cNvPr>
          <p:cNvSpPr/>
          <p:nvPr/>
        </p:nvSpPr>
        <p:spPr>
          <a:xfrm>
            <a:off x="4195919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22F31A-8EF3-4947-8AC7-788EBD7092DB}"/>
              </a:ext>
            </a:extLst>
          </p:cNvPr>
          <p:cNvSpPr/>
          <p:nvPr/>
        </p:nvSpPr>
        <p:spPr>
          <a:xfrm>
            <a:off x="4262316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0F0B64-77F1-4B42-80DB-EDE6B9B1D450}"/>
              </a:ext>
            </a:extLst>
          </p:cNvPr>
          <p:cNvSpPr/>
          <p:nvPr/>
        </p:nvSpPr>
        <p:spPr>
          <a:xfrm>
            <a:off x="4330140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4CE9F5-30F8-4519-BE1D-5327F17A4E5F}"/>
              </a:ext>
            </a:extLst>
          </p:cNvPr>
          <p:cNvSpPr/>
          <p:nvPr/>
        </p:nvSpPr>
        <p:spPr>
          <a:xfrm>
            <a:off x="4401558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209816-6D39-4877-A59F-F044A6D0E83A}"/>
              </a:ext>
            </a:extLst>
          </p:cNvPr>
          <p:cNvSpPr/>
          <p:nvPr/>
        </p:nvSpPr>
        <p:spPr>
          <a:xfrm>
            <a:off x="4474789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8DE6A1-2DDC-4F1D-803A-53F4B1979720}"/>
              </a:ext>
            </a:extLst>
          </p:cNvPr>
          <p:cNvSpPr/>
          <p:nvPr/>
        </p:nvSpPr>
        <p:spPr>
          <a:xfrm>
            <a:off x="4541966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89D94E-C922-4833-8ABC-D4E1F01EED08}"/>
              </a:ext>
            </a:extLst>
          </p:cNvPr>
          <p:cNvSpPr/>
          <p:nvPr/>
        </p:nvSpPr>
        <p:spPr>
          <a:xfrm>
            <a:off x="4125622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8858AE-D16B-4E64-9B3B-EEEFE6FB1E12}"/>
              </a:ext>
            </a:extLst>
          </p:cNvPr>
          <p:cNvSpPr/>
          <p:nvPr/>
        </p:nvSpPr>
        <p:spPr>
          <a:xfrm>
            <a:off x="4192753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50C543-4FD1-422C-B278-3FC2000F31F4}"/>
              </a:ext>
            </a:extLst>
          </p:cNvPr>
          <p:cNvSpPr/>
          <p:nvPr/>
        </p:nvSpPr>
        <p:spPr>
          <a:xfrm>
            <a:off x="4259150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66D6AB-FECF-4E00-8995-1512D069BD3B}"/>
              </a:ext>
            </a:extLst>
          </p:cNvPr>
          <p:cNvSpPr/>
          <p:nvPr/>
        </p:nvSpPr>
        <p:spPr>
          <a:xfrm>
            <a:off x="4326974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1289EC-DE87-4CF9-8AC8-4504ACB9A2B2}"/>
              </a:ext>
            </a:extLst>
          </p:cNvPr>
          <p:cNvSpPr/>
          <p:nvPr/>
        </p:nvSpPr>
        <p:spPr>
          <a:xfrm>
            <a:off x="4398392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A34CF3-54FC-4849-AEBE-62DC6430900D}"/>
              </a:ext>
            </a:extLst>
          </p:cNvPr>
          <p:cNvSpPr/>
          <p:nvPr/>
        </p:nvSpPr>
        <p:spPr>
          <a:xfrm>
            <a:off x="4471623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EABC8F-AA53-4BE1-8344-275DBEF8A5F1}"/>
              </a:ext>
            </a:extLst>
          </p:cNvPr>
          <p:cNvSpPr/>
          <p:nvPr/>
        </p:nvSpPr>
        <p:spPr>
          <a:xfrm>
            <a:off x="4538800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E8C139-F0B0-465F-8F1F-2FE518F2BD05}"/>
              </a:ext>
            </a:extLst>
          </p:cNvPr>
          <p:cNvSpPr/>
          <p:nvPr/>
        </p:nvSpPr>
        <p:spPr>
          <a:xfrm>
            <a:off x="4754020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5D172DD-EA38-41EB-A552-B0D5396DA3FC}"/>
              </a:ext>
            </a:extLst>
          </p:cNvPr>
          <p:cNvSpPr/>
          <p:nvPr/>
        </p:nvSpPr>
        <p:spPr>
          <a:xfrm>
            <a:off x="4821151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79172D-7A0C-4120-ACC4-8819EA0E7AFE}"/>
              </a:ext>
            </a:extLst>
          </p:cNvPr>
          <p:cNvSpPr/>
          <p:nvPr/>
        </p:nvSpPr>
        <p:spPr>
          <a:xfrm>
            <a:off x="4887548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6BD47F-20C7-4F22-99FB-9476AC4424B5}"/>
              </a:ext>
            </a:extLst>
          </p:cNvPr>
          <p:cNvSpPr/>
          <p:nvPr/>
        </p:nvSpPr>
        <p:spPr>
          <a:xfrm>
            <a:off x="4955372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F6118E-F7C3-4362-919F-FE30F4125FF0}"/>
              </a:ext>
            </a:extLst>
          </p:cNvPr>
          <p:cNvSpPr/>
          <p:nvPr/>
        </p:nvSpPr>
        <p:spPr>
          <a:xfrm>
            <a:off x="5026790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704D959-0402-4C97-87FE-A7134BA211A0}"/>
              </a:ext>
            </a:extLst>
          </p:cNvPr>
          <p:cNvSpPr/>
          <p:nvPr/>
        </p:nvSpPr>
        <p:spPr>
          <a:xfrm>
            <a:off x="5100021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883080-1C18-4EF2-8498-AB88FBF347EA}"/>
              </a:ext>
            </a:extLst>
          </p:cNvPr>
          <p:cNvSpPr/>
          <p:nvPr/>
        </p:nvSpPr>
        <p:spPr>
          <a:xfrm>
            <a:off x="5167198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7C36F9-2675-423E-9DCB-164B46FB643D}"/>
              </a:ext>
            </a:extLst>
          </p:cNvPr>
          <p:cNvSpPr/>
          <p:nvPr/>
        </p:nvSpPr>
        <p:spPr>
          <a:xfrm>
            <a:off x="4745579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225AAB2-5190-45E1-9408-89C7252976A7}"/>
              </a:ext>
            </a:extLst>
          </p:cNvPr>
          <p:cNvSpPr/>
          <p:nvPr/>
        </p:nvSpPr>
        <p:spPr>
          <a:xfrm>
            <a:off x="4812710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AC1FB9-BAF5-49FA-B148-A5C0031597E5}"/>
              </a:ext>
            </a:extLst>
          </p:cNvPr>
          <p:cNvSpPr/>
          <p:nvPr/>
        </p:nvSpPr>
        <p:spPr>
          <a:xfrm>
            <a:off x="4879107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AF347B-C469-4C89-A6FF-EE8B6CF49898}"/>
              </a:ext>
            </a:extLst>
          </p:cNvPr>
          <p:cNvSpPr/>
          <p:nvPr/>
        </p:nvSpPr>
        <p:spPr>
          <a:xfrm>
            <a:off x="4946931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07C6171-D62B-411B-8CFA-216AF194879D}"/>
              </a:ext>
            </a:extLst>
          </p:cNvPr>
          <p:cNvSpPr/>
          <p:nvPr/>
        </p:nvSpPr>
        <p:spPr>
          <a:xfrm>
            <a:off x="5018349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289B5F4-4FA1-4DAB-BD50-42317136B47B}"/>
              </a:ext>
            </a:extLst>
          </p:cNvPr>
          <p:cNvSpPr/>
          <p:nvPr/>
        </p:nvSpPr>
        <p:spPr>
          <a:xfrm>
            <a:off x="5091580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44B074-5663-4072-B5F9-EF8A7583B726}"/>
              </a:ext>
            </a:extLst>
          </p:cNvPr>
          <p:cNvSpPr/>
          <p:nvPr/>
        </p:nvSpPr>
        <p:spPr>
          <a:xfrm>
            <a:off x="5158757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2ABB9BA-AA23-40D8-AF71-68C908096FF0}"/>
              </a:ext>
            </a:extLst>
          </p:cNvPr>
          <p:cNvSpPr/>
          <p:nvPr/>
        </p:nvSpPr>
        <p:spPr>
          <a:xfrm>
            <a:off x="4761744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3D74FC-E030-4A83-9DFF-8623ECE3548F}"/>
              </a:ext>
            </a:extLst>
          </p:cNvPr>
          <p:cNvSpPr/>
          <p:nvPr/>
        </p:nvSpPr>
        <p:spPr>
          <a:xfrm>
            <a:off x="4828875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C95338-19EA-4524-BDFB-5B313A5516B5}"/>
              </a:ext>
            </a:extLst>
          </p:cNvPr>
          <p:cNvSpPr/>
          <p:nvPr/>
        </p:nvSpPr>
        <p:spPr>
          <a:xfrm>
            <a:off x="4895272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E5F235-AC59-44EA-8A0E-189D8E0CB0A9}"/>
              </a:ext>
            </a:extLst>
          </p:cNvPr>
          <p:cNvSpPr/>
          <p:nvPr/>
        </p:nvSpPr>
        <p:spPr>
          <a:xfrm>
            <a:off x="4963096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A6227B6-1B9E-457A-A2CD-83FE6DF5AA69}"/>
              </a:ext>
            </a:extLst>
          </p:cNvPr>
          <p:cNvSpPr/>
          <p:nvPr/>
        </p:nvSpPr>
        <p:spPr>
          <a:xfrm>
            <a:off x="5034514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D9B8D3E-27AF-4F68-ADDC-95BA77D4F365}"/>
              </a:ext>
            </a:extLst>
          </p:cNvPr>
          <p:cNvSpPr/>
          <p:nvPr/>
        </p:nvSpPr>
        <p:spPr>
          <a:xfrm>
            <a:off x="5107745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9043C3-24D7-4EAB-9AC8-AE9817F94A1B}"/>
              </a:ext>
            </a:extLst>
          </p:cNvPr>
          <p:cNvSpPr/>
          <p:nvPr/>
        </p:nvSpPr>
        <p:spPr>
          <a:xfrm>
            <a:off x="5174922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0EF7836-92BB-4A2D-83CB-6CC1C3176642}"/>
              </a:ext>
            </a:extLst>
          </p:cNvPr>
          <p:cNvSpPr/>
          <p:nvPr/>
        </p:nvSpPr>
        <p:spPr>
          <a:xfrm>
            <a:off x="2554851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B961F61B-94A4-4AEB-827C-7B40BB91A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5164" y="6167534"/>
            <a:ext cx="187781" cy="187781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9F435781-02CA-4449-B40A-59F05262C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6103" y="6180615"/>
            <a:ext cx="187781" cy="187781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41F428C9-D2F3-4913-8044-ADE75904C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1273" y="6169601"/>
            <a:ext cx="187781" cy="187781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0B26F1E6-445D-4506-ADC1-90C2010CE9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1461" y="6522091"/>
            <a:ext cx="187781" cy="187781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1FDFC72B-6CB8-44A4-A688-6373AC9431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6184" y="6544621"/>
            <a:ext cx="187781" cy="187781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D651489F-B75F-42A0-845A-2BA7334E08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8307" y="6501446"/>
            <a:ext cx="267675" cy="267675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E1E8398C-1F6C-4B01-B8AB-3509BA6A0C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5631" y="6516760"/>
            <a:ext cx="249920" cy="249920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5DF6642B-68E4-4DB9-9A0C-8B125B4BEF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4127" y="6551657"/>
            <a:ext cx="196658" cy="196658"/>
          </a:xfrm>
          <a:prstGeom prst="rect">
            <a:avLst/>
          </a:prstGeom>
        </p:spPr>
      </p:pic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B535894-E8A9-43B1-B5DA-E10BA757D99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2729994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7D1B990-9D8C-41F4-95E2-88BF7802CB5D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2725352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899E426-2013-4B1A-A093-36D2DB0CF9C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099055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3753838-FD43-4CA6-BB14-8B3CD2A0567F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3099055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B73EFF8-B8CB-41A6-B8D5-C43987C1A46D}"/>
              </a:ext>
            </a:extLst>
          </p:cNvPr>
          <p:cNvSpPr/>
          <p:nvPr/>
        </p:nvSpPr>
        <p:spPr>
          <a:xfrm>
            <a:off x="4058580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3B5AC651-3AFF-468B-9D24-D2CADAA79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893" y="6167534"/>
            <a:ext cx="187781" cy="187781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418D75E0-7412-426B-BBF6-CD0DD2BE5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9832" y="6180615"/>
            <a:ext cx="187781" cy="187781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9CB8032C-D350-4673-A3AE-D58EF6ADDB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780" y="6164579"/>
            <a:ext cx="187781" cy="187781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303A310F-4EE0-4F67-8ABF-D99B7D907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5190" y="6522091"/>
            <a:ext cx="187781" cy="187781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6D5579FE-B0F7-4E68-A3D5-D74700A860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99913" y="6544621"/>
            <a:ext cx="187781" cy="187781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3AFDD1A2-D5F0-43AF-82D2-21F229566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036" y="6501446"/>
            <a:ext cx="267675" cy="267675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1A203906-CEAF-43B6-881C-BCF690BE67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39360" y="6516760"/>
            <a:ext cx="249920" cy="249920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235D0B02-1D5A-4A4B-A867-9015687EB0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87856" y="6551657"/>
            <a:ext cx="196658" cy="196658"/>
          </a:xfrm>
          <a:prstGeom prst="rect">
            <a:avLst/>
          </a:prstGeom>
        </p:spPr>
      </p:pic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9B3640E-B48D-4371-B5D1-53E8D8B76639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>
            <a:off x="4233723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51B010F-71C5-4790-B321-30D19CECD175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flipH="1">
            <a:off x="4229081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BD91CA8-43B1-495E-AA1B-02907F7A32E8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4602784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4A71695-3E53-4C47-8BD2-FF637F8302B6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4602784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F77BC963-0537-40D8-B76C-AC89FE1DA2D4}"/>
              </a:ext>
            </a:extLst>
          </p:cNvPr>
          <p:cNvCxnSpPr>
            <a:cxnSpLocks/>
          </p:cNvCxnSpPr>
          <p:nvPr/>
        </p:nvCxnSpPr>
        <p:spPr>
          <a:xfrm>
            <a:off x="4606979" y="6342716"/>
            <a:ext cx="94037" cy="25272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9CA160F-81C9-49D8-B037-FC8776ABECA4}"/>
              </a:ext>
            </a:extLst>
          </p:cNvPr>
          <p:cNvCxnSpPr>
            <a:cxnSpLocks/>
          </p:cNvCxnSpPr>
          <p:nvPr/>
        </p:nvCxnSpPr>
        <p:spPr>
          <a:xfrm flipV="1">
            <a:off x="3062086" y="5923381"/>
            <a:ext cx="0" cy="202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BFA7A3-135D-4795-B47D-87C0D3E4F734}"/>
              </a:ext>
            </a:extLst>
          </p:cNvPr>
          <p:cNvCxnSpPr>
            <a:cxnSpLocks/>
          </p:cNvCxnSpPr>
          <p:nvPr/>
        </p:nvCxnSpPr>
        <p:spPr>
          <a:xfrm flipV="1">
            <a:off x="4904664" y="5914567"/>
            <a:ext cx="0" cy="2200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614B026-65B0-498C-A814-66CC76A01796}"/>
              </a:ext>
            </a:extLst>
          </p:cNvPr>
          <p:cNvCxnSpPr/>
          <p:nvPr/>
        </p:nvCxnSpPr>
        <p:spPr>
          <a:xfrm>
            <a:off x="3677146" y="5558529"/>
            <a:ext cx="162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2ADDF0D-DEC8-4DBA-85D5-EDA92717AB3A}"/>
              </a:ext>
            </a:extLst>
          </p:cNvPr>
          <p:cNvCxnSpPr>
            <a:cxnSpLocks/>
          </p:cNvCxnSpPr>
          <p:nvPr/>
        </p:nvCxnSpPr>
        <p:spPr>
          <a:xfrm flipH="1">
            <a:off x="4131306" y="5552611"/>
            <a:ext cx="184547" cy="1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/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blipFill>
                <a:blip r:embed="rId18"/>
                <a:stretch>
                  <a:fillRect r="-13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6099156-14B5-471B-A7E0-F8D95429FB28}"/>
              </a:ext>
            </a:extLst>
          </p:cNvPr>
          <p:cNvSpPr/>
          <p:nvPr/>
        </p:nvSpPr>
        <p:spPr>
          <a:xfrm>
            <a:off x="2430684" y="521278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5993A51-8E04-45F4-A622-B32C72427F8C}"/>
              </a:ext>
            </a:extLst>
          </p:cNvPr>
          <p:cNvSpPr/>
          <p:nvPr/>
        </p:nvSpPr>
        <p:spPr>
          <a:xfrm>
            <a:off x="2486029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D663530-6354-43D7-8019-28F90ECFEB7E}"/>
              </a:ext>
            </a:extLst>
          </p:cNvPr>
          <p:cNvSpPr/>
          <p:nvPr/>
        </p:nvSpPr>
        <p:spPr>
          <a:xfrm>
            <a:off x="2553160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55CED28-11AC-48EF-88BF-6BED270DC7A9}"/>
              </a:ext>
            </a:extLst>
          </p:cNvPr>
          <p:cNvSpPr/>
          <p:nvPr/>
        </p:nvSpPr>
        <p:spPr>
          <a:xfrm>
            <a:off x="2619557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B8CCFD8-9BED-4512-988A-CF576B7556F2}"/>
              </a:ext>
            </a:extLst>
          </p:cNvPr>
          <p:cNvSpPr/>
          <p:nvPr/>
        </p:nvSpPr>
        <p:spPr>
          <a:xfrm>
            <a:off x="2687381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522BC8F-D028-4B89-B3B1-CC65239947DB}"/>
              </a:ext>
            </a:extLst>
          </p:cNvPr>
          <p:cNvSpPr/>
          <p:nvPr/>
        </p:nvSpPr>
        <p:spPr>
          <a:xfrm>
            <a:off x="2758799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00BA835-F52E-40F4-BA1A-2ABA85378D4E}"/>
              </a:ext>
            </a:extLst>
          </p:cNvPr>
          <p:cNvSpPr/>
          <p:nvPr/>
        </p:nvSpPr>
        <p:spPr>
          <a:xfrm>
            <a:off x="2832030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D1A5630-EA59-40B8-8607-711E941F92B2}"/>
              </a:ext>
            </a:extLst>
          </p:cNvPr>
          <p:cNvSpPr/>
          <p:nvPr/>
        </p:nvSpPr>
        <p:spPr>
          <a:xfrm>
            <a:off x="2899207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EAB205E-D66F-4843-9957-24ABE8FF5AF3}"/>
              </a:ext>
            </a:extLst>
          </p:cNvPr>
          <p:cNvSpPr/>
          <p:nvPr/>
        </p:nvSpPr>
        <p:spPr>
          <a:xfrm>
            <a:off x="2482863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4FF616-0EFF-4C96-97C0-4B8D244372F0}"/>
              </a:ext>
            </a:extLst>
          </p:cNvPr>
          <p:cNvSpPr/>
          <p:nvPr/>
        </p:nvSpPr>
        <p:spPr>
          <a:xfrm>
            <a:off x="2549994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49D5E78-3BBD-4BAC-8167-3F8AC7DBB162}"/>
              </a:ext>
            </a:extLst>
          </p:cNvPr>
          <p:cNvSpPr/>
          <p:nvPr/>
        </p:nvSpPr>
        <p:spPr>
          <a:xfrm>
            <a:off x="2616391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6AA8FE4-2B1E-48B2-9D22-13348BC1AF69}"/>
              </a:ext>
            </a:extLst>
          </p:cNvPr>
          <p:cNvSpPr/>
          <p:nvPr/>
        </p:nvSpPr>
        <p:spPr>
          <a:xfrm>
            <a:off x="2684215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40737A0-3A81-4F5D-BEA2-94D81F0E7740}"/>
              </a:ext>
            </a:extLst>
          </p:cNvPr>
          <p:cNvSpPr/>
          <p:nvPr/>
        </p:nvSpPr>
        <p:spPr>
          <a:xfrm>
            <a:off x="2755633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83C5375-4E33-4A2A-9CE3-D395C9793930}"/>
              </a:ext>
            </a:extLst>
          </p:cNvPr>
          <p:cNvSpPr/>
          <p:nvPr/>
        </p:nvSpPr>
        <p:spPr>
          <a:xfrm>
            <a:off x="2828864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5A181A6-3BFB-41FA-B5DF-55EE229093CE}"/>
              </a:ext>
            </a:extLst>
          </p:cNvPr>
          <p:cNvSpPr/>
          <p:nvPr/>
        </p:nvSpPr>
        <p:spPr>
          <a:xfrm>
            <a:off x="2896041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D1FAA52-04DE-4D0A-92E9-FC217F9BE80D}"/>
              </a:ext>
            </a:extLst>
          </p:cNvPr>
          <p:cNvSpPr/>
          <p:nvPr/>
        </p:nvSpPr>
        <p:spPr>
          <a:xfrm>
            <a:off x="3111261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D813224-5C23-4482-AE01-AE716DF0776B}"/>
              </a:ext>
            </a:extLst>
          </p:cNvPr>
          <p:cNvSpPr/>
          <p:nvPr/>
        </p:nvSpPr>
        <p:spPr>
          <a:xfrm>
            <a:off x="3178392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004CEC8-DD86-4B91-914A-3897EC5776F4}"/>
              </a:ext>
            </a:extLst>
          </p:cNvPr>
          <p:cNvSpPr/>
          <p:nvPr/>
        </p:nvSpPr>
        <p:spPr>
          <a:xfrm>
            <a:off x="3244789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F17167A-FEF7-499D-9BEC-879082B0EB41}"/>
              </a:ext>
            </a:extLst>
          </p:cNvPr>
          <p:cNvSpPr/>
          <p:nvPr/>
        </p:nvSpPr>
        <p:spPr>
          <a:xfrm>
            <a:off x="3312613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E0D894C-FD54-4C24-A852-4996FE71303A}"/>
              </a:ext>
            </a:extLst>
          </p:cNvPr>
          <p:cNvSpPr/>
          <p:nvPr/>
        </p:nvSpPr>
        <p:spPr>
          <a:xfrm>
            <a:off x="3384031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89D1BB7-AFD4-43A4-8B70-F43FCAB2A5EB}"/>
              </a:ext>
            </a:extLst>
          </p:cNvPr>
          <p:cNvSpPr/>
          <p:nvPr/>
        </p:nvSpPr>
        <p:spPr>
          <a:xfrm>
            <a:off x="3457262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7F08CCE-CD03-470B-9EA9-1DD5045AA014}"/>
              </a:ext>
            </a:extLst>
          </p:cNvPr>
          <p:cNvSpPr/>
          <p:nvPr/>
        </p:nvSpPr>
        <p:spPr>
          <a:xfrm>
            <a:off x="3524439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0067D41-5172-466E-BEF2-617EA99A9850}"/>
              </a:ext>
            </a:extLst>
          </p:cNvPr>
          <p:cNvSpPr/>
          <p:nvPr/>
        </p:nvSpPr>
        <p:spPr>
          <a:xfrm>
            <a:off x="3102820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AE1D565-FB63-4C99-A7B7-406258540170}"/>
              </a:ext>
            </a:extLst>
          </p:cNvPr>
          <p:cNvSpPr/>
          <p:nvPr/>
        </p:nvSpPr>
        <p:spPr>
          <a:xfrm>
            <a:off x="3169951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677CCB8-F74A-4632-9059-D3C4AB84B46D}"/>
              </a:ext>
            </a:extLst>
          </p:cNvPr>
          <p:cNvSpPr/>
          <p:nvPr/>
        </p:nvSpPr>
        <p:spPr>
          <a:xfrm>
            <a:off x="3236348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2230591-61DE-4B41-9903-26283B6025B1}"/>
              </a:ext>
            </a:extLst>
          </p:cNvPr>
          <p:cNvSpPr/>
          <p:nvPr/>
        </p:nvSpPr>
        <p:spPr>
          <a:xfrm>
            <a:off x="3304172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7C0CBD1-D319-4116-9D03-45EC5E67D2AC}"/>
              </a:ext>
            </a:extLst>
          </p:cNvPr>
          <p:cNvSpPr/>
          <p:nvPr/>
        </p:nvSpPr>
        <p:spPr>
          <a:xfrm>
            <a:off x="3375590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A32AD5-BFB4-4C3D-AEAF-005BB7A2C99C}"/>
              </a:ext>
            </a:extLst>
          </p:cNvPr>
          <p:cNvSpPr/>
          <p:nvPr/>
        </p:nvSpPr>
        <p:spPr>
          <a:xfrm>
            <a:off x="3448821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D16B18DB-1101-4667-9BE0-5D316620E3BB}"/>
              </a:ext>
            </a:extLst>
          </p:cNvPr>
          <p:cNvSpPr/>
          <p:nvPr/>
        </p:nvSpPr>
        <p:spPr>
          <a:xfrm>
            <a:off x="3515998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1F6409D-6E7F-4F19-9379-BC9FFAB47B83}"/>
              </a:ext>
            </a:extLst>
          </p:cNvPr>
          <p:cNvSpPr/>
          <p:nvPr/>
        </p:nvSpPr>
        <p:spPr>
          <a:xfrm>
            <a:off x="3118985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D726D19-47B0-4B73-A879-4F0785EF1F7F}"/>
              </a:ext>
            </a:extLst>
          </p:cNvPr>
          <p:cNvSpPr/>
          <p:nvPr/>
        </p:nvSpPr>
        <p:spPr>
          <a:xfrm>
            <a:off x="3186116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E62C096-A330-4DE6-BD65-3F8759E3197B}"/>
              </a:ext>
            </a:extLst>
          </p:cNvPr>
          <p:cNvSpPr/>
          <p:nvPr/>
        </p:nvSpPr>
        <p:spPr>
          <a:xfrm>
            <a:off x="3252513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94D3B31-BAB7-40CD-9666-5FD592140BC8}"/>
              </a:ext>
            </a:extLst>
          </p:cNvPr>
          <p:cNvSpPr/>
          <p:nvPr/>
        </p:nvSpPr>
        <p:spPr>
          <a:xfrm>
            <a:off x="3320337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BD14EFD-CE0C-45B1-9152-F74D1B60C7BD}"/>
              </a:ext>
            </a:extLst>
          </p:cNvPr>
          <p:cNvSpPr/>
          <p:nvPr/>
        </p:nvSpPr>
        <p:spPr>
          <a:xfrm>
            <a:off x="3391755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C763B25-0D2A-46D1-9028-59451B5EE41C}"/>
              </a:ext>
            </a:extLst>
          </p:cNvPr>
          <p:cNvSpPr/>
          <p:nvPr/>
        </p:nvSpPr>
        <p:spPr>
          <a:xfrm>
            <a:off x="3464986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46A75A5-898A-4BAD-9D57-1E9CBD480208}"/>
              </a:ext>
            </a:extLst>
          </p:cNvPr>
          <p:cNvSpPr/>
          <p:nvPr/>
        </p:nvSpPr>
        <p:spPr>
          <a:xfrm>
            <a:off x="3532163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DE75DE6-BE41-4D03-BA64-8E1B0C29C86F}"/>
              </a:ext>
            </a:extLst>
          </p:cNvPr>
          <p:cNvSpPr/>
          <p:nvPr/>
        </p:nvSpPr>
        <p:spPr>
          <a:xfrm>
            <a:off x="4319382" y="5208789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6AAB7C9-8FC7-4D0B-A15D-35088801DA74}"/>
              </a:ext>
            </a:extLst>
          </p:cNvPr>
          <p:cNvSpPr/>
          <p:nvPr/>
        </p:nvSpPr>
        <p:spPr>
          <a:xfrm>
            <a:off x="4374727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90531A3-CF50-40EE-AFEE-31957047ABE0}"/>
              </a:ext>
            </a:extLst>
          </p:cNvPr>
          <p:cNvSpPr/>
          <p:nvPr/>
        </p:nvSpPr>
        <p:spPr>
          <a:xfrm>
            <a:off x="4441858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F955B50-F213-4EDD-8D18-FE365B30B667}"/>
              </a:ext>
            </a:extLst>
          </p:cNvPr>
          <p:cNvSpPr/>
          <p:nvPr/>
        </p:nvSpPr>
        <p:spPr>
          <a:xfrm>
            <a:off x="4508255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BE846B2-1CC0-4364-8FC1-BFE2BEA74DEA}"/>
              </a:ext>
            </a:extLst>
          </p:cNvPr>
          <p:cNvSpPr/>
          <p:nvPr/>
        </p:nvSpPr>
        <p:spPr>
          <a:xfrm>
            <a:off x="4576079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EE2DE74-8712-43CF-88B2-90F6170AB117}"/>
              </a:ext>
            </a:extLst>
          </p:cNvPr>
          <p:cNvSpPr/>
          <p:nvPr/>
        </p:nvSpPr>
        <p:spPr>
          <a:xfrm>
            <a:off x="4647497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546BE28-59CF-4806-AE9B-8B02A7FD01E1}"/>
              </a:ext>
            </a:extLst>
          </p:cNvPr>
          <p:cNvSpPr/>
          <p:nvPr/>
        </p:nvSpPr>
        <p:spPr>
          <a:xfrm>
            <a:off x="4720728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AAC798F-837A-43C6-B59C-F4B31C55D6AD}"/>
              </a:ext>
            </a:extLst>
          </p:cNvPr>
          <p:cNvSpPr/>
          <p:nvPr/>
        </p:nvSpPr>
        <p:spPr>
          <a:xfrm>
            <a:off x="4787905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DA1ABE1-ECD5-4ADD-B67E-C0ED6898DED6}"/>
              </a:ext>
            </a:extLst>
          </p:cNvPr>
          <p:cNvSpPr/>
          <p:nvPr/>
        </p:nvSpPr>
        <p:spPr>
          <a:xfrm>
            <a:off x="4371561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06FAB02-3D28-407B-9126-24B4358A6DD7}"/>
              </a:ext>
            </a:extLst>
          </p:cNvPr>
          <p:cNvSpPr/>
          <p:nvPr/>
        </p:nvSpPr>
        <p:spPr>
          <a:xfrm>
            <a:off x="4438692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2A886B2-A77D-4335-9FC0-71DC6E306332}"/>
              </a:ext>
            </a:extLst>
          </p:cNvPr>
          <p:cNvSpPr/>
          <p:nvPr/>
        </p:nvSpPr>
        <p:spPr>
          <a:xfrm>
            <a:off x="4505089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A5DCD73-AFCC-4F34-9F87-5031187B7A53}"/>
              </a:ext>
            </a:extLst>
          </p:cNvPr>
          <p:cNvSpPr/>
          <p:nvPr/>
        </p:nvSpPr>
        <p:spPr>
          <a:xfrm>
            <a:off x="4572913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43939AD-9E01-4845-A6D2-63563574EFF5}"/>
              </a:ext>
            </a:extLst>
          </p:cNvPr>
          <p:cNvSpPr/>
          <p:nvPr/>
        </p:nvSpPr>
        <p:spPr>
          <a:xfrm>
            <a:off x="4644331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5C7630-2FA3-49F1-ABE7-545549BC2769}"/>
              </a:ext>
            </a:extLst>
          </p:cNvPr>
          <p:cNvSpPr/>
          <p:nvPr/>
        </p:nvSpPr>
        <p:spPr>
          <a:xfrm>
            <a:off x="4717562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CEBCF8C-5EE9-4979-9368-5A39237E7865}"/>
              </a:ext>
            </a:extLst>
          </p:cNvPr>
          <p:cNvSpPr/>
          <p:nvPr/>
        </p:nvSpPr>
        <p:spPr>
          <a:xfrm>
            <a:off x="4784739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E651C85-CB03-4BA6-B90A-8D3D21741442}"/>
              </a:ext>
            </a:extLst>
          </p:cNvPr>
          <p:cNvSpPr/>
          <p:nvPr/>
        </p:nvSpPr>
        <p:spPr>
          <a:xfrm>
            <a:off x="4999959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08B49DD4-096F-4B81-A5A2-631DA4935B7E}"/>
              </a:ext>
            </a:extLst>
          </p:cNvPr>
          <p:cNvSpPr/>
          <p:nvPr/>
        </p:nvSpPr>
        <p:spPr>
          <a:xfrm>
            <a:off x="5067090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E267107-7596-4FD9-92DA-7931068BB9E8}"/>
              </a:ext>
            </a:extLst>
          </p:cNvPr>
          <p:cNvSpPr/>
          <p:nvPr/>
        </p:nvSpPr>
        <p:spPr>
          <a:xfrm>
            <a:off x="5133487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BCC5FD0-FC68-430E-80EC-DFA9D333BF2F}"/>
              </a:ext>
            </a:extLst>
          </p:cNvPr>
          <p:cNvSpPr/>
          <p:nvPr/>
        </p:nvSpPr>
        <p:spPr>
          <a:xfrm>
            <a:off x="5201311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781790C-8ADD-471D-8941-1321E0C55D8B}"/>
              </a:ext>
            </a:extLst>
          </p:cNvPr>
          <p:cNvSpPr/>
          <p:nvPr/>
        </p:nvSpPr>
        <p:spPr>
          <a:xfrm>
            <a:off x="5272729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ACB4736D-145F-4E54-9E5F-80198681F6E3}"/>
              </a:ext>
            </a:extLst>
          </p:cNvPr>
          <p:cNvSpPr/>
          <p:nvPr/>
        </p:nvSpPr>
        <p:spPr>
          <a:xfrm>
            <a:off x="5345960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3BBE93D6-F6E9-4349-A44D-7EBAEDD4F506}"/>
              </a:ext>
            </a:extLst>
          </p:cNvPr>
          <p:cNvSpPr/>
          <p:nvPr/>
        </p:nvSpPr>
        <p:spPr>
          <a:xfrm>
            <a:off x="5413137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9C7CB3C-2FC6-4CDA-8536-CCC84774BD70}"/>
              </a:ext>
            </a:extLst>
          </p:cNvPr>
          <p:cNvSpPr/>
          <p:nvPr/>
        </p:nvSpPr>
        <p:spPr>
          <a:xfrm>
            <a:off x="4991518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09602F5-27B6-4680-9D8E-6E423434388E}"/>
              </a:ext>
            </a:extLst>
          </p:cNvPr>
          <p:cNvSpPr/>
          <p:nvPr/>
        </p:nvSpPr>
        <p:spPr>
          <a:xfrm>
            <a:off x="5058649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E1B56AA-8323-423A-9B39-948D6D062BCE}"/>
              </a:ext>
            </a:extLst>
          </p:cNvPr>
          <p:cNvSpPr/>
          <p:nvPr/>
        </p:nvSpPr>
        <p:spPr>
          <a:xfrm>
            <a:off x="5125046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BD555B71-557F-4AB0-BC13-56142A4E5D5E}"/>
              </a:ext>
            </a:extLst>
          </p:cNvPr>
          <p:cNvSpPr/>
          <p:nvPr/>
        </p:nvSpPr>
        <p:spPr>
          <a:xfrm>
            <a:off x="5192870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1582FC6-E903-402B-9521-926F5FF410B5}"/>
              </a:ext>
            </a:extLst>
          </p:cNvPr>
          <p:cNvSpPr/>
          <p:nvPr/>
        </p:nvSpPr>
        <p:spPr>
          <a:xfrm>
            <a:off x="5264288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185E72AA-6FE1-4A8A-90F7-046A5D80A8B3}"/>
              </a:ext>
            </a:extLst>
          </p:cNvPr>
          <p:cNvSpPr/>
          <p:nvPr/>
        </p:nvSpPr>
        <p:spPr>
          <a:xfrm>
            <a:off x="5337519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28E162A-960C-41A5-BDB5-DD9F27CB6A68}"/>
              </a:ext>
            </a:extLst>
          </p:cNvPr>
          <p:cNvSpPr/>
          <p:nvPr/>
        </p:nvSpPr>
        <p:spPr>
          <a:xfrm>
            <a:off x="5404696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4CAB7138-0801-48E4-A212-69DD7C5BAC13}"/>
              </a:ext>
            </a:extLst>
          </p:cNvPr>
          <p:cNvSpPr/>
          <p:nvPr/>
        </p:nvSpPr>
        <p:spPr>
          <a:xfrm>
            <a:off x="5007683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2EA08AE-B3F7-4BA6-A3FC-97AF498923B2}"/>
              </a:ext>
            </a:extLst>
          </p:cNvPr>
          <p:cNvSpPr/>
          <p:nvPr/>
        </p:nvSpPr>
        <p:spPr>
          <a:xfrm>
            <a:off x="5074814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28D7A1E-B28E-4352-8291-23023D013088}"/>
              </a:ext>
            </a:extLst>
          </p:cNvPr>
          <p:cNvSpPr/>
          <p:nvPr/>
        </p:nvSpPr>
        <p:spPr>
          <a:xfrm>
            <a:off x="5141211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E2E2B6A-B57C-4496-A018-23A174E238A7}"/>
              </a:ext>
            </a:extLst>
          </p:cNvPr>
          <p:cNvSpPr/>
          <p:nvPr/>
        </p:nvSpPr>
        <p:spPr>
          <a:xfrm>
            <a:off x="5209035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BC8B252-5AA8-4189-80A4-A4C7A331C4E2}"/>
              </a:ext>
            </a:extLst>
          </p:cNvPr>
          <p:cNvSpPr/>
          <p:nvPr/>
        </p:nvSpPr>
        <p:spPr>
          <a:xfrm>
            <a:off x="5280453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9FCB68EA-AF8C-4BFF-9669-47685E3619A6}"/>
              </a:ext>
            </a:extLst>
          </p:cNvPr>
          <p:cNvSpPr/>
          <p:nvPr/>
        </p:nvSpPr>
        <p:spPr>
          <a:xfrm>
            <a:off x="5353684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5438B0E-73D1-41D7-B90C-0F8A3FE9D6C6}"/>
              </a:ext>
            </a:extLst>
          </p:cNvPr>
          <p:cNvSpPr/>
          <p:nvPr/>
        </p:nvSpPr>
        <p:spPr>
          <a:xfrm>
            <a:off x="5420861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FB2F661-C339-4DC2-981A-A0633EB8E492}"/>
              </a:ext>
            </a:extLst>
          </p:cNvPr>
          <p:cNvSpPr/>
          <p:nvPr/>
        </p:nvSpPr>
        <p:spPr>
          <a:xfrm>
            <a:off x="8258139" y="2809796"/>
            <a:ext cx="3049779" cy="140719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5EFFE42B-A226-4F2C-A332-910C19828FAF}"/>
              </a:ext>
            </a:extLst>
          </p:cNvPr>
          <p:cNvCxnSpPr>
            <a:cxnSpLocks/>
          </p:cNvCxnSpPr>
          <p:nvPr/>
        </p:nvCxnSpPr>
        <p:spPr>
          <a:xfrm>
            <a:off x="8232850" y="4416182"/>
            <a:ext cx="3122126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3" name="图形 162">
            <a:extLst>
              <a:ext uri="{FF2B5EF4-FFF2-40B4-BE49-F238E27FC236}">
                <a16:creationId xmlns:a16="http://schemas.microsoft.com/office/drawing/2014/main" id="{6D488854-9638-4EFC-934A-30223797F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2038" y="3363094"/>
            <a:ext cx="323255" cy="323255"/>
          </a:xfrm>
          <a:prstGeom prst="rect">
            <a:avLst/>
          </a:prstGeom>
        </p:spPr>
      </p:pic>
      <p:pic>
        <p:nvPicPr>
          <p:cNvPr id="164" name="图形 163">
            <a:extLst>
              <a:ext uri="{FF2B5EF4-FFF2-40B4-BE49-F238E27FC236}">
                <a16:creationId xmlns:a16="http://schemas.microsoft.com/office/drawing/2014/main" id="{3C39FB84-0341-443E-A296-38D622E3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764" y="2868766"/>
            <a:ext cx="323255" cy="323255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4BA5F657-8176-43FB-98AE-E49E62A0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883" y="3835448"/>
            <a:ext cx="323255" cy="323255"/>
          </a:xfrm>
          <a:prstGeom prst="rect">
            <a:avLst/>
          </a:prstGeom>
        </p:spPr>
      </p:pic>
      <p:sp>
        <p:nvSpPr>
          <p:cNvPr id="166" name="矩形 165">
            <a:extLst>
              <a:ext uri="{FF2B5EF4-FFF2-40B4-BE49-F238E27FC236}">
                <a16:creationId xmlns:a16="http://schemas.microsoft.com/office/drawing/2014/main" id="{B321259C-EE13-4AE5-B0A0-3B691B9A6384}"/>
              </a:ext>
            </a:extLst>
          </p:cNvPr>
          <p:cNvSpPr/>
          <p:nvPr/>
        </p:nvSpPr>
        <p:spPr>
          <a:xfrm>
            <a:off x="8735477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3B5A8D28-429E-45BD-BCCA-78B424FB1EF9}"/>
              </a:ext>
            </a:extLst>
          </p:cNvPr>
          <p:cNvSpPr/>
          <p:nvPr/>
        </p:nvSpPr>
        <p:spPr>
          <a:xfrm>
            <a:off x="8866105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75E56EB-F126-4BD9-A2AA-0639D7D0ED78}"/>
              </a:ext>
            </a:extLst>
          </p:cNvPr>
          <p:cNvSpPr/>
          <p:nvPr/>
        </p:nvSpPr>
        <p:spPr>
          <a:xfrm>
            <a:off x="8995998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CB68865-790F-4360-9F6E-112F9A23CDE6}"/>
              </a:ext>
            </a:extLst>
          </p:cNvPr>
          <p:cNvSpPr/>
          <p:nvPr/>
        </p:nvSpPr>
        <p:spPr>
          <a:xfrm>
            <a:off x="9127317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E2512E9-DF75-4E4B-B350-FCE2A8453D12}"/>
              </a:ext>
            </a:extLst>
          </p:cNvPr>
          <p:cNvSpPr/>
          <p:nvPr/>
        </p:nvSpPr>
        <p:spPr>
          <a:xfrm>
            <a:off x="9257997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992A68A4-D557-4741-8EAC-B3162769C4C9}"/>
              </a:ext>
            </a:extLst>
          </p:cNvPr>
          <p:cNvSpPr/>
          <p:nvPr/>
        </p:nvSpPr>
        <p:spPr>
          <a:xfrm>
            <a:off x="9382024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13032AEF-575E-420B-88FB-207224537010}"/>
              </a:ext>
            </a:extLst>
          </p:cNvPr>
          <p:cNvSpPr/>
          <p:nvPr/>
        </p:nvSpPr>
        <p:spPr>
          <a:xfrm>
            <a:off x="9512704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D007FF69-E2F7-45A1-BF3F-8428CBB44FFC}"/>
              </a:ext>
            </a:extLst>
          </p:cNvPr>
          <p:cNvCxnSpPr>
            <a:cxnSpLocks/>
          </p:cNvCxnSpPr>
          <p:nvPr/>
        </p:nvCxnSpPr>
        <p:spPr>
          <a:xfrm>
            <a:off x="8466080" y="320364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3271A15A-DF90-460A-9ED1-F97FA4198FFA}"/>
              </a:ext>
            </a:extLst>
          </p:cNvPr>
          <p:cNvSpPr/>
          <p:nvPr/>
        </p:nvSpPr>
        <p:spPr>
          <a:xfrm>
            <a:off x="8730944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F0B2775-E338-4BB2-B692-129954B49163}"/>
              </a:ext>
            </a:extLst>
          </p:cNvPr>
          <p:cNvSpPr/>
          <p:nvPr/>
        </p:nvSpPr>
        <p:spPr>
          <a:xfrm>
            <a:off x="8861572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80388F50-85A6-49B9-A3ED-FCE2AF585C3C}"/>
              </a:ext>
            </a:extLst>
          </p:cNvPr>
          <p:cNvSpPr/>
          <p:nvPr/>
        </p:nvSpPr>
        <p:spPr>
          <a:xfrm>
            <a:off x="8991465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EE491DB-2D70-4D70-86BB-064C9E6301C3}"/>
              </a:ext>
            </a:extLst>
          </p:cNvPr>
          <p:cNvSpPr/>
          <p:nvPr/>
        </p:nvSpPr>
        <p:spPr>
          <a:xfrm>
            <a:off x="9122784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AD38CB8-A86B-4660-BA6D-47398E7272FF}"/>
              </a:ext>
            </a:extLst>
          </p:cNvPr>
          <p:cNvSpPr/>
          <p:nvPr/>
        </p:nvSpPr>
        <p:spPr>
          <a:xfrm>
            <a:off x="9253464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37E98A8-E6D6-411F-90BE-01114D662F09}"/>
              </a:ext>
            </a:extLst>
          </p:cNvPr>
          <p:cNvSpPr/>
          <p:nvPr/>
        </p:nvSpPr>
        <p:spPr>
          <a:xfrm>
            <a:off x="9377491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31BFA11-9A9C-4118-818C-F5CB7EE34DE9}"/>
              </a:ext>
            </a:extLst>
          </p:cNvPr>
          <p:cNvSpPr/>
          <p:nvPr/>
        </p:nvSpPr>
        <p:spPr>
          <a:xfrm>
            <a:off x="9508171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74A6BFDE-BC27-4889-8253-FE4882AD6AA4}"/>
              </a:ext>
            </a:extLst>
          </p:cNvPr>
          <p:cNvSpPr/>
          <p:nvPr/>
        </p:nvSpPr>
        <p:spPr>
          <a:xfrm>
            <a:off x="8735448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604062FE-AB2E-498D-857A-8B966000991F}"/>
              </a:ext>
            </a:extLst>
          </p:cNvPr>
          <p:cNvSpPr/>
          <p:nvPr/>
        </p:nvSpPr>
        <p:spPr>
          <a:xfrm>
            <a:off x="8866076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BF6ABB7E-2274-4139-80C6-AE6343A49F8C}"/>
              </a:ext>
            </a:extLst>
          </p:cNvPr>
          <p:cNvSpPr/>
          <p:nvPr/>
        </p:nvSpPr>
        <p:spPr>
          <a:xfrm>
            <a:off x="8995969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E0FBE2CA-40A5-4359-8573-B689C0531047}"/>
              </a:ext>
            </a:extLst>
          </p:cNvPr>
          <p:cNvSpPr/>
          <p:nvPr/>
        </p:nvSpPr>
        <p:spPr>
          <a:xfrm>
            <a:off x="9127288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972569D1-5BE7-476E-904C-8C60BAC6925B}"/>
              </a:ext>
            </a:extLst>
          </p:cNvPr>
          <p:cNvSpPr/>
          <p:nvPr/>
        </p:nvSpPr>
        <p:spPr>
          <a:xfrm>
            <a:off x="9257968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90D7EFB-3D1F-4E85-88C4-43EFE82CAF2E}"/>
              </a:ext>
            </a:extLst>
          </p:cNvPr>
          <p:cNvSpPr/>
          <p:nvPr/>
        </p:nvSpPr>
        <p:spPr>
          <a:xfrm>
            <a:off x="9381995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CEADB2E-27C5-44B3-87A3-926A2DC0AB4B}"/>
              </a:ext>
            </a:extLst>
          </p:cNvPr>
          <p:cNvSpPr/>
          <p:nvPr/>
        </p:nvSpPr>
        <p:spPr>
          <a:xfrm>
            <a:off x="9512675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CD21F7FB-3FC8-481A-82FF-BF5573F703B6}"/>
              </a:ext>
            </a:extLst>
          </p:cNvPr>
          <p:cNvCxnSpPr>
            <a:cxnSpLocks/>
          </p:cNvCxnSpPr>
          <p:nvPr/>
        </p:nvCxnSpPr>
        <p:spPr>
          <a:xfrm>
            <a:off x="9085471" y="3078935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4BC01C7C-F3B5-4CD6-A321-338802C5F8E7}"/>
              </a:ext>
            </a:extLst>
          </p:cNvPr>
          <p:cNvCxnSpPr>
            <a:cxnSpLocks/>
          </p:cNvCxnSpPr>
          <p:nvPr/>
        </p:nvCxnSpPr>
        <p:spPr>
          <a:xfrm flipV="1">
            <a:off x="9085471" y="3256146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CC7F31C2-C04D-4E8D-929B-F4174D2EB25F}"/>
              </a:ext>
            </a:extLst>
          </p:cNvPr>
          <p:cNvSpPr txBox="1"/>
          <p:nvPr/>
        </p:nvSpPr>
        <p:spPr>
          <a:xfrm>
            <a:off x="9156292" y="309063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68A59909-A9E0-4E00-A2F2-B59089075A0E}"/>
              </a:ext>
            </a:extLst>
          </p:cNvPr>
          <p:cNvCxnSpPr>
            <a:cxnSpLocks/>
          </p:cNvCxnSpPr>
          <p:nvPr/>
        </p:nvCxnSpPr>
        <p:spPr>
          <a:xfrm>
            <a:off x="9102231" y="3766642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628E2EE1-CC13-4F9D-A437-D8A0D5B74973}"/>
              </a:ext>
            </a:extLst>
          </p:cNvPr>
          <p:cNvCxnSpPr>
            <a:cxnSpLocks/>
          </p:cNvCxnSpPr>
          <p:nvPr/>
        </p:nvCxnSpPr>
        <p:spPr>
          <a:xfrm flipV="1">
            <a:off x="9102231" y="3578313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99570E51-C1DE-4F4B-9584-605214BF93DB}"/>
              </a:ext>
            </a:extLst>
          </p:cNvPr>
          <p:cNvSpPr txBox="1"/>
          <p:nvPr/>
        </p:nvSpPr>
        <p:spPr>
          <a:xfrm>
            <a:off x="9216296" y="360370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" name="图形 193">
            <a:extLst>
              <a:ext uri="{FF2B5EF4-FFF2-40B4-BE49-F238E27FC236}">
                <a16:creationId xmlns:a16="http://schemas.microsoft.com/office/drawing/2014/main" id="{86B59890-7672-4215-9EB9-17774A46CF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3913" y="2833223"/>
            <a:ext cx="323256" cy="323256"/>
          </a:xfrm>
          <a:prstGeom prst="rect">
            <a:avLst/>
          </a:prstGeom>
        </p:spPr>
      </p:pic>
      <p:pic>
        <p:nvPicPr>
          <p:cNvPr id="195" name="图形 194">
            <a:extLst>
              <a:ext uri="{FF2B5EF4-FFF2-40B4-BE49-F238E27FC236}">
                <a16:creationId xmlns:a16="http://schemas.microsoft.com/office/drawing/2014/main" id="{6D1261E0-90B4-4600-85AF-64FBE7C730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08444" y="3324385"/>
            <a:ext cx="323255" cy="323255"/>
          </a:xfrm>
          <a:prstGeom prst="rect">
            <a:avLst/>
          </a:prstGeom>
        </p:spPr>
      </p:pic>
      <p:pic>
        <p:nvPicPr>
          <p:cNvPr id="196" name="图形 195">
            <a:extLst>
              <a:ext uri="{FF2B5EF4-FFF2-40B4-BE49-F238E27FC236}">
                <a16:creationId xmlns:a16="http://schemas.microsoft.com/office/drawing/2014/main" id="{656F5A30-3E0B-499F-887C-59E8FA2E23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34849" y="3723408"/>
            <a:ext cx="460789" cy="460789"/>
          </a:xfrm>
          <a:prstGeom prst="rect">
            <a:avLst/>
          </a:prstGeom>
        </p:spPr>
      </p:pic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CBEC5D97-2436-4307-AFF7-75E8F5CD055D}"/>
              </a:ext>
            </a:extLst>
          </p:cNvPr>
          <p:cNvCxnSpPr>
            <a:cxnSpLocks/>
            <a:endCxn id="195" idx="0"/>
          </p:cNvCxnSpPr>
          <p:nvPr/>
        </p:nvCxnSpPr>
        <p:spPr>
          <a:xfrm>
            <a:off x="9970072" y="3172794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" name="矩形 197">
            <a:extLst>
              <a:ext uri="{FF2B5EF4-FFF2-40B4-BE49-F238E27FC236}">
                <a16:creationId xmlns:a16="http://schemas.microsoft.com/office/drawing/2014/main" id="{624592F5-D8B2-4009-BEB6-94DF0818E623}"/>
              </a:ext>
            </a:extLst>
          </p:cNvPr>
          <p:cNvSpPr/>
          <p:nvPr/>
        </p:nvSpPr>
        <p:spPr>
          <a:xfrm>
            <a:off x="10269457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851FD476-74E2-4088-9167-0EFADE401979}"/>
              </a:ext>
            </a:extLst>
          </p:cNvPr>
          <p:cNvSpPr/>
          <p:nvPr/>
        </p:nvSpPr>
        <p:spPr>
          <a:xfrm>
            <a:off x="10400085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19A18E53-6A55-44D7-BCD4-7B60CE8D6D08}"/>
              </a:ext>
            </a:extLst>
          </p:cNvPr>
          <p:cNvSpPr/>
          <p:nvPr/>
        </p:nvSpPr>
        <p:spPr>
          <a:xfrm>
            <a:off x="10529978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38D242A7-E5C2-43CF-BEAF-9FB712B6C4F3}"/>
              </a:ext>
            </a:extLst>
          </p:cNvPr>
          <p:cNvSpPr/>
          <p:nvPr/>
        </p:nvSpPr>
        <p:spPr>
          <a:xfrm>
            <a:off x="10661297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1E570DB3-574E-46EB-A583-B1F88124888B}"/>
              </a:ext>
            </a:extLst>
          </p:cNvPr>
          <p:cNvSpPr/>
          <p:nvPr/>
        </p:nvSpPr>
        <p:spPr>
          <a:xfrm>
            <a:off x="10791977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92896135-8BEA-4FF4-B0A8-1EA02488336F}"/>
              </a:ext>
            </a:extLst>
          </p:cNvPr>
          <p:cNvSpPr/>
          <p:nvPr/>
        </p:nvSpPr>
        <p:spPr>
          <a:xfrm>
            <a:off x="10916004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6A0AB27B-4A3A-414A-8B23-0357F6175E60}"/>
              </a:ext>
            </a:extLst>
          </p:cNvPr>
          <p:cNvSpPr/>
          <p:nvPr/>
        </p:nvSpPr>
        <p:spPr>
          <a:xfrm>
            <a:off x="11046684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36846067-2FCF-4BF8-9321-A6A0E3F56F29}"/>
              </a:ext>
            </a:extLst>
          </p:cNvPr>
          <p:cNvSpPr/>
          <p:nvPr/>
        </p:nvSpPr>
        <p:spPr>
          <a:xfrm>
            <a:off x="10264924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D64D80E-211D-47F3-B35E-66A84427C956}"/>
              </a:ext>
            </a:extLst>
          </p:cNvPr>
          <p:cNvSpPr/>
          <p:nvPr/>
        </p:nvSpPr>
        <p:spPr>
          <a:xfrm>
            <a:off x="10395552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21F42B13-6760-4DF1-BA71-6ECA08A04A80}"/>
              </a:ext>
            </a:extLst>
          </p:cNvPr>
          <p:cNvSpPr/>
          <p:nvPr/>
        </p:nvSpPr>
        <p:spPr>
          <a:xfrm>
            <a:off x="10525445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8939EA6E-EC47-42C4-BAD4-CE5E9C63ADCF}"/>
              </a:ext>
            </a:extLst>
          </p:cNvPr>
          <p:cNvSpPr/>
          <p:nvPr/>
        </p:nvSpPr>
        <p:spPr>
          <a:xfrm>
            <a:off x="10656764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22339EEF-022D-49B0-AA00-D3833511D8FE}"/>
              </a:ext>
            </a:extLst>
          </p:cNvPr>
          <p:cNvSpPr/>
          <p:nvPr/>
        </p:nvSpPr>
        <p:spPr>
          <a:xfrm>
            <a:off x="10787444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69802FE3-4769-415C-BC3C-C35A8830B62D}"/>
              </a:ext>
            </a:extLst>
          </p:cNvPr>
          <p:cNvSpPr/>
          <p:nvPr/>
        </p:nvSpPr>
        <p:spPr>
          <a:xfrm>
            <a:off x="10911471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20F286A2-0A5C-4642-BE69-800A363827B2}"/>
              </a:ext>
            </a:extLst>
          </p:cNvPr>
          <p:cNvSpPr/>
          <p:nvPr/>
        </p:nvSpPr>
        <p:spPr>
          <a:xfrm>
            <a:off x="11042151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CCAD0FC2-4C9A-4E04-97AF-8D274F8D494E}"/>
              </a:ext>
            </a:extLst>
          </p:cNvPr>
          <p:cNvSpPr/>
          <p:nvPr/>
        </p:nvSpPr>
        <p:spPr>
          <a:xfrm>
            <a:off x="10269428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232D878-4C13-48F9-A422-FF9C9C7C9257}"/>
              </a:ext>
            </a:extLst>
          </p:cNvPr>
          <p:cNvSpPr/>
          <p:nvPr/>
        </p:nvSpPr>
        <p:spPr>
          <a:xfrm>
            <a:off x="10400056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65D3A270-84DB-4B41-B2DF-05FC6C93971B}"/>
              </a:ext>
            </a:extLst>
          </p:cNvPr>
          <p:cNvSpPr/>
          <p:nvPr/>
        </p:nvSpPr>
        <p:spPr>
          <a:xfrm>
            <a:off x="10529949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E20E534C-58BC-4637-98C7-B971C785435F}"/>
              </a:ext>
            </a:extLst>
          </p:cNvPr>
          <p:cNvSpPr/>
          <p:nvPr/>
        </p:nvSpPr>
        <p:spPr>
          <a:xfrm>
            <a:off x="10661268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7363117-DD77-4636-B06F-8CFFB50AED2B}"/>
              </a:ext>
            </a:extLst>
          </p:cNvPr>
          <p:cNvSpPr/>
          <p:nvPr/>
        </p:nvSpPr>
        <p:spPr>
          <a:xfrm>
            <a:off x="10791948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A0A99A3-E7F7-444E-AC28-94CFA6202524}"/>
              </a:ext>
            </a:extLst>
          </p:cNvPr>
          <p:cNvSpPr/>
          <p:nvPr/>
        </p:nvSpPr>
        <p:spPr>
          <a:xfrm>
            <a:off x="10915975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5FB211AE-894C-489F-B392-55DE82061669}"/>
              </a:ext>
            </a:extLst>
          </p:cNvPr>
          <p:cNvSpPr/>
          <p:nvPr/>
        </p:nvSpPr>
        <p:spPr>
          <a:xfrm>
            <a:off x="11046655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FD6F5F2-7D0F-4646-862B-C9E150024D80}"/>
              </a:ext>
            </a:extLst>
          </p:cNvPr>
          <p:cNvCxnSpPr>
            <a:cxnSpLocks/>
          </p:cNvCxnSpPr>
          <p:nvPr/>
        </p:nvCxnSpPr>
        <p:spPr>
          <a:xfrm>
            <a:off x="10619451" y="3031350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219B9404-C42F-4188-A229-E80E77531CD8}"/>
              </a:ext>
            </a:extLst>
          </p:cNvPr>
          <p:cNvCxnSpPr>
            <a:cxnSpLocks/>
          </p:cNvCxnSpPr>
          <p:nvPr/>
        </p:nvCxnSpPr>
        <p:spPr>
          <a:xfrm flipV="1">
            <a:off x="10619451" y="3208561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2AB9853E-08F9-44E2-A571-E5D9DF7DE954}"/>
              </a:ext>
            </a:extLst>
          </p:cNvPr>
          <p:cNvCxnSpPr>
            <a:cxnSpLocks/>
          </p:cNvCxnSpPr>
          <p:nvPr/>
        </p:nvCxnSpPr>
        <p:spPr>
          <a:xfrm>
            <a:off x="10636211" y="3719057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BE3EFC19-8011-49AF-8B17-983DB1D7DEA1}"/>
              </a:ext>
            </a:extLst>
          </p:cNvPr>
          <p:cNvCxnSpPr>
            <a:cxnSpLocks/>
          </p:cNvCxnSpPr>
          <p:nvPr/>
        </p:nvCxnSpPr>
        <p:spPr>
          <a:xfrm flipV="1">
            <a:off x="10636211" y="3530728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147E654-8FDC-4679-8334-3442ABCB817B}"/>
              </a:ext>
            </a:extLst>
          </p:cNvPr>
          <p:cNvSpPr txBox="1"/>
          <p:nvPr/>
        </p:nvSpPr>
        <p:spPr>
          <a:xfrm>
            <a:off x="10747106" y="3043533"/>
            <a:ext cx="51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5848CA3-4B91-4709-BFA7-1A557816CA3A}"/>
              </a:ext>
            </a:extLst>
          </p:cNvPr>
          <p:cNvSpPr txBox="1"/>
          <p:nvPr/>
        </p:nvSpPr>
        <p:spPr>
          <a:xfrm>
            <a:off x="10771438" y="3538468"/>
            <a:ext cx="587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D24AAE38-38DF-4F1C-A377-70B7883D2173}"/>
              </a:ext>
            </a:extLst>
          </p:cNvPr>
          <p:cNvSpPr/>
          <p:nvPr/>
        </p:nvSpPr>
        <p:spPr>
          <a:xfrm>
            <a:off x="2957164" y="3052341"/>
            <a:ext cx="1251394" cy="1203524"/>
          </a:xfrm>
          <a:custGeom>
            <a:avLst/>
            <a:gdLst>
              <a:gd name="connsiteX0" fmla="*/ 127537 w 1251394"/>
              <a:gd name="connsiteY0" fmla="*/ 388692 h 1203524"/>
              <a:gd name="connsiteX1" fmla="*/ 740312 w 1251394"/>
              <a:gd name="connsiteY1" fmla="*/ 826842 h 1203524"/>
              <a:gd name="connsiteX2" fmla="*/ 768887 w 1251394"/>
              <a:gd name="connsiteY2" fmla="*/ 1157042 h 1203524"/>
              <a:gd name="connsiteX3" fmla="*/ 1178462 w 1251394"/>
              <a:gd name="connsiteY3" fmla="*/ 1084017 h 1203524"/>
              <a:gd name="connsiteX4" fmla="*/ 1140362 w 1251394"/>
              <a:gd name="connsiteY4" fmla="*/ 87067 h 1203524"/>
              <a:gd name="connsiteX5" fmla="*/ 89437 w 1251394"/>
              <a:gd name="connsiteY5" fmla="*/ 87067 h 1203524"/>
              <a:gd name="connsiteX6" fmla="*/ 127537 w 1251394"/>
              <a:gd name="connsiteY6" fmla="*/ 388692 h 1203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51394" h="1203524">
                <a:moveTo>
                  <a:pt x="127537" y="388692"/>
                </a:moveTo>
                <a:cubicBezTo>
                  <a:pt x="236016" y="511988"/>
                  <a:pt x="633420" y="698784"/>
                  <a:pt x="740312" y="826842"/>
                </a:cubicBezTo>
                <a:cubicBezTo>
                  <a:pt x="847204" y="954900"/>
                  <a:pt x="695862" y="1114180"/>
                  <a:pt x="768887" y="1157042"/>
                </a:cubicBezTo>
                <a:cubicBezTo>
                  <a:pt x="841912" y="1199904"/>
                  <a:pt x="1116550" y="1262346"/>
                  <a:pt x="1178462" y="1084017"/>
                </a:cubicBezTo>
                <a:cubicBezTo>
                  <a:pt x="1240374" y="905688"/>
                  <a:pt x="1321866" y="253225"/>
                  <a:pt x="1140362" y="87067"/>
                </a:cubicBezTo>
                <a:cubicBezTo>
                  <a:pt x="958858" y="-79091"/>
                  <a:pt x="255066" y="34150"/>
                  <a:pt x="89437" y="87067"/>
                </a:cubicBezTo>
                <a:cubicBezTo>
                  <a:pt x="-76192" y="139984"/>
                  <a:pt x="19058" y="265396"/>
                  <a:pt x="127537" y="388692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C1238560-721E-4188-9546-A2BC9EDDB244}"/>
              </a:ext>
            </a:extLst>
          </p:cNvPr>
          <p:cNvSpPr/>
          <p:nvPr/>
        </p:nvSpPr>
        <p:spPr>
          <a:xfrm>
            <a:off x="3939823" y="516141"/>
            <a:ext cx="1712093" cy="1934924"/>
          </a:xfrm>
          <a:prstGeom prst="roundRect">
            <a:avLst>
              <a:gd name="adj" fmla="val 3512"/>
            </a:avLst>
          </a:prstGeom>
          <a:solidFill>
            <a:srgbClr val="E1EEF7"/>
          </a:solidFill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88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3003</TotalTime>
  <Words>228</Words>
  <Application>Microsoft Office PowerPoint</Application>
  <PresentationFormat>宽屏</PresentationFormat>
  <Paragraphs>91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176</cp:revision>
  <dcterms:created xsi:type="dcterms:W3CDTF">2024-09-09T07:22:16Z</dcterms:created>
  <dcterms:modified xsi:type="dcterms:W3CDTF">2024-09-11T12:22:03Z</dcterms:modified>
</cp:coreProperties>
</file>