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63" d="100"/>
          <a:sy n="163" d="100"/>
        </p:scale>
        <p:origin x="108" y="1544"/>
      </p:cViewPr>
      <p:guideLst>
        <p:guide orient="horz" pos="113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9241"/>
            <a:ext cx="91440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070"/>
            <a:ext cx="91440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20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97613"/>
            <a:ext cx="1051560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409468"/>
            <a:ext cx="1051560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69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58453"/>
            <a:ext cx="5181600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58453"/>
            <a:ext cx="5181600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39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1691"/>
            <a:ext cx="10515600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82610"/>
            <a:ext cx="515778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15164"/>
            <a:ext cx="5157787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82610"/>
            <a:ext cx="51831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15164"/>
            <a:ext cx="5183188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803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0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42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18398"/>
            <a:ext cx="617220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4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18398"/>
            <a:ext cx="617220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8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77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691"/>
            <a:ext cx="2628900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691"/>
            <a:ext cx="7734300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69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91691"/>
            <a:ext cx="1051560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58453"/>
            <a:ext cx="1051560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935F4-1DB9-401D-BD9D-637D9DE52CBF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337084"/>
            <a:ext cx="41148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72D65-FC11-4B56-ABAC-2E44F91CF3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13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A681C4E4-9E9F-4FDE-91F9-6C3C988A7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2514" y="128750"/>
            <a:ext cx="4024745" cy="3130357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BAAC43D7-129C-444C-8DCA-EF99DC1F6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1676" y="128751"/>
            <a:ext cx="4024745" cy="3130357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A396084D-A596-45EB-883E-6F55EE060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38" y="128752"/>
            <a:ext cx="4024745" cy="31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89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2</cp:revision>
  <dcterms:created xsi:type="dcterms:W3CDTF">2024-12-19T03:16:21Z</dcterms:created>
  <dcterms:modified xsi:type="dcterms:W3CDTF">2024-12-19T03:20:47Z</dcterms:modified>
</cp:coreProperties>
</file>