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8D4"/>
    <a:srgbClr val="76C2CD"/>
    <a:srgbClr val="E5F1DD"/>
    <a:srgbClr val="5A6CCA"/>
    <a:srgbClr val="E2F0D9"/>
    <a:srgbClr val="427FDB"/>
    <a:srgbClr val="559BD4"/>
    <a:srgbClr val="FF0000"/>
    <a:srgbClr val="F4B3B3"/>
    <a:srgbClr val="217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6" autoAdjust="0"/>
    <p:restoredTop sz="95507" autoAdjust="0"/>
  </p:normalViewPr>
  <p:slideViewPr>
    <p:cSldViewPr snapToGrid="0">
      <p:cViewPr varScale="1">
        <p:scale>
          <a:sx n="162" d="100"/>
          <a:sy n="162" d="100"/>
        </p:scale>
        <p:origin x="408" y="84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9FE1-7C31-4231-BD65-71F3C3F0019A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6B00C-3231-44DE-B134-0D027674A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行为内加权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7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5F5D7-6D59-449F-8E7D-90B22B36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D31783-5E0F-48A4-B426-0EF85991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1" indent="0" algn="ctr">
              <a:buNone/>
              <a:defRPr sz="2000"/>
            </a:lvl2pPr>
            <a:lvl3pPr marL="914402" indent="0" algn="ctr">
              <a:buNone/>
              <a:defRPr sz="1800"/>
            </a:lvl3pPr>
            <a:lvl4pPr marL="1371603" indent="0" algn="ctr">
              <a:buNone/>
              <a:defRPr sz="1600"/>
            </a:lvl4pPr>
            <a:lvl5pPr marL="1828804" indent="0" algn="ctr">
              <a:buNone/>
              <a:defRPr sz="1600"/>
            </a:lvl5pPr>
            <a:lvl6pPr marL="2286005" indent="0" algn="ctr">
              <a:buNone/>
              <a:defRPr sz="1600"/>
            </a:lvl6pPr>
            <a:lvl7pPr marL="2743206" indent="0" algn="ctr">
              <a:buNone/>
              <a:defRPr sz="1600"/>
            </a:lvl7pPr>
            <a:lvl8pPr marL="3200407" indent="0" algn="ctr">
              <a:buNone/>
              <a:defRPr sz="1600"/>
            </a:lvl8pPr>
            <a:lvl9pPr marL="365760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E36BE-8E44-45F3-94B3-3ECF08B0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D48BE-C60D-4CEB-B33E-0BBE765F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54BBA-AB2B-4123-99D8-D537630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1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E2031-79B6-4A1E-A383-C04BC4BC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E2254-CFF5-4CB9-9BF5-74317D31B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B015C-B91B-4B9C-9575-AC124B6A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32B86-F463-4FA8-99A0-701B9A6F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0BCEA-BF68-41D0-8107-68B09DDB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97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DAD07-77DA-4F32-99A3-FE6FEA19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47BA6-DC03-4C39-A351-19EC07748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5F75C-C6E8-4881-8988-FD6158E8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4662C-037A-4167-B0B8-CEC206B6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A3525-2598-42F4-92CF-F3B59E9D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9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55347-ED93-4467-92C3-5C0ADD0B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F8845-52E9-4CE7-9545-0989DFC2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44454-4C76-45CC-BB2B-4E69FD3F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27DC1-C045-4669-AC71-8208346B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F8B2AA-A80A-4CC8-94EF-2816BC7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5ECFB-A0FE-4EB8-84F5-1B3C81E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2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7A51F-3E81-4D47-84F9-D8CA6119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D8845-D919-4D92-8D8A-66E40AE32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1" indent="0">
              <a:buNone/>
              <a:defRPr sz="2000" b="1"/>
            </a:lvl2pPr>
            <a:lvl3pPr marL="914402" indent="0">
              <a:buNone/>
              <a:defRPr sz="1800" b="1"/>
            </a:lvl3pPr>
            <a:lvl4pPr marL="1371603" indent="0">
              <a:buNone/>
              <a:defRPr sz="1600" b="1"/>
            </a:lvl4pPr>
            <a:lvl5pPr marL="1828804" indent="0">
              <a:buNone/>
              <a:defRPr sz="1600" b="1"/>
            </a:lvl5pPr>
            <a:lvl6pPr marL="2286005" indent="0">
              <a:buNone/>
              <a:defRPr sz="1600" b="1"/>
            </a:lvl6pPr>
            <a:lvl7pPr marL="2743206" indent="0">
              <a:buNone/>
              <a:defRPr sz="1600" b="1"/>
            </a:lvl7pPr>
            <a:lvl8pPr marL="3200407" indent="0">
              <a:buNone/>
              <a:defRPr sz="1600" b="1"/>
            </a:lvl8pPr>
            <a:lvl9pPr marL="365760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ABA405-BFFC-45E4-BD7B-72AD8AB33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1E50E8-C0AD-4784-9044-A61AB0A43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1" indent="0">
              <a:buNone/>
              <a:defRPr sz="2000" b="1"/>
            </a:lvl2pPr>
            <a:lvl3pPr marL="914402" indent="0">
              <a:buNone/>
              <a:defRPr sz="1800" b="1"/>
            </a:lvl3pPr>
            <a:lvl4pPr marL="1371603" indent="0">
              <a:buNone/>
              <a:defRPr sz="1600" b="1"/>
            </a:lvl4pPr>
            <a:lvl5pPr marL="1828804" indent="0">
              <a:buNone/>
              <a:defRPr sz="1600" b="1"/>
            </a:lvl5pPr>
            <a:lvl6pPr marL="2286005" indent="0">
              <a:buNone/>
              <a:defRPr sz="1600" b="1"/>
            </a:lvl6pPr>
            <a:lvl7pPr marL="2743206" indent="0">
              <a:buNone/>
              <a:defRPr sz="1600" b="1"/>
            </a:lvl7pPr>
            <a:lvl8pPr marL="3200407" indent="0">
              <a:buNone/>
              <a:defRPr sz="1600" b="1"/>
            </a:lvl8pPr>
            <a:lvl9pPr marL="365760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4DF2B7-DF16-4934-819A-D1AA2F78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474282-700E-472B-B992-9B113E3D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CFD606-CA4B-4164-859F-C63E36D2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D3F46F-6C4B-45E8-958C-193E20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08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D4E39-2567-4A50-9EBC-8C14824D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2AAB1A-22D6-403B-8C2B-CBAC193D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927033-73FF-4BE8-AF28-E228C2AB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DC7805-58BC-444C-B842-11A3BF0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40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E8B90E-F7CD-45A2-BB43-5C99C3A0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B7BDEB-670E-4445-90E9-155934F9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4C74A-A6EC-4BF3-9F39-4A970BB1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0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C308E-938E-473A-BEC6-9088D263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C5B22-4417-4B8B-8741-6FE84CB6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961E0B-A2D0-4DD0-9D16-195EECA0D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1" indent="0">
              <a:buNone/>
              <a:defRPr sz="1400"/>
            </a:lvl2pPr>
            <a:lvl3pPr marL="914402" indent="0">
              <a:buNone/>
              <a:defRPr sz="1200"/>
            </a:lvl3pPr>
            <a:lvl4pPr marL="1371603" indent="0">
              <a:buNone/>
              <a:defRPr sz="1000"/>
            </a:lvl4pPr>
            <a:lvl5pPr marL="1828804" indent="0">
              <a:buNone/>
              <a:defRPr sz="1000"/>
            </a:lvl5pPr>
            <a:lvl6pPr marL="2286005" indent="0">
              <a:buNone/>
              <a:defRPr sz="1000"/>
            </a:lvl6pPr>
            <a:lvl7pPr marL="2743206" indent="0">
              <a:buNone/>
              <a:defRPr sz="1000"/>
            </a:lvl7pPr>
            <a:lvl8pPr marL="3200407" indent="0">
              <a:buNone/>
              <a:defRPr sz="1000"/>
            </a:lvl8pPr>
            <a:lvl9pPr marL="365760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F49E8-8E13-469B-ABB7-261D1AB5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82300-9DF4-49DC-857A-69B8C3F3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35CD4-7EEA-402F-98B6-F163FBD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8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33A25-02F2-4961-AA45-FD3CFE92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8B2558-A661-4B0B-AAFE-14B2C31FB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1" indent="0">
              <a:buNone/>
              <a:defRPr sz="2800"/>
            </a:lvl2pPr>
            <a:lvl3pPr marL="914402" indent="0">
              <a:buNone/>
              <a:defRPr sz="2400"/>
            </a:lvl3pPr>
            <a:lvl4pPr marL="1371603" indent="0">
              <a:buNone/>
              <a:defRPr sz="2000"/>
            </a:lvl4pPr>
            <a:lvl5pPr marL="1828804" indent="0">
              <a:buNone/>
              <a:defRPr sz="2000"/>
            </a:lvl5pPr>
            <a:lvl6pPr marL="2286005" indent="0">
              <a:buNone/>
              <a:defRPr sz="2000"/>
            </a:lvl6pPr>
            <a:lvl7pPr marL="2743206" indent="0">
              <a:buNone/>
              <a:defRPr sz="2000"/>
            </a:lvl7pPr>
            <a:lvl8pPr marL="3200407" indent="0">
              <a:buNone/>
              <a:defRPr sz="2000"/>
            </a:lvl8pPr>
            <a:lvl9pPr marL="365760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E217-F87B-4F4A-8488-915D10F3C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1" indent="0">
              <a:buNone/>
              <a:defRPr sz="1400"/>
            </a:lvl2pPr>
            <a:lvl3pPr marL="914402" indent="0">
              <a:buNone/>
              <a:defRPr sz="1200"/>
            </a:lvl3pPr>
            <a:lvl4pPr marL="1371603" indent="0">
              <a:buNone/>
              <a:defRPr sz="1000"/>
            </a:lvl4pPr>
            <a:lvl5pPr marL="1828804" indent="0">
              <a:buNone/>
              <a:defRPr sz="1000"/>
            </a:lvl5pPr>
            <a:lvl6pPr marL="2286005" indent="0">
              <a:buNone/>
              <a:defRPr sz="1000"/>
            </a:lvl6pPr>
            <a:lvl7pPr marL="2743206" indent="0">
              <a:buNone/>
              <a:defRPr sz="1000"/>
            </a:lvl7pPr>
            <a:lvl8pPr marL="3200407" indent="0">
              <a:buNone/>
              <a:defRPr sz="1000"/>
            </a:lvl8pPr>
            <a:lvl9pPr marL="365760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F9FD3-AC85-4321-AC69-0B9498F8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B2893-3692-4E6B-9098-8D25F635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259791-FE1B-42C8-AE0C-D3CF9D88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7FD35-5259-4E7E-B082-DCE0CA4D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C2E970-4DB8-43E9-9CE1-B917CEAA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DEB4B-7E82-438F-A3EB-5E587878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0DEE1-00D2-46C9-AE0E-66E58F2A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38B13-D13E-475C-BE3A-8E188648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49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D16A7D-8336-437D-9E66-FEC20EEAF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6D218E-91A4-4093-91BD-2634A2A11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03771-0154-4709-9443-A89A120B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FFAD1-E9A1-43D3-B5B4-1BD2DAC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34DAF8-6EFD-40C6-A228-B008AD81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3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E8A6A7-1703-4A33-B1A0-CABB37E8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05919B-C871-46EB-B869-DEBCB2D5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91FBB-153F-49B8-B578-163F5426F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2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126F-B682-46EC-B345-30A797F60BB4}" type="datetimeFigureOut">
              <a:rPr lang="zh-CN" altLang="en-US" smtClean="0"/>
              <a:t>2024/12/12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87D52-8563-4397-A0B1-BD066596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97473-45C8-4322-B3DA-526EC571E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2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2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4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4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6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6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8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8" indent="-228600" algn="l" defTabSz="9144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2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3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4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5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6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7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8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sv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517314" y="4165988"/>
            <a:ext cx="3558801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71157" y="4234225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521810" y="2124438"/>
            <a:ext cx="3543190" cy="190789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30113" y="286038"/>
            <a:ext cx="2609593" cy="1792237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947648" y="356125"/>
            <a:ext cx="2407312" cy="397369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658109" y="345336"/>
            <a:ext cx="2758673" cy="567193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83826" y="502421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161550" y="600130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370999" y="101456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478" y="1244696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5312" y="1227020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561501" y="1014565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561504" y="1014563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780773" y="1026507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06066" y="1026507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194740" y="1029146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06063" y="1026508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844449" y="1005856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184473" y="1781854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595" y="2420880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0380" y="2424438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390251" y="2197646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536077" y="2211123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221967" y="220823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237334" y="220954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890241" y="2207809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182440" y="2957609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368" y="3602176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692" y="3627307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388218" y="3382587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521715" y="3380843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226953" y="3383984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235300" y="338529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9166596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9297224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9427117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558436" y="4460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689116" y="44650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813143" y="4460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943823" y="44650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9149666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9280294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9410187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541506" y="77909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672186" y="77957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796213" y="77909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926893" y="77957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9147146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9277774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9407667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538986" y="145283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669666" y="1453308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793693" y="145283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924373" y="1453308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9149718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9280346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9410239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541558" y="176515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672238" y="1765633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796265" y="176515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926945" y="1765633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9147368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9277996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9407889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539208" y="111211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669888" y="111259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793915" y="111211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924595" y="111259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170702" y="4308310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170702" y="5004622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704778" y="460132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340" y="5065540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7150" y="5108549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464120" y="5317220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904840" y="531850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733013" y="532474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234338" y="559216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338" y="559216"/>
                <a:ext cx="1713181" cy="246221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343088" y="885063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088" y="885063"/>
                <a:ext cx="1470712" cy="246221"/>
              </a:xfrm>
              <a:prstGeom prst="rect">
                <a:avLst/>
              </a:prstGeom>
              <a:blipFill>
                <a:blip r:embed="rId8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374512" y="1216779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512" y="1216779"/>
                <a:ext cx="1779021" cy="260008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353943" y="1551056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43" y="1551056"/>
                <a:ext cx="1850086" cy="246221"/>
              </a:xfrm>
              <a:prstGeom prst="rect">
                <a:avLst/>
              </a:prstGeom>
              <a:blipFill>
                <a:blip r:embed="rId10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409715" y="1021988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022031" y="560296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31" y="560296"/>
                <a:ext cx="315383" cy="2993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039754" y="1778457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54" y="1778457"/>
                <a:ext cx="31538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064573" y="2952365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573" y="2952365"/>
                <a:ext cx="315383" cy="2918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065148" y="4323319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48" y="4323319"/>
                <a:ext cx="315383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443901" y="4164389"/>
            <a:ext cx="367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Intra-Behavior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289904" y="3137057"/>
            <a:ext cx="0" cy="142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889625" y="2799940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473762" y="2808792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888262" y="253404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62" y="2534045"/>
                <a:ext cx="297287" cy="283219"/>
              </a:xfrm>
              <a:prstGeom prst="rect">
                <a:avLst/>
              </a:prstGeom>
              <a:blipFill>
                <a:blip r:embed="rId15"/>
                <a:stretch>
                  <a:fillRect r="-1387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648777" y="242380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376897" y="2114578"/>
            <a:ext cx="374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Preference-informed Inter-Behavior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771079" y="4461975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9248414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379042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508935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640254" y="45740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770934" y="457448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894961" y="45740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10025641" y="457448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9000416" y="4847455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9243881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374509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504402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635721" y="50622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766401" y="506273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890428" y="50622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10021108" y="506273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9248385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379013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508906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640225" y="558047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770905" y="55809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894932" y="558047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10025612" y="55809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644677" y="4769039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555386" y="5271691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324066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454694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584587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715906" y="4570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846586" y="457101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0966080" y="4570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101293" y="457101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318841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449469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579362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710681" y="505776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841361" y="505824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0965388" y="505776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096068" y="505824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339373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470001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599894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731213" y="55797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861893" y="558018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0985920" y="55797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116600" y="558018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38056" y="4728403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38931" y="4901986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740619" y="540933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738928" y="5214774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713878" y="327504"/>
            <a:ext cx="2725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Intra-Behavior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673502" y="958649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502" y="958649"/>
                <a:ext cx="45719" cy="369332"/>
              </a:xfrm>
              <a:prstGeom prst="rect">
                <a:avLst/>
              </a:prstGeom>
              <a:blipFill>
                <a:blip r:embed="rId16"/>
                <a:stretch>
                  <a:fillRect l="-185714" r="-72857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8016" y="639740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40877" y="639789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0845" y="1832584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9105" y="1833329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1743" y="3020905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2202" y="3024824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8139" y="1290807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8160" y="1280853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07662" y="1302658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1758" y="640479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7418" y="1832269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6060" y="2422321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9051" y="2449998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29432" y="2474746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9037" y="3603211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2028" y="3630890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42409" y="3655637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4697" y="3023427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5557" y="442860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2505" y="4430639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32705" y="4429951"/>
            <a:ext cx="365379" cy="365379"/>
          </a:xfrm>
          <a:prstGeom prst="rect">
            <a:avLst/>
          </a:prstGeom>
        </p:spPr>
      </p:pic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905426" y="600799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150031" y="1003062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1511" y="1233195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4345" y="1215519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340533" y="100306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340536" y="1003062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59806" y="101500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85096" y="1015007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73771" y="1017645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85096" y="101500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623481" y="994355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57048" y="628239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19908" y="628288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87171" y="1279306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87192" y="1269352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86694" y="1291157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40790" y="628978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914734" y="1781432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7856" y="2420458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0642" y="2424016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120513" y="2197224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66338" y="2210701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952228" y="220781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67595" y="220911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620502" y="2207387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91106" y="1832162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89367" y="1832907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97679" y="1831847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46320" y="2421899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69312" y="2449576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59693" y="2474324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916798" y="2964420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7728" y="3608986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8050" y="3634119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122578" y="3389398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256074" y="3387654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61312" y="339079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69660" y="339210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76102" y="3027716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46560" y="3031634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63395" y="3610022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386388" y="3637701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76768" y="3662448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99055" y="3030239"/>
            <a:ext cx="365379" cy="365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 rot="18087063">
                <a:off x="-135424" y="1036193"/>
                <a:ext cx="1027831" cy="238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87063">
                <a:off x="-135424" y="1036193"/>
                <a:ext cx="1027831" cy="23897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 rot="18009076">
                <a:off x="-177544" y="2196032"/>
                <a:ext cx="1027831" cy="238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9076">
                <a:off x="-177544" y="2196032"/>
                <a:ext cx="1027831" cy="23897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 rot="17861849">
                <a:off x="-181163" y="3380639"/>
                <a:ext cx="1027831" cy="244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1849">
                <a:off x="-181163" y="3380639"/>
                <a:ext cx="1027831" cy="24468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5843" y="512582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3279" y="5133369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877683" y="5158930"/>
            <a:ext cx="329461" cy="329461"/>
          </a:xfrm>
          <a:prstGeom prst="rect">
            <a:avLst/>
          </a:prstGeom>
        </p:spPr>
      </p:pic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509346" y="79657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67808" y="200371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439438" y="322932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811566" y="603589"/>
                <a:ext cx="315383" cy="29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66" y="603589"/>
                <a:ext cx="315383" cy="29931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809995" y="178908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995" y="1789088"/>
                <a:ext cx="315383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803743" y="2970601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43" y="2970601"/>
                <a:ext cx="315383" cy="29181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73144" y="2060679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83079" y="93280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66772" y="101152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244220" y="111356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417010" y="969687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68489" y="107371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85484" y="10925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317605" y="97825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951894" y="220175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/>
              <p:nvPr/>
            </p:nvSpPr>
            <p:spPr>
              <a:xfrm rot="1499992">
                <a:off x="3056391" y="2290956"/>
                <a:ext cx="9469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(1+1)</a:t>
                </a:r>
                <a14:m>
                  <m:oMath xmlns:m="http://schemas.openxmlformats.org/officeDocument/2006/math"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</a:t>
                </a:r>
                <a:endPara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99992">
                <a:off x="3056391" y="2290956"/>
                <a:ext cx="946975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5400000">
            <a:off x="3824798" y="2261434"/>
            <a:ext cx="5184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/>
              <p:nvPr/>
            </p:nvSpPr>
            <p:spPr>
              <a:xfrm rot="1166177">
                <a:off x="4108264" y="2166019"/>
                <a:ext cx="65982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>
                    <a:solidFill>
                      <a:srgbClr val="217BB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(1+0) </a:t>
                </a:r>
                <a14:m>
                  <m:oMath xmlns:m="http://schemas.openxmlformats.org/officeDocument/2006/math">
                    <m:r>
                      <a:rPr lang="en-US" altLang="zh-CN" sz="900" b="1" i="1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en-US" sz="900" b="1" dirty="0">
                  <a:solidFill>
                    <a:srgbClr val="217BB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66177">
                <a:off x="4108264" y="2166019"/>
                <a:ext cx="659827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243918">
            <a:off x="4716933" y="100956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701092" y="2185012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20808" y="339574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84653" y="3381426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74338" y="338699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57321" y="347106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6030600" y="634532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6240050" y="1048965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1530" y="1279098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4364" y="1261423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430552" y="1048968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430555" y="1048965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649824" y="1060910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7075116" y="1060910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7063790" y="1063548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7075115" y="1060910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713499" y="104025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844936" y="596795"/>
                <a:ext cx="315383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36" y="596795"/>
                <a:ext cx="315383" cy="322589"/>
              </a:xfrm>
              <a:prstGeom prst="rect">
                <a:avLst/>
              </a:prstGeom>
              <a:blipFill>
                <a:blip r:embed="rId37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7067" y="674142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09927" y="674191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77189" y="1325208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7212" y="1315254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776713" y="1337060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30810" y="674882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973170" y="1001463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224596" y="1162249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306858">
            <a:off x="6411456" y="948170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766631" y="963558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947883" y="113827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7149305" y="113465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1147766">
            <a:off x="7094914" y="1035307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6022677" y="1799988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5799" y="2439014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584" y="2442572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6228455" y="221578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374281" y="2229257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7060171" y="2226366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7075538" y="22276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728445" y="222594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850216" y="1774335"/>
                <a:ext cx="315383" cy="30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216" y="1774335"/>
                <a:ext cx="315383" cy="309957"/>
              </a:xfrm>
              <a:prstGeom prst="rect">
                <a:avLst/>
              </a:prstGeom>
              <a:blipFill>
                <a:blip r:embed="rId38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99049" y="185071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97309" y="1851463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05622" y="1850403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54264" y="2440455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7255" y="2468132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767636" y="2492880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912882" y="2229482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535018">
            <a:off x="6338215" y="2190371"/>
            <a:ext cx="7482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 rot="5400000">
            <a:off x="6689422" y="2318863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338769" y="217546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6028305" y="2981547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233" y="3626114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9557" y="3651245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234083" y="340652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</p:cNvCxnSpPr>
          <p:nvPr/>
        </p:nvCxnSpPr>
        <p:spPr>
          <a:xfrm>
            <a:off x="6376378" y="3390488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7072818" y="3407922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7081165" y="340923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835821" y="2954069"/>
                <a:ext cx="315383" cy="30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821" y="2954069"/>
                <a:ext cx="315383" cy="309957"/>
              </a:xfrm>
              <a:prstGeom prst="rect">
                <a:avLst/>
              </a:prstGeom>
              <a:blipFill>
                <a:blip r:embed="rId39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00654" y="3016688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96883" y="3020907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74902" y="3627150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97893" y="3654827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788274" y="3679575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00755" y="3020011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915438" y="3423082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377545">
            <a:off x="6458530" y="3411824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 rot="2596385">
            <a:off x="6889632" y="3503463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400722" y="335534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sz="1200" b="1" i="1" dirty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Intereaction</m:t>
                          </m:r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944872" y="4449162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6044417" y="4523246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6044417" y="5219558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579093" y="4805027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0056" y="5280476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1763" y="5288422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337835" y="5532156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778555" y="5533440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622587" y="5531148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851968" y="4511660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968" y="4511660"/>
                <a:ext cx="315383" cy="301557"/>
              </a:xfrm>
              <a:prstGeom prst="rect">
                <a:avLst/>
              </a:prstGeom>
              <a:blipFill>
                <a:blip r:embed="rId41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6260" y="4623827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08611" y="4623245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50354" y="4627632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39558" y="5340760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66995" y="5348305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04127" y="5351187"/>
            <a:ext cx="329461" cy="329461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>
            <a:off x="2285623" y="5686427"/>
            <a:ext cx="4865309" cy="205717"/>
          </a:xfrm>
          <a:prstGeom prst="bentConnector4">
            <a:avLst>
              <a:gd name="adj1" fmla="val 191"/>
              <a:gd name="adj2" fmla="val 21112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656121" y="3283524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9907" y="3639794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4443" y="3635105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992970" y="3273300"/>
                <a:ext cx="252244" cy="25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970" y="3273300"/>
                <a:ext cx="252244" cy="258469"/>
              </a:xfrm>
              <a:prstGeom prst="rect">
                <a:avLst/>
              </a:prstGeom>
              <a:blipFill>
                <a:blip r:embed="rId4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58842" y="3315644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50969" y="3314009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706794" y="3655517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041051" y="3663762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009137" y="3653411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98269" y="3313676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811809" y="3537157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976861" y="3536976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9482657" y="3551837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>
            <a:off x="9476155" y="3542486"/>
            <a:ext cx="203070" cy="19050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349252" y="3281828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038" y="3638099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574" y="3633410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569596" y="3277975"/>
                <a:ext cx="252244" cy="265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596" y="3277975"/>
                <a:ext cx="252244" cy="265907"/>
              </a:xfrm>
              <a:prstGeom prst="rect">
                <a:avLst/>
              </a:prstGeom>
              <a:blipFill>
                <a:blip r:embed="rId43"/>
                <a:stretch>
                  <a:fillRect r="-5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51973" y="3313949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05710" y="3312887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399925" y="3653822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34181" y="3662067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702268" y="3651716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04163" y="3318121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504940" y="3535462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669993" y="3535281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1175788" y="3550142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1139706" y="3536243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26235" y="4474641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824833" y="4982981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12421" y="5444702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840370" y="4758003"/>
            <a:ext cx="50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825457" y="5267970"/>
            <a:ext cx="58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602011" y="473539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602014" y="4906671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609512" y="5428874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607415" y="5216194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925447" y="3229065"/>
            <a:ext cx="407723" cy="5925424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808236" y="6402110"/>
            <a:ext cx="4848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Inter- and Intra-Behavior Weighted Denoising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788274" y="6410182"/>
            <a:ext cx="4652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Preference-informed Inter- and Intra-Behavior Representation Enhancement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099934" y="4988047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934" y="4988047"/>
                <a:ext cx="315383" cy="2769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866277" y="5174372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277" y="5174372"/>
                <a:ext cx="315383" cy="300723"/>
              </a:xfrm>
              <a:prstGeom prst="rect">
                <a:avLst/>
              </a:prstGeom>
              <a:blipFill>
                <a:blip r:embed="rId45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491140" y="2449574"/>
            <a:ext cx="1546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矩形: 圆角 511">
            <a:extLst>
              <a:ext uri="{FF2B5EF4-FFF2-40B4-BE49-F238E27FC236}">
                <a16:creationId xmlns:a16="http://schemas.microsoft.com/office/drawing/2014/main" id="{86DF7579-EC9E-42CB-A9F6-ED71F243D07D}"/>
              </a:ext>
            </a:extLst>
          </p:cNvPr>
          <p:cNvSpPr/>
          <p:nvPr/>
        </p:nvSpPr>
        <p:spPr>
          <a:xfrm>
            <a:off x="2918469" y="4579988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5" name="直接连接符 514">
            <a:extLst>
              <a:ext uri="{FF2B5EF4-FFF2-40B4-BE49-F238E27FC236}">
                <a16:creationId xmlns:a16="http://schemas.microsoft.com/office/drawing/2014/main" id="{2BFA40C5-C3B4-483E-AC1F-B3491EE9B0AC}"/>
              </a:ext>
            </a:extLst>
          </p:cNvPr>
          <p:cNvCxnSpPr>
            <a:cxnSpLocks/>
            <a:stCxn id="522" idx="2"/>
            <a:endCxn id="527" idx="0"/>
          </p:cNvCxnSpPr>
          <p:nvPr/>
        </p:nvCxnSpPr>
        <p:spPr>
          <a:xfrm flipH="1">
            <a:off x="3170777" y="4967529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7E85A41B-5FCF-4971-8067-42B82D3C323B}"/>
              </a:ext>
            </a:extLst>
          </p:cNvPr>
          <p:cNvCxnSpPr>
            <a:cxnSpLocks/>
            <a:endCxn id="528" idx="0"/>
          </p:cNvCxnSpPr>
          <p:nvPr/>
        </p:nvCxnSpPr>
        <p:spPr>
          <a:xfrm>
            <a:off x="3367526" y="4979699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744C7D61-83A3-4011-8A1F-ECAD9114312E}"/>
              </a:ext>
            </a:extLst>
          </p:cNvPr>
          <p:cNvCxnSpPr>
            <a:cxnSpLocks/>
            <a:stCxn id="523" idx="2"/>
            <a:endCxn id="528" idx="0"/>
          </p:cNvCxnSpPr>
          <p:nvPr/>
        </p:nvCxnSpPr>
        <p:spPr>
          <a:xfrm flipH="1">
            <a:off x="3599541" y="4965402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8" name="直接连接符 517">
            <a:extLst>
              <a:ext uri="{FF2B5EF4-FFF2-40B4-BE49-F238E27FC236}">
                <a16:creationId xmlns:a16="http://schemas.microsoft.com/office/drawing/2014/main" id="{AC2B5D46-1EF5-409D-91E3-D0A81F545F51}"/>
              </a:ext>
            </a:extLst>
          </p:cNvPr>
          <p:cNvCxnSpPr>
            <a:cxnSpLocks/>
          </p:cNvCxnSpPr>
          <p:nvPr/>
        </p:nvCxnSpPr>
        <p:spPr>
          <a:xfrm>
            <a:off x="4033126" y="4977294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642B4A3E-26FB-4A13-8C82-C62B20EFFC13}"/>
              </a:ext>
            </a:extLst>
          </p:cNvPr>
          <p:cNvCxnSpPr>
            <a:cxnSpLocks/>
          </p:cNvCxnSpPr>
          <p:nvPr/>
        </p:nvCxnSpPr>
        <p:spPr>
          <a:xfrm>
            <a:off x="4036661" y="4975517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519">
            <a:extLst>
              <a:ext uri="{FF2B5EF4-FFF2-40B4-BE49-F238E27FC236}">
                <a16:creationId xmlns:a16="http://schemas.microsoft.com/office/drawing/2014/main" id="{5B596697-A3B0-4832-B9E6-C829CE7CF6AF}"/>
              </a:ext>
            </a:extLst>
          </p:cNvPr>
          <p:cNvCxnSpPr>
            <a:cxnSpLocks/>
            <a:stCxn id="523" idx="2"/>
            <a:endCxn id="529" idx="0"/>
          </p:cNvCxnSpPr>
          <p:nvPr/>
        </p:nvCxnSpPr>
        <p:spPr>
          <a:xfrm>
            <a:off x="4027873" y="4965402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1" name="文本框 520">
            <a:extLst>
              <a:ext uri="{FF2B5EF4-FFF2-40B4-BE49-F238E27FC236}">
                <a16:creationId xmlns:a16="http://schemas.microsoft.com/office/drawing/2014/main" id="{8B862C9B-2A14-41D2-A75C-8803E08731C9}"/>
              </a:ext>
            </a:extLst>
          </p:cNvPr>
          <p:cNvSpPr txBox="1"/>
          <p:nvPr/>
        </p:nvSpPr>
        <p:spPr>
          <a:xfrm>
            <a:off x="3016121" y="4332897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22" name="图形 521">
            <a:extLst>
              <a:ext uri="{FF2B5EF4-FFF2-40B4-BE49-F238E27FC236}">
                <a16:creationId xmlns:a16="http://schemas.microsoft.com/office/drawing/2014/main" id="{55217912-AE5B-4A43-8D73-18B70220996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86130" y="4607591"/>
            <a:ext cx="359938" cy="359938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882A7016-CAC3-47FC-9B38-402E766F4CB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48990" y="4607640"/>
            <a:ext cx="357763" cy="357763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87EED835-9D02-4F1E-9C9B-0D00D6DB200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69873" y="4608330"/>
            <a:ext cx="365379" cy="36537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EEB42CF6-D504-4CE4-93AC-FE869376A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732" y="5341832"/>
            <a:ext cx="460789" cy="460789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474834A6-365F-4841-BBD6-7D4F2719A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0696" y="5347167"/>
            <a:ext cx="430225" cy="430225"/>
          </a:xfrm>
          <a:prstGeom prst="rect">
            <a:avLst/>
          </a:prstGeom>
        </p:spPr>
      </p:pic>
      <p:pic>
        <p:nvPicPr>
          <p:cNvPr id="527" name="图形 526">
            <a:extLst>
              <a:ext uri="{FF2B5EF4-FFF2-40B4-BE49-F238E27FC236}">
                <a16:creationId xmlns:a16="http://schemas.microsoft.com/office/drawing/2014/main" id="{D2C378E1-D281-41DC-9462-DAC634FC1A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85805" y="5383227"/>
            <a:ext cx="369944" cy="369944"/>
          </a:xfrm>
          <a:prstGeom prst="rect">
            <a:avLst/>
          </a:prstGeom>
        </p:spPr>
      </p:pic>
      <p:pic>
        <p:nvPicPr>
          <p:cNvPr id="528" name="图形 527">
            <a:extLst>
              <a:ext uri="{FF2B5EF4-FFF2-40B4-BE49-F238E27FC236}">
                <a16:creationId xmlns:a16="http://schemas.microsoft.com/office/drawing/2014/main" id="{0E6E1408-15F4-4ABF-867A-BE1C46C75E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428679" y="5391647"/>
            <a:ext cx="341725" cy="341725"/>
          </a:xfrm>
          <a:prstGeom prst="rect">
            <a:avLst/>
          </a:prstGeom>
        </p:spPr>
      </p:pic>
      <p:pic>
        <p:nvPicPr>
          <p:cNvPr id="529" name="图形 528">
            <a:extLst>
              <a:ext uri="{FF2B5EF4-FFF2-40B4-BE49-F238E27FC236}">
                <a16:creationId xmlns:a16="http://schemas.microsoft.com/office/drawing/2014/main" id="{25B4CDAE-443C-4B7C-8863-14AECCA14A2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00315" y="5392624"/>
            <a:ext cx="329461" cy="329461"/>
          </a:xfrm>
          <a:prstGeom prst="rect">
            <a:avLst/>
          </a:prstGeom>
        </p:spPr>
      </p:pic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E3BA132C-B1D6-4627-AD02-F3B1B9E29759}"/>
              </a:ext>
            </a:extLst>
          </p:cNvPr>
          <p:cNvCxnSpPr>
            <a:cxnSpLocks/>
            <a:stCxn id="524" idx="2"/>
            <a:endCxn id="529" idx="0"/>
          </p:cNvCxnSpPr>
          <p:nvPr/>
        </p:nvCxnSpPr>
        <p:spPr>
          <a:xfrm>
            <a:off x="4652562" y="4973707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E83E87F9-D4BE-48C9-A145-9A668381999A}"/>
              </a:ext>
            </a:extLst>
          </p:cNvPr>
          <p:cNvCxnSpPr>
            <a:cxnSpLocks/>
          </p:cNvCxnSpPr>
          <p:nvPr/>
        </p:nvCxnSpPr>
        <p:spPr>
          <a:xfrm>
            <a:off x="3360557" y="4970482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/>
              <p:nvPr/>
            </p:nvSpPr>
            <p:spPr>
              <a:xfrm>
                <a:off x="2631899" y="5725821"/>
                <a:ext cx="2886056" cy="305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p>
                      </m:sSubSup>
                      <m:r>
                        <a:rPr lang="en-US" altLang="zh-CN" sz="12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99" y="5725821"/>
                <a:ext cx="2886056" cy="305468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/>
              <p:nvPr/>
            </p:nvSpPr>
            <p:spPr>
              <a:xfrm rot="17876131">
                <a:off x="2690860" y="5074301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90860" y="5074301"/>
                <a:ext cx="886206" cy="23436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/>
              <p:nvPr/>
            </p:nvSpPr>
            <p:spPr>
              <a:xfrm rot="2278121">
                <a:off x="3224044" y="4994637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224044" y="4994637"/>
                <a:ext cx="854223" cy="2308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9" name="文本框 538">
            <a:extLst>
              <a:ext uri="{FF2B5EF4-FFF2-40B4-BE49-F238E27FC236}">
                <a16:creationId xmlns:a16="http://schemas.microsoft.com/office/drawing/2014/main" id="{73429C8F-CF46-453D-8B40-BCC94A375485}"/>
              </a:ext>
            </a:extLst>
          </p:cNvPr>
          <p:cNvSpPr txBox="1"/>
          <p:nvPr/>
        </p:nvSpPr>
        <p:spPr>
          <a:xfrm rot="18950264">
            <a:off x="3740738" y="49208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6DB7243-B94A-4620-B50B-A36D07A3DC9F}"/>
              </a:ext>
            </a:extLst>
          </p:cNvPr>
          <p:cNvSpPr txBox="1"/>
          <p:nvPr/>
        </p:nvSpPr>
        <p:spPr>
          <a:xfrm rot="4779640">
            <a:off x="3989273" y="512811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0156D954-9D04-434D-9859-6653EDEA29DC}"/>
              </a:ext>
            </a:extLst>
          </p:cNvPr>
          <p:cNvSpPr txBox="1"/>
          <p:nvPr/>
        </p:nvSpPr>
        <p:spPr>
          <a:xfrm rot="3015268">
            <a:off x="4191099" y="5073178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/>
              <p:nvPr/>
            </p:nvSpPr>
            <p:spPr>
              <a:xfrm rot="3722880">
                <a:off x="3031293" y="5200104"/>
                <a:ext cx="886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3031293" y="5200104"/>
                <a:ext cx="886206" cy="2308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/>
              <p:nvPr/>
            </p:nvSpPr>
            <p:spPr>
              <a:xfrm rot="1600804">
                <a:off x="3987161" y="4985946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 xmlns="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3987161" y="4985946"/>
                <a:ext cx="886206" cy="23436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/>
              <p:nvPr/>
            </p:nvSpPr>
            <p:spPr>
              <a:xfrm rot="3845669">
                <a:off x="4436368" y="5087966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90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4436368" y="5087966"/>
                <a:ext cx="886206" cy="23436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6AEBED6E-43F5-4170-AF18-56E93835110D}"/>
              </a:ext>
            </a:extLst>
          </p:cNvPr>
          <p:cNvCxnSpPr>
            <a:cxnSpLocks/>
          </p:cNvCxnSpPr>
          <p:nvPr/>
        </p:nvCxnSpPr>
        <p:spPr>
          <a:xfrm flipV="1">
            <a:off x="2659891" y="4335918"/>
            <a:ext cx="2748593" cy="191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/>
              <p:nvPr/>
            </p:nvSpPr>
            <p:spPr>
              <a:xfrm>
                <a:off x="5572600" y="2019456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600" y="2019456"/>
                <a:ext cx="45719" cy="369332"/>
              </a:xfrm>
              <a:prstGeom prst="rect">
                <a:avLst/>
              </a:prstGeom>
              <a:blipFill>
                <a:blip r:embed="rId52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42F89FD-B38B-4AD3-838C-8511C6EBBA34}"/>
              </a:ext>
            </a:extLst>
          </p:cNvPr>
          <p:cNvCxnSpPr>
            <a:cxnSpLocks/>
          </p:cNvCxnSpPr>
          <p:nvPr/>
        </p:nvCxnSpPr>
        <p:spPr>
          <a:xfrm>
            <a:off x="5185227" y="2217375"/>
            <a:ext cx="4370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/>
              <p:nvPr/>
            </p:nvSpPr>
            <p:spPr>
              <a:xfrm>
                <a:off x="5448970" y="3302597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970" y="3302597"/>
                <a:ext cx="45719" cy="369332"/>
              </a:xfrm>
              <a:prstGeom prst="rect">
                <a:avLst/>
              </a:prstGeom>
              <a:blipFill>
                <a:blip r:embed="rId53"/>
                <a:stretch>
                  <a:fillRect l="-185714" r="-728571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24F0D5AA-F368-466E-B1EC-E1AAE9DE29BC}"/>
              </a:ext>
            </a:extLst>
          </p:cNvPr>
          <p:cNvCxnSpPr>
            <a:cxnSpLocks/>
          </p:cNvCxnSpPr>
          <p:nvPr/>
        </p:nvCxnSpPr>
        <p:spPr>
          <a:xfrm>
            <a:off x="5185226" y="3502807"/>
            <a:ext cx="3128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EF401931-7BAB-4012-B017-7B6D87949B4A}"/>
              </a:ext>
            </a:extLst>
          </p:cNvPr>
          <p:cNvCxnSpPr>
            <a:cxnSpLocks/>
          </p:cNvCxnSpPr>
          <p:nvPr/>
        </p:nvCxnSpPr>
        <p:spPr>
          <a:xfrm flipV="1">
            <a:off x="5255407" y="3589031"/>
            <a:ext cx="332538" cy="15977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连接符: 肘形 593">
            <a:extLst>
              <a:ext uri="{FF2B5EF4-FFF2-40B4-BE49-F238E27FC236}">
                <a16:creationId xmlns:a16="http://schemas.microsoft.com/office/drawing/2014/main" id="{82E89F03-7FE0-4564-84BA-12765FB4708C}"/>
              </a:ext>
            </a:extLst>
          </p:cNvPr>
          <p:cNvCxnSpPr>
            <a:cxnSpLocks/>
          </p:cNvCxnSpPr>
          <p:nvPr/>
        </p:nvCxnSpPr>
        <p:spPr>
          <a:xfrm flipV="1">
            <a:off x="5284110" y="2309249"/>
            <a:ext cx="423416" cy="28786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连接符: 肘形 594">
            <a:extLst>
              <a:ext uri="{FF2B5EF4-FFF2-40B4-BE49-F238E27FC236}">
                <a16:creationId xmlns:a16="http://schemas.microsoft.com/office/drawing/2014/main" id="{2E7ECC1C-CC89-4FD8-8295-E12B615B883E}"/>
              </a:ext>
            </a:extLst>
          </p:cNvPr>
          <p:cNvCxnSpPr>
            <a:cxnSpLocks/>
            <a:stCxn id="512" idx="3"/>
          </p:cNvCxnSpPr>
          <p:nvPr/>
        </p:nvCxnSpPr>
        <p:spPr>
          <a:xfrm flipV="1">
            <a:off x="5189920" y="1255697"/>
            <a:ext cx="618448" cy="39321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>
            <a:extLst>
              <a:ext uri="{FF2B5EF4-FFF2-40B4-BE49-F238E27FC236}">
                <a16:creationId xmlns:a16="http://schemas.microsoft.com/office/drawing/2014/main" id="{CADBA91F-CD7E-49A1-BF04-98F6901900C4}"/>
              </a:ext>
            </a:extLst>
          </p:cNvPr>
          <p:cNvCxnSpPr>
            <a:cxnSpLocks/>
          </p:cNvCxnSpPr>
          <p:nvPr/>
        </p:nvCxnSpPr>
        <p:spPr>
          <a:xfrm>
            <a:off x="5672371" y="3502416"/>
            <a:ext cx="3458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直接箭头连接符 596">
            <a:extLst>
              <a:ext uri="{FF2B5EF4-FFF2-40B4-BE49-F238E27FC236}">
                <a16:creationId xmlns:a16="http://schemas.microsoft.com/office/drawing/2014/main" id="{7BA5A2C0-1314-4225-AB18-2C69F35AEFC2}"/>
              </a:ext>
            </a:extLst>
          </p:cNvPr>
          <p:cNvCxnSpPr>
            <a:cxnSpLocks/>
          </p:cNvCxnSpPr>
          <p:nvPr/>
        </p:nvCxnSpPr>
        <p:spPr>
          <a:xfrm>
            <a:off x="5801101" y="2223455"/>
            <a:ext cx="2115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直接箭头连接符 597">
            <a:extLst>
              <a:ext uri="{FF2B5EF4-FFF2-40B4-BE49-F238E27FC236}">
                <a16:creationId xmlns:a16="http://schemas.microsoft.com/office/drawing/2014/main" id="{6154A09B-5EEE-4FE0-B541-A9EC8B717BC9}"/>
              </a:ext>
            </a:extLst>
          </p:cNvPr>
          <p:cNvCxnSpPr>
            <a:cxnSpLocks/>
          </p:cNvCxnSpPr>
          <p:nvPr/>
        </p:nvCxnSpPr>
        <p:spPr>
          <a:xfrm flipV="1">
            <a:off x="5902131" y="1162832"/>
            <a:ext cx="1311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12A7A94B-7C40-47E9-A1B2-532D922F1CD7}"/>
              </a:ext>
            </a:extLst>
          </p:cNvPr>
          <p:cNvCxnSpPr>
            <a:cxnSpLocks/>
          </p:cNvCxnSpPr>
          <p:nvPr/>
        </p:nvCxnSpPr>
        <p:spPr>
          <a:xfrm>
            <a:off x="5191243" y="1148784"/>
            <a:ext cx="535145" cy="6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/>
              <p:nvPr/>
            </p:nvSpPr>
            <p:spPr>
              <a:xfrm>
                <a:off x="5773012" y="4031129"/>
                <a:ext cx="2821478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𝒄𝒐𝒎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zh-CN" altLang="en-US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zh-CN" altLang="en-US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12" y="4031129"/>
                <a:ext cx="2821478" cy="311560"/>
              </a:xfrm>
              <a:prstGeom prst="rect">
                <a:avLst/>
              </a:prstGeom>
              <a:blipFill>
                <a:blip r:embed="rId5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3" name="文本框 622">
            <a:extLst>
              <a:ext uri="{FF2B5EF4-FFF2-40B4-BE49-F238E27FC236}">
                <a16:creationId xmlns:a16="http://schemas.microsoft.com/office/drawing/2014/main" id="{39223A24-24F9-4D68-832E-8651C5E20AB4}"/>
              </a:ext>
            </a:extLst>
          </p:cNvPr>
          <p:cNvSpPr txBox="1"/>
          <p:nvPr/>
        </p:nvSpPr>
        <p:spPr>
          <a:xfrm rot="3119561">
            <a:off x="7696451" y="1161246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>
            <a:extLst>
              <a:ext uri="{FF2B5EF4-FFF2-40B4-BE49-F238E27FC236}">
                <a16:creationId xmlns:a16="http://schemas.microsoft.com/office/drawing/2014/main" id="{455EF407-C72B-4FFA-8A90-35FAE67A5B66}"/>
              </a:ext>
            </a:extLst>
          </p:cNvPr>
          <p:cNvSpPr txBox="1"/>
          <p:nvPr/>
        </p:nvSpPr>
        <p:spPr>
          <a:xfrm rot="3119561">
            <a:off x="7658421" y="2325038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图形 96">
            <a:extLst>
              <a:ext uri="{FF2B5EF4-FFF2-40B4-BE49-F238E27FC236}">
                <a16:creationId xmlns:a16="http://schemas.microsoft.com/office/drawing/2014/main" id="{F43A3606-7287-47A6-9946-923ACBDDC50A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591172" y="1044533"/>
            <a:ext cx="212382" cy="212382"/>
          </a:xfrm>
          <a:prstGeom prst="rect">
            <a:avLst/>
          </a:prstGeom>
        </p:spPr>
      </p:pic>
      <p:pic>
        <p:nvPicPr>
          <p:cNvPr id="633" name="图形 632">
            <a:extLst>
              <a:ext uri="{FF2B5EF4-FFF2-40B4-BE49-F238E27FC236}">
                <a16:creationId xmlns:a16="http://schemas.microsoft.com/office/drawing/2014/main" id="{4AFB9776-3E61-4556-8D8B-DB006BC3D62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05576" y="1090313"/>
            <a:ext cx="212382" cy="212382"/>
          </a:xfrm>
          <a:prstGeom prst="rect">
            <a:avLst/>
          </a:prstGeom>
        </p:spPr>
      </p:pic>
      <p:pic>
        <p:nvPicPr>
          <p:cNvPr id="634" name="图形 633">
            <a:extLst>
              <a:ext uri="{FF2B5EF4-FFF2-40B4-BE49-F238E27FC236}">
                <a16:creationId xmlns:a16="http://schemas.microsoft.com/office/drawing/2014/main" id="{41E54E6F-DF6F-4789-A0C0-3607DD015C2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436805" y="2209748"/>
            <a:ext cx="212382" cy="212382"/>
          </a:xfrm>
          <a:prstGeom prst="rect">
            <a:avLst/>
          </a:prstGeom>
        </p:spPr>
      </p:pic>
      <p:pic>
        <p:nvPicPr>
          <p:cNvPr id="635" name="图形 634">
            <a:extLst>
              <a:ext uri="{FF2B5EF4-FFF2-40B4-BE49-F238E27FC236}">
                <a16:creationId xmlns:a16="http://schemas.microsoft.com/office/drawing/2014/main" id="{1EFDDDA9-0AE2-416D-A3AB-A153073E682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67273" y="5326212"/>
            <a:ext cx="212382" cy="21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/>
              <p:nvPr/>
            </p:nvSpPr>
            <p:spPr>
              <a:xfrm>
                <a:off x="8831766" y="5775920"/>
                <a:ext cx="315383" cy="301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766" y="5775920"/>
                <a:ext cx="315383" cy="301557"/>
              </a:xfrm>
              <a:prstGeom prst="rect">
                <a:avLst/>
              </a:prstGeom>
              <a:blipFill>
                <a:blip r:embed="rId41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6" name="直接箭头连接符 775">
            <a:extLst>
              <a:ext uri="{FF2B5EF4-FFF2-40B4-BE49-F238E27FC236}">
                <a16:creationId xmlns:a16="http://schemas.microsoft.com/office/drawing/2014/main" id="{C425648E-A811-482D-A1E8-278110AE9EE1}"/>
              </a:ext>
            </a:extLst>
          </p:cNvPr>
          <p:cNvCxnSpPr>
            <a:cxnSpLocks/>
          </p:cNvCxnSpPr>
          <p:nvPr/>
        </p:nvCxnSpPr>
        <p:spPr>
          <a:xfrm flipV="1">
            <a:off x="11353279" y="3140586"/>
            <a:ext cx="0" cy="145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直接连接符 777">
            <a:extLst>
              <a:ext uri="{FF2B5EF4-FFF2-40B4-BE49-F238E27FC236}">
                <a16:creationId xmlns:a16="http://schemas.microsoft.com/office/drawing/2014/main" id="{7D1F0539-D5CD-4A53-83C7-49A10CAF3351}"/>
              </a:ext>
            </a:extLst>
          </p:cNvPr>
          <p:cNvCxnSpPr>
            <a:cxnSpLocks/>
          </p:cNvCxnSpPr>
          <p:nvPr/>
        </p:nvCxnSpPr>
        <p:spPr>
          <a:xfrm>
            <a:off x="11178129" y="3543890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9" name="直接连接符 778">
            <a:extLst>
              <a:ext uri="{FF2B5EF4-FFF2-40B4-BE49-F238E27FC236}">
                <a16:creationId xmlns:a16="http://schemas.microsoft.com/office/drawing/2014/main" id="{77B19248-3336-4B3B-8D74-BFB6558906E8}"/>
              </a:ext>
            </a:extLst>
          </p:cNvPr>
          <p:cNvCxnSpPr>
            <a:cxnSpLocks/>
            <a:endCxn id="875" idx="0"/>
          </p:cNvCxnSpPr>
          <p:nvPr/>
        </p:nvCxnSpPr>
        <p:spPr>
          <a:xfrm>
            <a:off x="11552564" y="3540799"/>
            <a:ext cx="257206" cy="11091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0" name="直接箭头连接符 779">
            <a:extLst>
              <a:ext uri="{FF2B5EF4-FFF2-40B4-BE49-F238E27FC236}">
                <a16:creationId xmlns:a16="http://schemas.microsoft.com/office/drawing/2014/main" id="{99EA365F-C712-4AD4-8DA7-B0F5474A7F5A}"/>
              </a:ext>
            </a:extLst>
          </p:cNvPr>
          <p:cNvCxnSpPr>
            <a:cxnSpLocks/>
          </p:cNvCxnSpPr>
          <p:nvPr/>
        </p:nvCxnSpPr>
        <p:spPr>
          <a:xfrm>
            <a:off x="8362678" y="1294118"/>
            <a:ext cx="1749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直接箭头连接符 780">
            <a:extLst>
              <a:ext uri="{FF2B5EF4-FFF2-40B4-BE49-F238E27FC236}">
                <a16:creationId xmlns:a16="http://schemas.microsoft.com/office/drawing/2014/main" id="{DF714753-6286-44EF-AA3F-7B000BE90E7D}"/>
              </a:ext>
            </a:extLst>
          </p:cNvPr>
          <p:cNvCxnSpPr>
            <a:cxnSpLocks/>
          </p:cNvCxnSpPr>
          <p:nvPr/>
        </p:nvCxnSpPr>
        <p:spPr>
          <a:xfrm>
            <a:off x="7149628" y="4324716"/>
            <a:ext cx="0" cy="126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直接箭头连接符 782">
            <a:extLst>
              <a:ext uri="{FF2B5EF4-FFF2-40B4-BE49-F238E27FC236}">
                <a16:creationId xmlns:a16="http://schemas.microsoft.com/office/drawing/2014/main" id="{4DB91235-95B9-4AB4-B000-32BDBA590344}"/>
              </a:ext>
            </a:extLst>
          </p:cNvPr>
          <p:cNvCxnSpPr>
            <a:cxnSpLocks/>
          </p:cNvCxnSpPr>
          <p:nvPr/>
        </p:nvCxnSpPr>
        <p:spPr>
          <a:xfrm>
            <a:off x="11143326" y="1153706"/>
            <a:ext cx="27278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直接箭头连接符 783">
            <a:extLst>
              <a:ext uri="{FF2B5EF4-FFF2-40B4-BE49-F238E27FC236}">
                <a16:creationId xmlns:a16="http://schemas.microsoft.com/office/drawing/2014/main" id="{0AFE7BCB-39E4-490B-A52F-CC6AE4DBE62E}"/>
              </a:ext>
            </a:extLst>
          </p:cNvPr>
          <p:cNvCxnSpPr>
            <a:cxnSpLocks/>
          </p:cNvCxnSpPr>
          <p:nvPr/>
        </p:nvCxnSpPr>
        <p:spPr>
          <a:xfrm flipV="1">
            <a:off x="11798445" y="1293372"/>
            <a:ext cx="3888" cy="782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文本框 784">
            <a:extLst>
              <a:ext uri="{FF2B5EF4-FFF2-40B4-BE49-F238E27FC236}">
                <a16:creationId xmlns:a16="http://schemas.microsoft.com/office/drawing/2014/main" id="{11079813-609B-44DF-B302-D532D02A8A2F}"/>
              </a:ext>
            </a:extLst>
          </p:cNvPr>
          <p:cNvSpPr txBox="1"/>
          <p:nvPr/>
        </p:nvSpPr>
        <p:spPr>
          <a:xfrm>
            <a:off x="-120736" y="37118"/>
            <a:ext cx="243101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:page view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:cart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:purchase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/>
              <p:nvPr/>
            </p:nvSpPr>
            <p:spPr>
              <a:xfrm>
                <a:off x="2729632" y="-40981"/>
                <a:ext cx="9329189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 </m:t>
                    </m:r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632" y="-40981"/>
                <a:ext cx="9329189" cy="322589"/>
              </a:xfrm>
              <a:prstGeom prst="rect">
                <a:avLst/>
              </a:prstGeom>
              <a:blipFill>
                <a:blip r:embed="rId5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/>
              <p:nvPr/>
            </p:nvSpPr>
            <p:spPr>
              <a:xfrm>
                <a:off x="1927592" y="10400"/>
                <a:ext cx="1723549" cy="287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592" y="10400"/>
                <a:ext cx="1723549" cy="287899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/>
              <p:nvPr/>
            </p:nvSpPr>
            <p:spPr>
              <a:xfrm>
                <a:off x="214430" y="239593"/>
                <a:ext cx="2213602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30" y="239593"/>
                <a:ext cx="2213602" cy="283989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/>
              <p:nvPr/>
            </p:nvSpPr>
            <p:spPr>
              <a:xfrm>
                <a:off x="-96732" y="5950179"/>
                <a:ext cx="3308556" cy="1063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Item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𝒂𝒖𝒈</m:t>
                        </m:r>
                      </m:sup>
                    </m:sSubSup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 True Preference Similarity Graph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𝒂𝒖𝒈</m:t>
                        </m:r>
                      </m:sup>
                    </m:sSubSup>
                    <m:r>
                      <a:rPr lang="en-US" altLang="zh-CN" sz="1200" b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Item True Preference Similarity Graph</a:t>
                </a:r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732" y="5950179"/>
                <a:ext cx="3308556" cy="1063946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5" name="矩形 474">
            <a:extLst>
              <a:ext uri="{FF2B5EF4-FFF2-40B4-BE49-F238E27FC236}">
                <a16:creationId xmlns:a16="http://schemas.microsoft.com/office/drawing/2014/main" id="{FBF36C9D-865E-4135-9D8D-DFA5416A25C6}"/>
              </a:ext>
            </a:extLst>
          </p:cNvPr>
          <p:cNvSpPr/>
          <p:nvPr/>
        </p:nvSpPr>
        <p:spPr>
          <a:xfrm>
            <a:off x="8712279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712F515D-B737-4B4A-9466-23C326ED965C}"/>
              </a:ext>
            </a:extLst>
          </p:cNvPr>
          <p:cNvSpPr/>
          <p:nvPr/>
        </p:nvSpPr>
        <p:spPr>
          <a:xfrm>
            <a:off x="8842907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71E439C-62A1-445F-B4D8-A5451BF73180}"/>
              </a:ext>
            </a:extLst>
          </p:cNvPr>
          <p:cNvSpPr/>
          <p:nvPr/>
        </p:nvSpPr>
        <p:spPr>
          <a:xfrm>
            <a:off x="8972800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6C826071-BA25-414B-8193-0B8574197664}"/>
              </a:ext>
            </a:extLst>
          </p:cNvPr>
          <p:cNvSpPr/>
          <p:nvPr/>
        </p:nvSpPr>
        <p:spPr>
          <a:xfrm>
            <a:off x="9104119" y="251741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ADFE7711-FF7F-4608-BE9B-6BAC342A48B4}"/>
              </a:ext>
            </a:extLst>
          </p:cNvPr>
          <p:cNvSpPr/>
          <p:nvPr/>
        </p:nvSpPr>
        <p:spPr>
          <a:xfrm>
            <a:off x="8711315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55C25C4A-87D4-4893-AD5A-836F218F0BBE}"/>
              </a:ext>
            </a:extLst>
          </p:cNvPr>
          <p:cNvSpPr/>
          <p:nvPr/>
        </p:nvSpPr>
        <p:spPr>
          <a:xfrm>
            <a:off x="8841943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CA3267F3-30D6-45C4-8733-BC225B0C4966}"/>
              </a:ext>
            </a:extLst>
          </p:cNvPr>
          <p:cNvSpPr/>
          <p:nvPr/>
        </p:nvSpPr>
        <p:spPr>
          <a:xfrm>
            <a:off x="8971836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8707EE38-D803-47EB-98E1-58FC3650E876}"/>
              </a:ext>
            </a:extLst>
          </p:cNvPr>
          <p:cNvSpPr/>
          <p:nvPr/>
        </p:nvSpPr>
        <p:spPr>
          <a:xfrm>
            <a:off x="9103155" y="283453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5628486B-9492-4698-8873-E2F9009B3B3D}"/>
              </a:ext>
            </a:extLst>
          </p:cNvPr>
          <p:cNvSpPr/>
          <p:nvPr/>
        </p:nvSpPr>
        <p:spPr>
          <a:xfrm>
            <a:off x="9326153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0762B5C5-3C96-4973-90C2-468AA7032D29}"/>
              </a:ext>
            </a:extLst>
          </p:cNvPr>
          <p:cNvSpPr/>
          <p:nvPr/>
        </p:nvSpPr>
        <p:spPr>
          <a:xfrm>
            <a:off x="9456781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FD6BFA1C-7C48-4FA1-87AD-AAF35E49773B}"/>
              </a:ext>
            </a:extLst>
          </p:cNvPr>
          <p:cNvSpPr/>
          <p:nvPr/>
        </p:nvSpPr>
        <p:spPr>
          <a:xfrm>
            <a:off x="9586674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B11D5838-63BC-46CE-8673-89284581159F}"/>
              </a:ext>
            </a:extLst>
          </p:cNvPr>
          <p:cNvSpPr/>
          <p:nvPr/>
        </p:nvSpPr>
        <p:spPr>
          <a:xfrm>
            <a:off x="9717993" y="247351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BC9DD3B-0E9A-43D4-AB24-D184F9F1D491}"/>
              </a:ext>
            </a:extLst>
          </p:cNvPr>
          <p:cNvSpPr/>
          <p:nvPr/>
        </p:nvSpPr>
        <p:spPr>
          <a:xfrm>
            <a:off x="9327754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0DAF7FB1-CC93-4AD1-98F4-1B182731CB61}"/>
              </a:ext>
            </a:extLst>
          </p:cNvPr>
          <p:cNvSpPr/>
          <p:nvPr/>
        </p:nvSpPr>
        <p:spPr>
          <a:xfrm>
            <a:off x="9458382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8A7A03FF-DC1A-41F4-A00F-81D40F5F0121}"/>
              </a:ext>
            </a:extLst>
          </p:cNvPr>
          <p:cNvSpPr/>
          <p:nvPr/>
        </p:nvSpPr>
        <p:spPr>
          <a:xfrm>
            <a:off x="9588275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4EB2E773-3155-45DD-810A-DA495333E40C}"/>
              </a:ext>
            </a:extLst>
          </p:cNvPr>
          <p:cNvSpPr/>
          <p:nvPr/>
        </p:nvSpPr>
        <p:spPr>
          <a:xfrm>
            <a:off x="9719594" y="272393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FD266763-3C53-48FA-BDE9-1EC513E07A80}"/>
              </a:ext>
            </a:extLst>
          </p:cNvPr>
          <p:cNvSpPr/>
          <p:nvPr/>
        </p:nvSpPr>
        <p:spPr>
          <a:xfrm>
            <a:off x="9325111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6269162F-6B32-4F97-9DB3-2FE95E94A477}"/>
              </a:ext>
            </a:extLst>
          </p:cNvPr>
          <p:cNvSpPr/>
          <p:nvPr/>
        </p:nvSpPr>
        <p:spPr>
          <a:xfrm>
            <a:off x="9455739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14280607-7C39-4DA4-B073-6E956FFC14A3}"/>
              </a:ext>
            </a:extLst>
          </p:cNvPr>
          <p:cNvSpPr/>
          <p:nvPr/>
        </p:nvSpPr>
        <p:spPr>
          <a:xfrm>
            <a:off x="9585632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D55D47CD-5BF6-4180-8AF8-991F130FABC8}"/>
              </a:ext>
            </a:extLst>
          </p:cNvPr>
          <p:cNvSpPr/>
          <p:nvPr/>
        </p:nvSpPr>
        <p:spPr>
          <a:xfrm>
            <a:off x="9716951" y="294121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2" name="矩形: 圆角 811">
            <a:extLst>
              <a:ext uri="{FF2B5EF4-FFF2-40B4-BE49-F238E27FC236}">
                <a16:creationId xmlns:a16="http://schemas.microsoft.com/office/drawing/2014/main" id="{23E00A47-23AB-4B57-BD27-CF38A8D8EFCB}"/>
              </a:ext>
            </a:extLst>
          </p:cNvPr>
          <p:cNvSpPr/>
          <p:nvPr/>
        </p:nvSpPr>
        <p:spPr>
          <a:xfrm>
            <a:off x="10665137" y="2427840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3" name="矩形 812">
            <a:extLst>
              <a:ext uri="{FF2B5EF4-FFF2-40B4-BE49-F238E27FC236}">
                <a16:creationId xmlns:a16="http://schemas.microsoft.com/office/drawing/2014/main" id="{7B1EEDD8-E7F4-4387-8CFE-1DC8EF740BB2}"/>
              </a:ext>
            </a:extLst>
          </p:cNvPr>
          <p:cNvSpPr/>
          <p:nvPr/>
        </p:nvSpPr>
        <p:spPr>
          <a:xfrm>
            <a:off x="10728639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813">
            <a:extLst>
              <a:ext uri="{FF2B5EF4-FFF2-40B4-BE49-F238E27FC236}">
                <a16:creationId xmlns:a16="http://schemas.microsoft.com/office/drawing/2014/main" id="{0CE0CF13-59CF-464D-B3CE-3DA1066931F8}"/>
              </a:ext>
            </a:extLst>
          </p:cNvPr>
          <p:cNvSpPr/>
          <p:nvPr/>
        </p:nvSpPr>
        <p:spPr>
          <a:xfrm>
            <a:off x="10859267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5" name="矩形 814">
            <a:extLst>
              <a:ext uri="{FF2B5EF4-FFF2-40B4-BE49-F238E27FC236}">
                <a16:creationId xmlns:a16="http://schemas.microsoft.com/office/drawing/2014/main" id="{E39AB37E-2EBB-4FFC-9A21-73398BD95C58}"/>
              </a:ext>
            </a:extLst>
          </p:cNvPr>
          <p:cNvSpPr/>
          <p:nvPr/>
        </p:nvSpPr>
        <p:spPr>
          <a:xfrm>
            <a:off x="10989160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矩形 815">
            <a:extLst>
              <a:ext uri="{FF2B5EF4-FFF2-40B4-BE49-F238E27FC236}">
                <a16:creationId xmlns:a16="http://schemas.microsoft.com/office/drawing/2014/main" id="{89D658F7-52EB-419A-929D-BF38CD519E15}"/>
              </a:ext>
            </a:extLst>
          </p:cNvPr>
          <p:cNvSpPr/>
          <p:nvPr/>
        </p:nvSpPr>
        <p:spPr>
          <a:xfrm>
            <a:off x="11120479" y="25214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7" name="矩形 816">
            <a:extLst>
              <a:ext uri="{FF2B5EF4-FFF2-40B4-BE49-F238E27FC236}">
                <a16:creationId xmlns:a16="http://schemas.microsoft.com/office/drawing/2014/main" id="{62A2A554-AB85-4A13-892E-0F449E7CBB2A}"/>
              </a:ext>
            </a:extLst>
          </p:cNvPr>
          <p:cNvSpPr/>
          <p:nvPr/>
        </p:nvSpPr>
        <p:spPr>
          <a:xfrm>
            <a:off x="10727675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矩形 817">
            <a:extLst>
              <a:ext uri="{FF2B5EF4-FFF2-40B4-BE49-F238E27FC236}">
                <a16:creationId xmlns:a16="http://schemas.microsoft.com/office/drawing/2014/main" id="{45848CD4-FC96-47E1-AA44-D4479F1B02D1}"/>
              </a:ext>
            </a:extLst>
          </p:cNvPr>
          <p:cNvSpPr/>
          <p:nvPr/>
        </p:nvSpPr>
        <p:spPr>
          <a:xfrm>
            <a:off x="10858303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" name="矩形 818">
            <a:extLst>
              <a:ext uri="{FF2B5EF4-FFF2-40B4-BE49-F238E27FC236}">
                <a16:creationId xmlns:a16="http://schemas.microsoft.com/office/drawing/2014/main" id="{B1E5B011-F9D9-4E6C-B7BB-60F66C84186F}"/>
              </a:ext>
            </a:extLst>
          </p:cNvPr>
          <p:cNvSpPr/>
          <p:nvPr/>
        </p:nvSpPr>
        <p:spPr>
          <a:xfrm>
            <a:off x="10988196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0" name="矩形 819">
            <a:extLst>
              <a:ext uri="{FF2B5EF4-FFF2-40B4-BE49-F238E27FC236}">
                <a16:creationId xmlns:a16="http://schemas.microsoft.com/office/drawing/2014/main" id="{FE9178D8-36D4-46D5-A3F4-B4A588B18D53}"/>
              </a:ext>
            </a:extLst>
          </p:cNvPr>
          <p:cNvSpPr/>
          <p:nvPr/>
        </p:nvSpPr>
        <p:spPr>
          <a:xfrm>
            <a:off x="11119515" y="283857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1" name="矩形 820">
            <a:extLst>
              <a:ext uri="{FF2B5EF4-FFF2-40B4-BE49-F238E27FC236}">
                <a16:creationId xmlns:a16="http://schemas.microsoft.com/office/drawing/2014/main" id="{64D099DF-AACC-4494-B23F-C10FCA5CF05E}"/>
              </a:ext>
            </a:extLst>
          </p:cNvPr>
          <p:cNvSpPr/>
          <p:nvPr/>
        </p:nvSpPr>
        <p:spPr>
          <a:xfrm>
            <a:off x="11342513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2" name="矩形 821">
            <a:extLst>
              <a:ext uri="{FF2B5EF4-FFF2-40B4-BE49-F238E27FC236}">
                <a16:creationId xmlns:a16="http://schemas.microsoft.com/office/drawing/2014/main" id="{A9E93A1D-333A-42C7-B17D-8A37D165AE33}"/>
              </a:ext>
            </a:extLst>
          </p:cNvPr>
          <p:cNvSpPr/>
          <p:nvPr/>
        </p:nvSpPr>
        <p:spPr>
          <a:xfrm>
            <a:off x="11473141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3" name="矩形 822">
            <a:extLst>
              <a:ext uri="{FF2B5EF4-FFF2-40B4-BE49-F238E27FC236}">
                <a16:creationId xmlns:a16="http://schemas.microsoft.com/office/drawing/2014/main" id="{A0BFF0BF-7482-4FBA-A667-30E598FF736B}"/>
              </a:ext>
            </a:extLst>
          </p:cNvPr>
          <p:cNvSpPr/>
          <p:nvPr/>
        </p:nvSpPr>
        <p:spPr>
          <a:xfrm>
            <a:off x="11603034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矩形 823">
            <a:extLst>
              <a:ext uri="{FF2B5EF4-FFF2-40B4-BE49-F238E27FC236}">
                <a16:creationId xmlns:a16="http://schemas.microsoft.com/office/drawing/2014/main" id="{A9CD7019-6724-49FC-B2BF-8F55B3DC7A1A}"/>
              </a:ext>
            </a:extLst>
          </p:cNvPr>
          <p:cNvSpPr/>
          <p:nvPr/>
        </p:nvSpPr>
        <p:spPr>
          <a:xfrm>
            <a:off x="11734353" y="247755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5" name="矩形 824">
            <a:extLst>
              <a:ext uri="{FF2B5EF4-FFF2-40B4-BE49-F238E27FC236}">
                <a16:creationId xmlns:a16="http://schemas.microsoft.com/office/drawing/2014/main" id="{13FC0259-C169-4D20-9054-C41FE15A774A}"/>
              </a:ext>
            </a:extLst>
          </p:cNvPr>
          <p:cNvSpPr/>
          <p:nvPr/>
        </p:nvSpPr>
        <p:spPr>
          <a:xfrm>
            <a:off x="11344114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6" name="矩形 825">
            <a:extLst>
              <a:ext uri="{FF2B5EF4-FFF2-40B4-BE49-F238E27FC236}">
                <a16:creationId xmlns:a16="http://schemas.microsoft.com/office/drawing/2014/main" id="{085BB6CB-FFF2-42BC-BC53-A0688196240A}"/>
              </a:ext>
            </a:extLst>
          </p:cNvPr>
          <p:cNvSpPr/>
          <p:nvPr/>
        </p:nvSpPr>
        <p:spPr>
          <a:xfrm>
            <a:off x="11474742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7" name="矩形 826">
            <a:extLst>
              <a:ext uri="{FF2B5EF4-FFF2-40B4-BE49-F238E27FC236}">
                <a16:creationId xmlns:a16="http://schemas.microsoft.com/office/drawing/2014/main" id="{3D69E591-3FB5-4EC5-B223-251FE1E85CEE}"/>
              </a:ext>
            </a:extLst>
          </p:cNvPr>
          <p:cNvSpPr/>
          <p:nvPr/>
        </p:nvSpPr>
        <p:spPr>
          <a:xfrm>
            <a:off x="11604635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8" name="矩形 827">
            <a:extLst>
              <a:ext uri="{FF2B5EF4-FFF2-40B4-BE49-F238E27FC236}">
                <a16:creationId xmlns:a16="http://schemas.microsoft.com/office/drawing/2014/main" id="{D3D7EBC2-CEC0-4281-B36A-2B35F669AA96}"/>
              </a:ext>
            </a:extLst>
          </p:cNvPr>
          <p:cNvSpPr/>
          <p:nvPr/>
        </p:nvSpPr>
        <p:spPr>
          <a:xfrm>
            <a:off x="11735954" y="272797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9" name="矩形 828">
            <a:extLst>
              <a:ext uri="{FF2B5EF4-FFF2-40B4-BE49-F238E27FC236}">
                <a16:creationId xmlns:a16="http://schemas.microsoft.com/office/drawing/2014/main" id="{45206382-738C-4AE9-9BCD-097380CEF778}"/>
              </a:ext>
            </a:extLst>
          </p:cNvPr>
          <p:cNvSpPr/>
          <p:nvPr/>
        </p:nvSpPr>
        <p:spPr>
          <a:xfrm>
            <a:off x="11341471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0" name="矩形 829">
            <a:extLst>
              <a:ext uri="{FF2B5EF4-FFF2-40B4-BE49-F238E27FC236}">
                <a16:creationId xmlns:a16="http://schemas.microsoft.com/office/drawing/2014/main" id="{E24C52CB-8776-4A07-B394-3FABF322A00B}"/>
              </a:ext>
            </a:extLst>
          </p:cNvPr>
          <p:cNvSpPr/>
          <p:nvPr/>
        </p:nvSpPr>
        <p:spPr>
          <a:xfrm>
            <a:off x="11472099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1" name="矩形 830">
            <a:extLst>
              <a:ext uri="{FF2B5EF4-FFF2-40B4-BE49-F238E27FC236}">
                <a16:creationId xmlns:a16="http://schemas.microsoft.com/office/drawing/2014/main" id="{25335FEE-C859-4B2B-B53E-4AFA175A0021}"/>
              </a:ext>
            </a:extLst>
          </p:cNvPr>
          <p:cNvSpPr/>
          <p:nvPr/>
        </p:nvSpPr>
        <p:spPr>
          <a:xfrm>
            <a:off x="11601992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CF4BE027-03AA-4EF9-B1CE-3B600C9352E6}"/>
              </a:ext>
            </a:extLst>
          </p:cNvPr>
          <p:cNvSpPr/>
          <p:nvPr/>
        </p:nvSpPr>
        <p:spPr>
          <a:xfrm>
            <a:off x="11733311" y="294525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7" name="图形 836">
            <a:extLst>
              <a:ext uri="{FF2B5EF4-FFF2-40B4-BE49-F238E27FC236}">
                <a16:creationId xmlns:a16="http://schemas.microsoft.com/office/drawing/2014/main" id="{8FE34623-D49F-48A6-A62B-3CF469DA6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8709" y="5406924"/>
            <a:ext cx="460789" cy="460789"/>
          </a:xfrm>
          <a:prstGeom prst="rect">
            <a:avLst/>
          </a:prstGeom>
        </p:spPr>
      </p:pic>
      <p:cxnSp>
        <p:nvCxnSpPr>
          <p:cNvPr id="838" name="直接连接符 837">
            <a:extLst>
              <a:ext uri="{FF2B5EF4-FFF2-40B4-BE49-F238E27FC236}">
                <a16:creationId xmlns:a16="http://schemas.microsoft.com/office/drawing/2014/main" id="{4EB27068-9A23-43E2-90E5-2FC1DE3BED12}"/>
              </a:ext>
            </a:extLst>
          </p:cNvPr>
          <p:cNvCxnSpPr>
            <a:cxnSpLocks/>
          </p:cNvCxnSpPr>
          <p:nvPr/>
        </p:nvCxnSpPr>
        <p:spPr>
          <a:xfrm>
            <a:off x="11427682" y="4835270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39" name="图形 838">
            <a:extLst>
              <a:ext uri="{FF2B5EF4-FFF2-40B4-BE49-F238E27FC236}">
                <a16:creationId xmlns:a16="http://schemas.microsoft.com/office/drawing/2014/main" id="{315371D8-56F7-48D7-9CE3-A0651B6EE1B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234889" y="4473136"/>
            <a:ext cx="369944" cy="369944"/>
          </a:xfrm>
          <a:prstGeom prst="rect">
            <a:avLst/>
          </a:prstGeom>
        </p:spPr>
      </p:pic>
      <p:pic>
        <p:nvPicPr>
          <p:cNvPr id="847" name="图形 846">
            <a:extLst>
              <a:ext uri="{FF2B5EF4-FFF2-40B4-BE49-F238E27FC236}">
                <a16:creationId xmlns:a16="http://schemas.microsoft.com/office/drawing/2014/main" id="{F42E4F42-C307-4F6B-8C88-4A77B1C6B72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60547" y="4997552"/>
            <a:ext cx="341725" cy="34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/>
              <p:nvPr/>
            </p:nvSpPr>
            <p:spPr>
              <a:xfrm>
                <a:off x="11259902" y="5765051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9902" y="5765051"/>
                <a:ext cx="315383" cy="300723"/>
              </a:xfrm>
              <a:prstGeom prst="rect">
                <a:avLst/>
              </a:prstGeom>
              <a:blipFill>
                <a:blip r:embed="rId45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DEFC0ADE-028D-43B4-9FCA-D1CC1C50D158}"/>
              </a:ext>
            </a:extLst>
          </p:cNvPr>
          <p:cNvCxnSpPr>
            <a:cxnSpLocks/>
          </p:cNvCxnSpPr>
          <p:nvPr/>
        </p:nvCxnSpPr>
        <p:spPr>
          <a:xfrm>
            <a:off x="9631788" y="5750366"/>
            <a:ext cx="358554" cy="127743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933E55E2-6AEF-4A98-968E-1CDDF0A393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39895" y="5727897"/>
            <a:ext cx="328404" cy="161332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/>
              <p:nvPr/>
            </p:nvSpPr>
            <p:spPr>
              <a:xfrm>
                <a:off x="9888262" y="5795460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62" y="5795460"/>
                <a:ext cx="297287" cy="283219"/>
              </a:xfrm>
              <a:prstGeom prst="rect">
                <a:avLst/>
              </a:prstGeom>
              <a:blipFill>
                <a:blip r:embed="rId61"/>
                <a:stretch>
                  <a:fillRect r="-1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左大括号 253">
            <a:extLst>
              <a:ext uri="{FF2B5EF4-FFF2-40B4-BE49-F238E27FC236}">
                <a16:creationId xmlns:a16="http://schemas.microsoft.com/office/drawing/2014/main" id="{4D03171F-F4E0-45AE-BBD6-7210E1812F15}"/>
              </a:ext>
            </a:extLst>
          </p:cNvPr>
          <p:cNvSpPr/>
          <p:nvPr/>
        </p:nvSpPr>
        <p:spPr>
          <a:xfrm rot="16200000">
            <a:off x="10123257" y="4370296"/>
            <a:ext cx="370424" cy="367240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479" name="矩形: 圆角 478">
            <a:extLst>
              <a:ext uri="{FF2B5EF4-FFF2-40B4-BE49-F238E27FC236}">
                <a16:creationId xmlns:a16="http://schemas.microsoft.com/office/drawing/2014/main" id="{79E139CD-8336-4CA4-931A-102B4BF255C2}"/>
              </a:ext>
            </a:extLst>
          </p:cNvPr>
          <p:cNvSpPr/>
          <p:nvPr/>
        </p:nvSpPr>
        <p:spPr>
          <a:xfrm rot="5400000">
            <a:off x="8014286" y="999577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Denoising GNN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78F3AD-D34E-4688-83C9-324C6EB373A4}"/>
              </a:ext>
            </a:extLst>
          </p:cNvPr>
          <p:cNvSpPr txBox="1"/>
          <p:nvPr/>
        </p:nvSpPr>
        <p:spPr>
          <a:xfrm>
            <a:off x="5922016" y="345571"/>
            <a:ext cx="244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Fusion and Denoising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/>
              <p:nvPr/>
            </p:nvSpPr>
            <p:spPr>
              <a:xfrm>
                <a:off x="9353943" y="1858310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43" y="1858310"/>
                <a:ext cx="1850086" cy="246221"/>
              </a:xfrm>
              <a:prstGeom prst="rect">
                <a:avLst/>
              </a:prstGeom>
              <a:blipFill>
                <a:blip r:embed="rId6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B52441E-573D-4EF3-A12D-E89F2EAAA6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62350" y="774814"/>
            <a:ext cx="660002" cy="151930"/>
          </a:xfrm>
          <a:prstGeom prst="bentConnector3">
            <a:avLst>
              <a:gd name="adj1" fmla="val 995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箭头连接符 552">
            <a:extLst>
              <a:ext uri="{FF2B5EF4-FFF2-40B4-BE49-F238E27FC236}">
                <a16:creationId xmlns:a16="http://schemas.microsoft.com/office/drawing/2014/main" id="{8A153274-628E-4C95-8582-242717F16097}"/>
              </a:ext>
            </a:extLst>
          </p:cNvPr>
          <p:cNvCxnSpPr>
            <a:cxnSpLocks/>
          </p:cNvCxnSpPr>
          <p:nvPr/>
        </p:nvCxnSpPr>
        <p:spPr>
          <a:xfrm>
            <a:off x="8943778" y="1182153"/>
            <a:ext cx="2033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连接符: 肘形 553">
            <a:extLst>
              <a:ext uri="{FF2B5EF4-FFF2-40B4-BE49-F238E27FC236}">
                <a16:creationId xmlns:a16="http://schemas.microsoft.com/office/drawing/2014/main" id="{CC36A872-38A6-45B3-84C0-5AA309011F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21255" y="954118"/>
            <a:ext cx="328231" cy="131187"/>
          </a:xfrm>
          <a:prstGeom prst="bentConnector3">
            <a:avLst>
              <a:gd name="adj1" fmla="val 988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连接符: 肘形 592">
            <a:extLst>
              <a:ext uri="{FF2B5EF4-FFF2-40B4-BE49-F238E27FC236}">
                <a16:creationId xmlns:a16="http://schemas.microsoft.com/office/drawing/2014/main" id="{693990D1-688D-470E-B231-B3E799C2061F}"/>
              </a:ext>
            </a:extLst>
          </p:cNvPr>
          <p:cNvCxnSpPr>
            <a:cxnSpLocks/>
            <a:endCxn id="436" idx="1"/>
          </p:cNvCxnSpPr>
          <p:nvPr/>
        </p:nvCxnSpPr>
        <p:spPr>
          <a:xfrm rot="16200000" flipH="1">
            <a:off x="8906896" y="1289064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连接符: 肘形 599">
            <a:extLst>
              <a:ext uri="{FF2B5EF4-FFF2-40B4-BE49-F238E27FC236}">
                <a16:creationId xmlns:a16="http://schemas.microsoft.com/office/drawing/2014/main" id="{E64CEB77-3E4A-4606-B0A4-9022D167D5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07126" y="1597465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直接连接符 480">
            <a:extLst>
              <a:ext uri="{FF2B5EF4-FFF2-40B4-BE49-F238E27FC236}">
                <a16:creationId xmlns:a16="http://schemas.microsoft.com/office/drawing/2014/main" id="{ED19722B-2861-4A7D-9A45-2B81617DE031}"/>
              </a:ext>
            </a:extLst>
          </p:cNvPr>
          <p:cNvCxnSpPr>
            <a:cxnSpLocks/>
          </p:cNvCxnSpPr>
          <p:nvPr/>
        </p:nvCxnSpPr>
        <p:spPr>
          <a:xfrm>
            <a:off x="1924457" y="338278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2" name="直接连接符 551">
            <a:extLst>
              <a:ext uri="{FF2B5EF4-FFF2-40B4-BE49-F238E27FC236}">
                <a16:creationId xmlns:a16="http://schemas.microsoft.com/office/drawing/2014/main" id="{6DB7946B-6A81-47EE-9DD5-20A03741C95B}"/>
              </a:ext>
            </a:extLst>
          </p:cNvPr>
          <p:cNvCxnSpPr>
            <a:cxnSpLocks/>
          </p:cNvCxnSpPr>
          <p:nvPr/>
        </p:nvCxnSpPr>
        <p:spPr>
          <a:xfrm>
            <a:off x="4667154" y="3395230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5" name="文本框 554">
            <a:extLst>
              <a:ext uri="{FF2B5EF4-FFF2-40B4-BE49-F238E27FC236}">
                <a16:creationId xmlns:a16="http://schemas.microsoft.com/office/drawing/2014/main" id="{7BC2CB95-8813-4211-9CA7-B46EEDE5C698}"/>
              </a:ext>
            </a:extLst>
          </p:cNvPr>
          <p:cNvSpPr txBox="1"/>
          <p:nvPr/>
        </p:nvSpPr>
        <p:spPr>
          <a:xfrm rot="3122556">
            <a:off x="4747744" y="3372855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6" name="直接连接符 555">
            <a:extLst>
              <a:ext uri="{FF2B5EF4-FFF2-40B4-BE49-F238E27FC236}">
                <a16:creationId xmlns:a16="http://schemas.microsoft.com/office/drawing/2014/main" id="{F295FFE9-10E1-4B8F-803B-236A4B27A339}"/>
              </a:ext>
            </a:extLst>
          </p:cNvPr>
          <p:cNvCxnSpPr>
            <a:cxnSpLocks/>
          </p:cNvCxnSpPr>
          <p:nvPr/>
        </p:nvCxnSpPr>
        <p:spPr>
          <a:xfrm>
            <a:off x="7758747" y="3411557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8" name="文本框 557">
            <a:extLst>
              <a:ext uri="{FF2B5EF4-FFF2-40B4-BE49-F238E27FC236}">
                <a16:creationId xmlns:a16="http://schemas.microsoft.com/office/drawing/2014/main" id="{0920C0F8-F6B5-4A1E-98C0-5F661C8FE42B}"/>
              </a:ext>
            </a:extLst>
          </p:cNvPr>
          <p:cNvSpPr txBox="1"/>
          <p:nvPr/>
        </p:nvSpPr>
        <p:spPr>
          <a:xfrm rot="3119561">
            <a:off x="7688723" y="3510652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2" name="直接连接符 601">
            <a:extLst>
              <a:ext uri="{FF2B5EF4-FFF2-40B4-BE49-F238E27FC236}">
                <a16:creationId xmlns:a16="http://schemas.microsoft.com/office/drawing/2014/main" id="{80AFE6A9-38BA-4778-9672-A8DAAE7AE9B9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9923227" y="3539470"/>
            <a:ext cx="193412" cy="11394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41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4097</TotalTime>
  <Words>255</Words>
  <Application>Microsoft Office PowerPoint</Application>
  <PresentationFormat>宽屏</PresentationFormat>
  <Paragraphs>101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109</cp:revision>
  <dcterms:created xsi:type="dcterms:W3CDTF">2024-09-11T13:15:35Z</dcterms:created>
  <dcterms:modified xsi:type="dcterms:W3CDTF">2024-12-12T05:57:04Z</dcterms:modified>
</cp:coreProperties>
</file>