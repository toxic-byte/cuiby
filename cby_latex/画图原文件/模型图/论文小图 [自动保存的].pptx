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3D1"/>
    <a:srgbClr val="8491C3"/>
    <a:srgbClr val="559BD4"/>
    <a:srgbClr val="2A60D9"/>
    <a:srgbClr val="4F8ED6"/>
    <a:srgbClr val="57A8D4"/>
    <a:srgbClr val="73C2CD"/>
    <a:srgbClr val="E5F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7" autoAdjust="0"/>
    <p:restoredTop sz="93644" autoAdjust="0"/>
  </p:normalViewPr>
  <p:slideViewPr>
    <p:cSldViewPr snapToGrid="0">
      <p:cViewPr varScale="1">
        <p:scale>
          <a:sx n="139" d="100"/>
          <a:sy n="139" d="100"/>
        </p:scale>
        <p:origin x="108" y="5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C70AC-A5DE-4E3F-97F5-ED93C2242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50859-94A1-437A-8990-FDD4A3B20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632E4-AFC0-450D-A44B-1F6E48AB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C757B-61BC-4466-A8B1-974E7EFA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CFFAA-8B53-480E-978B-BAD85CC0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8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D1D35-0A16-420C-9E87-F72BC543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39A60-F8E8-43CF-AC34-0EE8B517B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D4D94-5E36-44C4-A61C-5BBD275D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BC590-B6DE-4D7B-A742-D7A0667F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2CA047-DA48-4366-86FA-18BC2203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6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B5BFE-4E8B-429E-8B5F-A71A3B42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C5B74-8A67-4C53-9FEF-CAF0E902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D7569-F0BA-4C1F-8A24-E4FCB382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1D5E67-C41F-4A34-A13C-BBDAF378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AFA7BC-DE12-4C74-8FF4-B4268C00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18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BB166-B604-47ED-8219-B6D7E261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01AF77-C7E0-4918-8185-D6E1C41B6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B7875E-923F-45EE-9C94-C5A3CD630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01DFBC-BA58-427E-AD97-3C3E6C86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CEFD6C-7D37-4009-AE6B-F6C56188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D7F26B-12B9-48F2-ADA0-DF5DC406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9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B38AF-3361-4037-9AD1-9BF9D9C0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33676-5CD3-486C-91D0-4F961E15A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AB6A7D-20DE-4342-94E9-3CC4E2997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473C6-E243-4F1A-A731-4254E23F0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557FCA-1096-4982-AD87-57ECC295A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F88E92-C252-4EEE-B627-C13C4BFB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52239B-D6FB-41F8-82DC-24DBFE2F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7FF850-C741-4533-AF88-2FB152BE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71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8C8B6-43F4-4404-BEC3-E1795078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42F396-BC48-499D-9526-C98B4944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7B3F41-1DEC-4638-A943-4E4F8B75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4EB07E-D9C9-432E-9592-11B42E9C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17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D580CA-9C34-48F6-B4B1-BD8C700E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2E8DE-7ED0-40F1-A52A-2024997B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C07556-CF01-451C-9D90-DD9842F8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7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E5522-A02B-47FD-846D-ABCF6403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D94D5-89A1-4BAE-9A53-B33FD668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5507D1-2D3D-44A0-BF14-95ED2151C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9B6CE7-C2EF-42BF-BFC5-639CF1F8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059E6-8D89-43B8-AD9A-CE54ED5B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02426E-3CDD-4F8E-A68E-9FA34579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67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3D423-B641-4917-91D4-CB60B017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B336EF-D42A-4E13-B935-15CD77B54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5A4D1A-274A-45BB-AE74-F0FE24668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1C3BDE-25BC-4224-9052-C18DAD5F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B1FB70-945C-4181-8BC7-0E191E01E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B21C5-7D4C-459D-BB5B-4A10670D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A9946-5F53-4DBF-AE07-1E7ADD1F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4A2A52-F1B6-4B71-A93A-5AB068AC2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FF6E0-9785-482B-912D-E8DEF15A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22F75-95D7-40DB-A5B2-DBF21861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F4192-8445-47BD-A38F-F762D75C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92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9E3767-E62F-44A8-95C0-F467BA579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FAC50D-CD64-4CE9-9636-E639BAE6D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AC3187-4AFC-4A60-A230-F3A77E78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09C38-1AA3-4870-9A62-5231246E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13BF5-56D0-4B5A-9C23-B3CBD00F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2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6DD648-425B-40CD-B70A-DAD4503E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D4174-A2C4-4640-9B54-66057C5F2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C74F22-F7DB-4A99-80BF-98DA4553D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C482E-C1D6-49ED-A809-36C2B82F7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C4406-BA74-4347-9BCC-0752C6B39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59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svg"/><Relationship Id="rId41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5" Type="http://schemas.openxmlformats.org/officeDocument/2006/relationships/image" Target="../media/image49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svg"/><Relationship Id="rId14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60.png"/><Relationship Id="rId3" Type="http://schemas.openxmlformats.org/officeDocument/2006/relationships/image" Target="../media/image2.sv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2" Type="http://schemas.openxmlformats.org/officeDocument/2006/relationships/image" Target="../media/image1.png"/><Relationship Id="rId16" Type="http://schemas.openxmlformats.org/officeDocument/2006/relationships/image" Target="../media/image17.sv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12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11.sv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08DDC82-0956-4F06-BAA8-AC303508A284}"/>
              </a:ext>
            </a:extLst>
          </p:cNvPr>
          <p:cNvSpPr/>
          <p:nvPr/>
        </p:nvSpPr>
        <p:spPr>
          <a:xfrm>
            <a:off x="1215497" y="469764"/>
            <a:ext cx="2407312" cy="366485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DCF462A-4060-47C6-B61A-AAC18203A782}"/>
              </a:ext>
            </a:extLst>
          </p:cNvPr>
          <p:cNvSpPr/>
          <p:nvPr/>
        </p:nvSpPr>
        <p:spPr>
          <a:xfrm>
            <a:off x="1293219" y="567469"/>
            <a:ext cx="2255537" cy="116140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F2263CA-3B3E-4F38-99A3-50F4D2D12514}"/>
              </a:ext>
            </a:extLst>
          </p:cNvPr>
          <p:cNvCxnSpPr>
            <a:cxnSpLocks/>
          </p:cNvCxnSpPr>
          <p:nvPr/>
        </p:nvCxnSpPr>
        <p:spPr>
          <a:xfrm flipH="1">
            <a:off x="1502668" y="981906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49FA832A-5E94-4228-B46D-3A5A9E34B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148" y="1212037"/>
            <a:ext cx="460789" cy="460789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CA38360-64E3-4B7B-B053-3FE088A8B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6982" y="1194361"/>
            <a:ext cx="430225" cy="430225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3F70FF-5CA0-4F58-A2C4-CBD8DF4C257F}"/>
              </a:ext>
            </a:extLst>
          </p:cNvPr>
          <p:cNvCxnSpPr>
            <a:cxnSpLocks/>
          </p:cNvCxnSpPr>
          <p:nvPr/>
        </p:nvCxnSpPr>
        <p:spPr>
          <a:xfrm>
            <a:off x="1693173" y="981906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27B305-347C-479F-9EB1-52CBF05E6004}"/>
              </a:ext>
            </a:extLst>
          </p:cNvPr>
          <p:cNvCxnSpPr>
            <a:cxnSpLocks/>
          </p:cNvCxnSpPr>
          <p:nvPr/>
        </p:nvCxnSpPr>
        <p:spPr>
          <a:xfrm>
            <a:off x="1693173" y="981906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0BA72D4-51D0-4A70-9E79-C4C23B198FDE}"/>
              </a:ext>
            </a:extLst>
          </p:cNvPr>
          <p:cNvCxnSpPr>
            <a:cxnSpLocks/>
          </p:cNvCxnSpPr>
          <p:nvPr/>
        </p:nvCxnSpPr>
        <p:spPr>
          <a:xfrm flipH="1">
            <a:off x="1912445" y="993848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9974DAA-CC47-4EF3-8FB4-C6720004A330}"/>
              </a:ext>
            </a:extLst>
          </p:cNvPr>
          <p:cNvCxnSpPr>
            <a:cxnSpLocks/>
          </p:cNvCxnSpPr>
          <p:nvPr/>
        </p:nvCxnSpPr>
        <p:spPr>
          <a:xfrm>
            <a:off x="2337735" y="993848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232A457-2FC5-47C6-96E9-936690671652}"/>
              </a:ext>
            </a:extLst>
          </p:cNvPr>
          <p:cNvCxnSpPr>
            <a:cxnSpLocks/>
          </p:cNvCxnSpPr>
          <p:nvPr/>
        </p:nvCxnSpPr>
        <p:spPr>
          <a:xfrm>
            <a:off x="2326411" y="996486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4745961-16A2-4DB2-9756-016BB66EBAC4}"/>
              </a:ext>
            </a:extLst>
          </p:cNvPr>
          <p:cNvCxnSpPr>
            <a:cxnSpLocks/>
          </p:cNvCxnSpPr>
          <p:nvPr/>
        </p:nvCxnSpPr>
        <p:spPr>
          <a:xfrm>
            <a:off x="2337735" y="993848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90041F5-6F8B-448C-94A1-1D728140F2BB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2976118" y="973199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FC274B8-71BB-4FCD-927E-C1454BC65D04}"/>
              </a:ext>
            </a:extLst>
          </p:cNvPr>
          <p:cNvSpPr/>
          <p:nvPr/>
        </p:nvSpPr>
        <p:spPr>
          <a:xfrm>
            <a:off x="1293219" y="1762098"/>
            <a:ext cx="2262866" cy="1147966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97D87A73-8773-4F27-916B-6A1ED88CD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264" y="2388220"/>
            <a:ext cx="460789" cy="460789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FA7A7D4A-222C-46ED-A84D-68C127F2F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2050" y="2391778"/>
            <a:ext cx="430225" cy="430225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79C7BEF-DDFB-40AB-B913-14D2391BAE96}"/>
              </a:ext>
            </a:extLst>
          </p:cNvPr>
          <p:cNvCxnSpPr>
            <a:cxnSpLocks/>
          </p:cNvCxnSpPr>
          <p:nvPr/>
        </p:nvCxnSpPr>
        <p:spPr>
          <a:xfrm flipH="1">
            <a:off x="1521921" y="216498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83CCFDC-873C-4C3C-A099-448269DDCC98}"/>
              </a:ext>
            </a:extLst>
          </p:cNvPr>
          <p:cNvCxnSpPr>
            <a:cxnSpLocks/>
          </p:cNvCxnSpPr>
          <p:nvPr/>
        </p:nvCxnSpPr>
        <p:spPr>
          <a:xfrm>
            <a:off x="1667746" y="217846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242CAB5-190A-482B-A444-7D3172BD6FB9}"/>
              </a:ext>
            </a:extLst>
          </p:cNvPr>
          <p:cNvCxnSpPr>
            <a:cxnSpLocks/>
          </p:cNvCxnSpPr>
          <p:nvPr/>
        </p:nvCxnSpPr>
        <p:spPr>
          <a:xfrm flipH="1">
            <a:off x="2353638" y="217557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713DFD3-904A-406C-8961-2DCF2692DD94}"/>
              </a:ext>
            </a:extLst>
          </p:cNvPr>
          <p:cNvCxnSpPr>
            <a:cxnSpLocks/>
          </p:cNvCxnSpPr>
          <p:nvPr/>
        </p:nvCxnSpPr>
        <p:spPr>
          <a:xfrm>
            <a:off x="2369003" y="217688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F4D500E-B81C-46E3-ADD2-9FBA0FED3066}"/>
              </a:ext>
            </a:extLst>
          </p:cNvPr>
          <p:cNvCxnSpPr>
            <a:cxnSpLocks/>
          </p:cNvCxnSpPr>
          <p:nvPr/>
        </p:nvCxnSpPr>
        <p:spPr>
          <a:xfrm>
            <a:off x="3021910" y="217515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C712FD5-A9E9-4C8B-8211-0C014A7E7566}"/>
              </a:ext>
            </a:extLst>
          </p:cNvPr>
          <p:cNvSpPr/>
          <p:nvPr/>
        </p:nvSpPr>
        <p:spPr>
          <a:xfrm>
            <a:off x="1294617" y="2956862"/>
            <a:ext cx="2261468" cy="1147966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1B164970-A357-4826-90D6-FE5A0605A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5038" y="3569516"/>
            <a:ext cx="460789" cy="460789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55F0BFB3-A423-4E4D-AB15-03C9E717D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5361" y="3594648"/>
            <a:ext cx="430225" cy="430225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A8BA395-41AD-4880-8869-45FFB6376CC3}"/>
              </a:ext>
            </a:extLst>
          </p:cNvPr>
          <p:cNvCxnSpPr>
            <a:cxnSpLocks/>
          </p:cNvCxnSpPr>
          <p:nvPr/>
        </p:nvCxnSpPr>
        <p:spPr>
          <a:xfrm flipH="1">
            <a:off x="1519888" y="3349927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BEA1B6E-88C3-4113-9E4F-52E5D0592626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1653384" y="3348186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9D26510-B80D-490B-AEFE-3D31C91E349B}"/>
              </a:ext>
            </a:extLst>
          </p:cNvPr>
          <p:cNvCxnSpPr>
            <a:cxnSpLocks/>
          </p:cNvCxnSpPr>
          <p:nvPr/>
        </p:nvCxnSpPr>
        <p:spPr>
          <a:xfrm>
            <a:off x="2358625" y="3351327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0FFB02B-4F0D-48E5-AF80-F2572834D4F6}"/>
              </a:ext>
            </a:extLst>
          </p:cNvPr>
          <p:cNvCxnSpPr>
            <a:cxnSpLocks/>
          </p:cNvCxnSpPr>
          <p:nvPr/>
        </p:nvCxnSpPr>
        <p:spPr>
          <a:xfrm>
            <a:off x="2366970" y="335263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16C256A-FF27-41DD-9274-18AE0FCE8BE3}"/>
                  </a:ext>
                </a:extLst>
              </p:cNvPr>
              <p:cNvSpPr txBox="1"/>
              <p:nvPr/>
            </p:nvSpPr>
            <p:spPr>
              <a:xfrm>
                <a:off x="3158807" y="547756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16C256A-FF27-41DD-9274-18AE0FCE8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807" y="547756"/>
                <a:ext cx="315383" cy="289503"/>
              </a:xfrm>
              <a:prstGeom prst="rect">
                <a:avLst/>
              </a:prstGeom>
              <a:blipFill>
                <a:blip r:embed="rId6"/>
                <a:stretch>
                  <a:fillRect r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E68E60B-011A-40D0-B8FD-AEEE4F1A1002}"/>
                  </a:ext>
                </a:extLst>
              </p:cNvPr>
              <p:cNvSpPr txBox="1"/>
              <p:nvPr/>
            </p:nvSpPr>
            <p:spPr>
              <a:xfrm>
                <a:off x="3093863" y="1744408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𝒄𝒂𝒓𝒕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E68E60B-011A-40D0-B8FD-AEEE4F1A1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63" y="1744408"/>
                <a:ext cx="315383" cy="276999"/>
              </a:xfrm>
              <a:prstGeom prst="rect">
                <a:avLst/>
              </a:prstGeom>
              <a:blipFill>
                <a:blip r:embed="rId7"/>
                <a:stretch>
                  <a:fillRect r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92CF9B6-F7E4-4DD8-A014-2885C2189272}"/>
                  </a:ext>
                </a:extLst>
              </p:cNvPr>
              <p:cNvSpPr txBox="1"/>
              <p:nvPr/>
            </p:nvSpPr>
            <p:spPr>
              <a:xfrm>
                <a:off x="3139615" y="2921667"/>
                <a:ext cx="315383" cy="313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𝒃𝒖𝒚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92CF9B6-F7E4-4DD8-A014-2885C2189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615" y="2921667"/>
                <a:ext cx="315383" cy="313356"/>
              </a:xfrm>
              <a:prstGeom prst="rect">
                <a:avLst/>
              </a:prstGeom>
              <a:blipFill>
                <a:blip r:embed="rId8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形 33">
            <a:extLst>
              <a:ext uri="{FF2B5EF4-FFF2-40B4-BE49-F238E27FC236}">
                <a16:creationId xmlns:a16="http://schemas.microsoft.com/office/drawing/2014/main" id="{2E39BB4C-5F88-4DFE-9667-E2A83430D7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9688" y="607083"/>
            <a:ext cx="359938" cy="359938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7BF1B2D3-2615-4F48-88CE-C71A8BA02F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72546" y="607130"/>
            <a:ext cx="357763" cy="357763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2A4BF48E-D660-42BB-9ADD-62F076962F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2517" y="1799927"/>
            <a:ext cx="359938" cy="359938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A7A4AC2B-D516-4C51-9FC6-54550A3B8A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90775" y="1800669"/>
            <a:ext cx="357763" cy="357763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DE958CFE-C293-449B-A712-F12796A849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3415" y="2988248"/>
            <a:ext cx="359938" cy="359938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A8B97721-9823-477B-BA52-27E4DF618A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43871" y="2992164"/>
            <a:ext cx="357763" cy="357763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BF3104B5-B70A-4B60-A930-047AC6A3A7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39810" y="1258149"/>
            <a:ext cx="369944" cy="369944"/>
          </a:xfrm>
          <a:prstGeom prst="rect">
            <a:avLst/>
          </a:prstGeom>
        </p:spPr>
      </p:pic>
      <p:pic>
        <p:nvPicPr>
          <p:cNvPr id="41" name="图形 40">
            <a:extLst>
              <a:ext uri="{FF2B5EF4-FFF2-40B4-BE49-F238E27FC236}">
                <a16:creationId xmlns:a16="http://schemas.microsoft.com/office/drawing/2014/main" id="{BF06E5EA-6BBC-4517-92AB-D1072BE8B7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39830" y="1248193"/>
            <a:ext cx="341725" cy="341725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99394989-56E1-4479-8280-B48031F9F9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39331" y="1269998"/>
            <a:ext cx="329461" cy="329461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A3B694D1-C5B5-4149-8BC4-B528A8835F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93428" y="607820"/>
            <a:ext cx="365379" cy="365379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5A85B707-AF34-4D48-8211-CEC97A586C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99087" y="1799610"/>
            <a:ext cx="365379" cy="365379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F86DF001-A0B7-44D9-A712-B1641B4A4D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7731" y="2389663"/>
            <a:ext cx="369944" cy="369944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DC5C2C45-073B-41AC-8BF6-699F937C91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0721" y="2417339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12712F1D-2DD6-4DC2-8BBB-E432C50572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61101" y="2442086"/>
            <a:ext cx="329461" cy="329461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7401C7F7-AC61-4DF5-9426-856D547260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0708" y="3570554"/>
            <a:ext cx="369944" cy="369944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5659F5F8-FE4B-415E-8C76-C9F4D7883F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83698" y="3598230"/>
            <a:ext cx="341725" cy="341725"/>
          </a:xfrm>
          <a:prstGeom prst="rect">
            <a:avLst/>
          </a:prstGeom>
        </p:spPr>
      </p:pic>
      <p:pic>
        <p:nvPicPr>
          <p:cNvPr id="50" name="图形 49">
            <a:extLst>
              <a:ext uri="{FF2B5EF4-FFF2-40B4-BE49-F238E27FC236}">
                <a16:creationId xmlns:a16="http://schemas.microsoft.com/office/drawing/2014/main" id="{020F9131-340C-48EC-BC18-186A23B376E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74078" y="3622977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92B1E94D-C537-4A5B-A152-65B5736168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96366" y="2990768"/>
            <a:ext cx="365379" cy="365379"/>
          </a:xfrm>
          <a:prstGeom prst="rect">
            <a:avLst/>
          </a:prstGeom>
        </p:spPr>
      </p:pic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1CE3DD1-9AF1-41DB-9C16-005DBF0859E6}"/>
              </a:ext>
            </a:extLst>
          </p:cNvPr>
          <p:cNvCxnSpPr>
            <a:cxnSpLocks/>
          </p:cNvCxnSpPr>
          <p:nvPr/>
        </p:nvCxnSpPr>
        <p:spPr>
          <a:xfrm>
            <a:off x="3716231" y="2432869"/>
            <a:ext cx="519885" cy="2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F344870D-298A-4F9F-9FFE-3B9872C1E983}"/>
              </a:ext>
            </a:extLst>
          </p:cNvPr>
          <p:cNvSpPr/>
          <p:nvPr/>
        </p:nvSpPr>
        <p:spPr>
          <a:xfrm>
            <a:off x="4356406" y="1899601"/>
            <a:ext cx="2271450" cy="1367430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2B6F31F2-2A4D-43E0-A017-CF74F7485635}"/>
              </a:ext>
            </a:extLst>
          </p:cNvPr>
          <p:cNvCxnSpPr>
            <a:cxnSpLocks/>
            <a:stCxn id="109" idx="2"/>
            <a:endCxn id="114" idx="0"/>
          </p:cNvCxnSpPr>
          <p:nvPr/>
        </p:nvCxnSpPr>
        <p:spPr>
          <a:xfrm flipH="1">
            <a:off x="4608714" y="2287144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29507D38-4981-4322-8FB8-834A54566EBE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4805461" y="2299314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1F04175-6EEA-4D99-87CE-84A4DD5BAB9B}"/>
              </a:ext>
            </a:extLst>
          </p:cNvPr>
          <p:cNvCxnSpPr>
            <a:cxnSpLocks/>
            <a:stCxn id="110" idx="2"/>
            <a:endCxn id="115" idx="0"/>
          </p:cNvCxnSpPr>
          <p:nvPr/>
        </p:nvCxnSpPr>
        <p:spPr>
          <a:xfrm flipH="1">
            <a:off x="5037476" y="2285016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C35729F5-2662-4BDC-9D69-B0621CBFABED}"/>
              </a:ext>
            </a:extLst>
          </p:cNvPr>
          <p:cNvCxnSpPr>
            <a:cxnSpLocks/>
          </p:cNvCxnSpPr>
          <p:nvPr/>
        </p:nvCxnSpPr>
        <p:spPr>
          <a:xfrm>
            <a:off x="5471060" y="2296907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0607C22B-7FDC-4323-9BF1-19D8CDE3BDB4}"/>
              </a:ext>
            </a:extLst>
          </p:cNvPr>
          <p:cNvCxnSpPr>
            <a:cxnSpLocks/>
          </p:cNvCxnSpPr>
          <p:nvPr/>
        </p:nvCxnSpPr>
        <p:spPr>
          <a:xfrm>
            <a:off x="5474596" y="2295130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99DBCB2-125C-4001-B8B8-37E9E91FDE02}"/>
              </a:ext>
            </a:extLst>
          </p:cNvPr>
          <p:cNvCxnSpPr>
            <a:cxnSpLocks/>
            <a:stCxn id="110" idx="2"/>
            <a:endCxn id="116" idx="0"/>
          </p:cNvCxnSpPr>
          <p:nvPr/>
        </p:nvCxnSpPr>
        <p:spPr>
          <a:xfrm>
            <a:off x="5465807" y="2285016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9" name="图形 108">
            <a:extLst>
              <a:ext uri="{FF2B5EF4-FFF2-40B4-BE49-F238E27FC236}">
                <a16:creationId xmlns:a16="http://schemas.microsoft.com/office/drawing/2014/main" id="{349778D1-5186-4552-A8E6-D74890C52F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4067" y="1927206"/>
            <a:ext cx="359938" cy="359938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85A861F6-EC9E-4907-8379-B1071DF240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86925" y="1927253"/>
            <a:ext cx="357763" cy="357763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3F29C55D-7520-4CB6-BFCE-6695A60DE6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07807" y="1927943"/>
            <a:ext cx="365379" cy="365379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5A9B0BAB-D42F-442F-8610-E0511B089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0666" y="2661444"/>
            <a:ext cx="460789" cy="460789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B0366441-962C-48E4-8230-2F3EB36E6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8630" y="2666779"/>
            <a:ext cx="430225" cy="430225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43FB9B83-4884-42F8-B7D5-B74B3A42F0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23742" y="2702842"/>
            <a:ext cx="369944" cy="369944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F00A7379-6CA4-4069-BA9F-E6D72F1153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66613" y="2711260"/>
            <a:ext cx="341725" cy="34172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EC8B1918-8C2E-4CAD-9DB2-F037054F3FE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38249" y="2712236"/>
            <a:ext cx="329461" cy="329461"/>
          </a:xfrm>
          <a:prstGeom prst="rect">
            <a:avLst/>
          </a:prstGeom>
        </p:spPr>
      </p:pic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9836F7B-F553-498E-9246-D25AE74FAB49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>
            <a:off x="6090497" y="2293322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C99F331B-9055-40AE-962E-C2A5F1F67FBC}"/>
              </a:ext>
            </a:extLst>
          </p:cNvPr>
          <p:cNvCxnSpPr>
            <a:cxnSpLocks/>
          </p:cNvCxnSpPr>
          <p:nvPr/>
        </p:nvCxnSpPr>
        <p:spPr>
          <a:xfrm>
            <a:off x="4798494" y="2290095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5B1D2BA9-485F-44DD-862C-C7CF35AF2E38}"/>
                  </a:ext>
                </a:extLst>
              </p:cNvPr>
              <p:cNvSpPr txBox="1"/>
              <p:nvPr/>
            </p:nvSpPr>
            <p:spPr>
              <a:xfrm rot="17876131">
                <a:off x="4128797" y="2393914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5B1D2BA9-485F-44DD-862C-C7CF35AF2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4128797" y="2393914"/>
                <a:ext cx="886206" cy="23436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BF3B757B-1372-4ABE-8260-DB7FA8BCF5AD}"/>
                  </a:ext>
                </a:extLst>
              </p:cNvPr>
              <p:cNvSpPr txBox="1"/>
              <p:nvPr/>
            </p:nvSpPr>
            <p:spPr>
              <a:xfrm rot="2278121">
                <a:off x="4661978" y="2314253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BF3B757B-1372-4ABE-8260-DB7FA8BCF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661978" y="2314253"/>
                <a:ext cx="854223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文本框 120">
            <a:extLst>
              <a:ext uri="{FF2B5EF4-FFF2-40B4-BE49-F238E27FC236}">
                <a16:creationId xmlns:a16="http://schemas.microsoft.com/office/drawing/2014/main" id="{44AE5719-1A53-4EBB-998A-DF04E43FC800}"/>
              </a:ext>
            </a:extLst>
          </p:cNvPr>
          <p:cNvSpPr txBox="1"/>
          <p:nvPr/>
        </p:nvSpPr>
        <p:spPr>
          <a:xfrm rot="18950264">
            <a:off x="5178675" y="2240469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F5B991A-E7CC-436C-97A3-4F54E787BCD5}"/>
              </a:ext>
            </a:extLst>
          </p:cNvPr>
          <p:cNvSpPr txBox="1"/>
          <p:nvPr/>
        </p:nvSpPr>
        <p:spPr>
          <a:xfrm rot="4779640">
            <a:off x="5427210" y="2447728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CEC049AC-0156-4D97-8451-753C0627E794}"/>
              </a:ext>
            </a:extLst>
          </p:cNvPr>
          <p:cNvSpPr txBox="1"/>
          <p:nvPr/>
        </p:nvSpPr>
        <p:spPr>
          <a:xfrm rot="3015268">
            <a:off x="5629033" y="2392794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8F0C80A-FF42-496F-861B-B599BE1E35B9}"/>
                  </a:ext>
                </a:extLst>
              </p:cNvPr>
              <p:cNvSpPr txBox="1"/>
              <p:nvPr/>
            </p:nvSpPr>
            <p:spPr>
              <a:xfrm rot="3722880">
                <a:off x="4469230" y="2517956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8F0C80A-FF42-496F-861B-B599BE1E3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4469230" y="2517956"/>
                <a:ext cx="886206" cy="23436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073A656-45E4-47FC-87C8-C88768E5567F}"/>
                  </a:ext>
                </a:extLst>
              </p:cNvPr>
              <p:cNvSpPr txBox="1"/>
              <p:nvPr/>
            </p:nvSpPr>
            <p:spPr>
              <a:xfrm rot="1600804">
                <a:off x="5425098" y="2307323"/>
                <a:ext cx="886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073A656-45E4-47FC-87C8-C88768E55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5425098" y="2307323"/>
                <a:ext cx="886206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文本框 125">
            <a:extLst>
              <a:ext uri="{FF2B5EF4-FFF2-40B4-BE49-F238E27FC236}">
                <a16:creationId xmlns:a16="http://schemas.microsoft.com/office/drawing/2014/main" id="{FD413A86-E051-4451-B7E7-B432150F33A9}"/>
              </a:ext>
            </a:extLst>
          </p:cNvPr>
          <p:cNvSpPr txBox="1"/>
          <p:nvPr/>
        </p:nvSpPr>
        <p:spPr>
          <a:xfrm rot="3845669">
            <a:off x="5858441" y="2405548"/>
            <a:ext cx="886206" cy="23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F4B3B3"/>
                </a:solidFill>
              </a:rPr>
              <a:t>3</a:t>
            </a:r>
            <a:endParaRPr lang="zh-CN" altLang="en-US" sz="900" b="1" dirty="0">
              <a:solidFill>
                <a:srgbClr val="F4B3B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6D6E3A1-B877-4D42-BD47-C282629C8127}"/>
                  </a:ext>
                </a:extLst>
              </p:cNvPr>
              <p:cNvSpPr txBox="1"/>
              <p:nvPr/>
            </p:nvSpPr>
            <p:spPr>
              <a:xfrm>
                <a:off x="2794585" y="3252879"/>
                <a:ext cx="1027831" cy="23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𝒃𝒖𝒚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6D6E3A1-B877-4D42-BD47-C282629C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585" y="3252879"/>
                <a:ext cx="1027831" cy="23609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75F9DEAA-C915-4111-B479-E199774FA735}"/>
                  </a:ext>
                </a:extLst>
              </p:cNvPr>
              <p:cNvSpPr txBox="1"/>
              <p:nvPr/>
            </p:nvSpPr>
            <p:spPr>
              <a:xfrm>
                <a:off x="2802446" y="2050480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𝒄𝒂𝒓𝒕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75F9DEAA-C915-4111-B479-E199774F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446" y="2050480"/>
                <a:ext cx="1027831" cy="2308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A813426-9308-4FA1-B4B6-B2DD4A110C74}"/>
                  </a:ext>
                </a:extLst>
              </p:cNvPr>
              <p:cNvSpPr txBox="1"/>
              <p:nvPr/>
            </p:nvSpPr>
            <p:spPr>
              <a:xfrm>
                <a:off x="2833229" y="724511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𝒑𝒗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A813426-9308-4FA1-B4B6-B2DD4A110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229" y="724511"/>
                <a:ext cx="1027831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6813D6FE-27C5-4679-9B19-F76767671C75}"/>
                  </a:ext>
                </a:extLst>
              </p:cNvPr>
              <p:cNvSpPr txBox="1"/>
              <p:nvPr/>
            </p:nvSpPr>
            <p:spPr>
              <a:xfrm>
                <a:off x="1151197" y="87029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6813D6FE-27C5-4679-9B19-F76767671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7" y="870296"/>
                <a:ext cx="658461" cy="2308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8A6E3D8-D597-44DA-A909-5299AE66DB7B}"/>
                  </a:ext>
                </a:extLst>
              </p:cNvPr>
              <p:cNvSpPr txBox="1"/>
              <p:nvPr/>
            </p:nvSpPr>
            <p:spPr>
              <a:xfrm>
                <a:off x="1825183" y="86986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8A6E3D8-D597-44DA-A909-5299AE66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183" y="869862"/>
                <a:ext cx="65846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D8DA78F8-EE77-4B5E-8EE4-FA211CA67203}"/>
                  </a:ext>
                </a:extLst>
              </p:cNvPr>
              <p:cNvSpPr txBox="1"/>
              <p:nvPr/>
            </p:nvSpPr>
            <p:spPr>
              <a:xfrm>
                <a:off x="2561366" y="88566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D8DA78F8-EE77-4B5E-8EE4-FA211CA67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366" y="885661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FC2C57C-E507-44DC-BC0C-EA89F180F79E}"/>
                  </a:ext>
                </a:extLst>
              </p:cNvPr>
              <p:cNvSpPr txBox="1"/>
              <p:nvPr/>
            </p:nvSpPr>
            <p:spPr>
              <a:xfrm>
                <a:off x="1215497" y="1508445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FC2C57C-E507-44DC-BC0C-EA89F180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97" y="1508445"/>
                <a:ext cx="65846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06704A3-593D-44B4-BB73-7D684C103166}"/>
                  </a:ext>
                </a:extLst>
              </p:cNvPr>
              <p:cNvSpPr txBox="1"/>
              <p:nvPr/>
            </p:nvSpPr>
            <p:spPr>
              <a:xfrm>
                <a:off x="1589770" y="152406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06704A3-593D-44B4-BB73-7D684C10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70" y="1524062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E2F5F4B5-5CB5-4BD9-BF05-656837961C83}"/>
                  </a:ext>
                </a:extLst>
              </p:cNvPr>
              <p:cNvSpPr txBox="1"/>
              <p:nvPr/>
            </p:nvSpPr>
            <p:spPr>
              <a:xfrm>
                <a:off x="2059499" y="153407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E2F5F4B5-5CB5-4BD9-BF05-656837961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499" y="1534079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97351DA2-A7C3-4E25-81FF-0E81D7909E6D}"/>
                  </a:ext>
                </a:extLst>
              </p:cNvPr>
              <p:cNvSpPr txBox="1"/>
              <p:nvPr/>
            </p:nvSpPr>
            <p:spPr>
              <a:xfrm>
                <a:off x="2476034" y="152950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97351DA2-A7C3-4E25-81FF-0E81D7909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34" y="1529501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B8C082D-AA1F-4E7E-8757-14C09FEC2BD5}"/>
                  </a:ext>
                </a:extLst>
              </p:cNvPr>
              <p:cNvSpPr txBox="1"/>
              <p:nvPr/>
            </p:nvSpPr>
            <p:spPr>
              <a:xfrm>
                <a:off x="2912662" y="152393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B8C082D-AA1F-4E7E-8757-14C09FEC2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662" y="1523939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63CD88A6-7C04-4EEB-AFA8-8D41E4B0F04D}"/>
                  </a:ext>
                </a:extLst>
              </p:cNvPr>
              <p:cNvSpPr txBox="1"/>
              <p:nvPr/>
            </p:nvSpPr>
            <p:spPr>
              <a:xfrm>
                <a:off x="1253984" y="267385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63CD88A6-7C04-4EEB-AFA8-8D41E4B0F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84" y="2673858"/>
                <a:ext cx="658461" cy="2308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139918E2-2359-44EF-95E7-4D2425FF7DDD}"/>
                  </a:ext>
                </a:extLst>
              </p:cNvPr>
              <p:cNvSpPr txBox="1"/>
              <p:nvPr/>
            </p:nvSpPr>
            <p:spPr>
              <a:xfrm>
                <a:off x="1628257" y="2689475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139918E2-2359-44EF-95E7-4D2425FF7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257" y="2689475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BCA2B62-4558-452F-AD11-F5E9B8AD18BA}"/>
                  </a:ext>
                </a:extLst>
              </p:cNvPr>
              <p:cNvSpPr txBox="1"/>
              <p:nvPr/>
            </p:nvSpPr>
            <p:spPr>
              <a:xfrm>
                <a:off x="2097986" y="269949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BCA2B62-4558-452F-AD11-F5E9B8AD1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986" y="2699492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310034F-5815-480B-A222-E43C322838C8}"/>
                  </a:ext>
                </a:extLst>
              </p:cNvPr>
              <p:cNvSpPr txBox="1"/>
              <p:nvPr/>
            </p:nvSpPr>
            <p:spPr>
              <a:xfrm>
                <a:off x="2514521" y="269491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310034F-5815-480B-A222-E43C32283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21" y="2694914"/>
                <a:ext cx="658461" cy="2308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024E7DD8-B6AC-4F00-974A-7D1AD5A58653}"/>
                  </a:ext>
                </a:extLst>
              </p:cNvPr>
              <p:cNvSpPr txBox="1"/>
              <p:nvPr/>
            </p:nvSpPr>
            <p:spPr>
              <a:xfrm>
                <a:off x="2951149" y="268935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024E7DD8-B6AC-4F00-974A-7D1AD5A58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149" y="2689352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2BE653C9-183A-44E8-9D48-E8BE63C9E459}"/>
                  </a:ext>
                </a:extLst>
              </p:cNvPr>
              <p:cNvSpPr txBox="1"/>
              <p:nvPr/>
            </p:nvSpPr>
            <p:spPr>
              <a:xfrm>
                <a:off x="1255079" y="385133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2BE653C9-183A-44E8-9D48-E8BE63C9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079" y="3851336"/>
                <a:ext cx="658461" cy="2308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E9F95024-3F32-4A8B-8271-AF3CCBDBEFFC}"/>
                  </a:ext>
                </a:extLst>
              </p:cNvPr>
              <p:cNvSpPr txBox="1"/>
              <p:nvPr/>
            </p:nvSpPr>
            <p:spPr>
              <a:xfrm>
                <a:off x="1629352" y="386695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E9F95024-3F32-4A8B-8271-AF3CCBDBE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352" y="3866953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07E06078-3E38-49A9-AC2A-160661AF5496}"/>
                  </a:ext>
                </a:extLst>
              </p:cNvPr>
              <p:cNvSpPr txBox="1"/>
              <p:nvPr/>
            </p:nvSpPr>
            <p:spPr>
              <a:xfrm>
                <a:off x="2099081" y="387697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07E06078-3E38-49A9-AC2A-160661AF5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081" y="3876970"/>
                <a:ext cx="658461" cy="2308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B57E5B2-3139-42D7-B798-FB2BCEF8F115}"/>
                  </a:ext>
                </a:extLst>
              </p:cNvPr>
              <p:cNvSpPr txBox="1"/>
              <p:nvPr/>
            </p:nvSpPr>
            <p:spPr>
              <a:xfrm>
                <a:off x="2515616" y="387239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B57E5B2-3139-42D7-B798-FB2BCEF8F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616" y="3872392"/>
                <a:ext cx="658461" cy="2308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9268EA3-1A4D-4B52-BCFD-E36F3E8EA5E1}"/>
                  </a:ext>
                </a:extLst>
              </p:cNvPr>
              <p:cNvSpPr txBox="1"/>
              <p:nvPr/>
            </p:nvSpPr>
            <p:spPr>
              <a:xfrm>
                <a:off x="2952244" y="386683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9268EA3-1A4D-4B52-BCFD-E36F3E8EA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244" y="3866830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162C89B3-7AAB-46BD-B001-436276E238F3}"/>
                  </a:ext>
                </a:extLst>
              </p:cNvPr>
              <p:cNvSpPr txBox="1"/>
              <p:nvPr/>
            </p:nvSpPr>
            <p:spPr>
              <a:xfrm>
                <a:off x="1141638" y="203780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162C89B3-7AAB-46BD-B001-436276E23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638" y="2037804"/>
                <a:ext cx="658461" cy="2308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CD762B28-1CAF-4C5A-AAF7-3D8F179B2587}"/>
                  </a:ext>
                </a:extLst>
              </p:cNvPr>
              <p:cNvSpPr txBox="1"/>
              <p:nvPr/>
            </p:nvSpPr>
            <p:spPr>
              <a:xfrm>
                <a:off x="1815624" y="203737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CD762B28-1CAF-4C5A-AAF7-3D8F179B2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624" y="2037370"/>
                <a:ext cx="658461" cy="2308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0576A53B-E678-468E-B612-0D1999AEF1FA}"/>
                  </a:ext>
                </a:extLst>
              </p:cNvPr>
              <p:cNvSpPr txBox="1"/>
              <p:nvPr/>
            </p:nvSpPr>
            <p:spPr>
              <a:xfrm>
                <a:off x="2551807" y="205316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0576A53B-E678-468E-B612-0D1999AEF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807" y="2053169"/>
                <a:ext cx="658461" cy="2308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A911C8A-6487-4980-8ECB-25A1EA044A7B}"/>
                  </a:ext>
                </a:extLst>
              </p:cNvPr>
              <p:cNvSpPr txBox="1"/>
              <p:nvPr/>
            </p:nvSpPr>
            <p:spPr>
              <a:xfrm>
                <a:off x="1236034" y="325166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A911C8A-6487-4980-8ECB-25A1EA044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34" y="3251666"/>
                <a:ext cx="658461" cy="2308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D19014A-BBF5-415C-8EAC-B00F695242CD}"/>
                  </a:ext>
                </a:extLst>
              </p:cNvPr>
              <p:cNvSpPr txBox="1"/>
              <p:nvPr/>
            </p:nvSpPr>
            <p:spPr>
              <a:xfrm>
                <a:off x="1910020" y="325123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D19014A-BBF5-415C-8EAC-B00F69524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20" y="3251232"/>
                <a:ext cx="658461" cy="2308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49AAD67F-7DF7-4991-9283-FD800672A884}"/>
                  </a:ext>
                </a:extLst>
              </p:cNvPr>
              <p:cNvSpPr txBox="1"/>
              <p:nvPr/>
            </p:nvSpPr>
            <p:spPr>
              <a:xfrm>
                <a:off x="2646203" y="326703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49AAD67F-7DF7-4991-9283-FD800672A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203" y="3267031"/>
                <a:ext cx="658461" cy="2308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EC35940-53D5-4EE2-B1F9-4107A6D82F70}"/>
                  </a:ext>
                </a:extLst>
              </p:cNvPr>
              <p:cNvSpPr txBox="1"/>
              <p:nvPr/>
            </p:nvSpPr>
            <p:spPr>
              <a:xfrm>
                <a:off x="4300380" y="217016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EC35940-53D5-4EE2-B1F9-4107A6D82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380" y="2170163"/>
                <a:ext cx="658461" cy="2308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0A1D6B3A-20B6-408E-8EEA-5FDA4CB954B0}"/>
                  </a:ext>
                </a:extLst>
              </p:cNvPr>
              <p:cNvSpPr txBox="1"/>
              <p:nvPr/>
            </p:nvSpPr>
            <p:spPr>
              <a:xfrm>
                <a:off x="4974366" y="216972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0A1D6B3A-20B6-408E-8EEA-5FDA4CB9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366" y="2169729"/>
                <a:ext cx="65846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D808D04A-FF21-4D2B-82BB-98AFEFF660E9}"/>
                  </a:ext>
                </a:extLst>
              </p:cNvPr>
              <p:cNvSpPr txBox="1"/>
              <p:nvPr/>
            </p:nvSpPr>
            <p:spPr>
              <a:xfrm>
                <a:off x="5710549" y="218552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D808D04A-FF21-4D2B-82BB-98AFEFF66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9" y="2185528"/>
                <a:ext cx="658461" cy="2308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3C711BC0-2360-4A6A-B28F-98B4AC290B39}"/>
                  </a:ext>
                </a:extLst>
              </p:cNvPr>
              <p:cNvSpPr txBox="1"/>
              <p:nvPr/>
            </p:nvSpPr>
            <p:spPr>
              <a:xfrm>
                <a:off x="4312892" y="297544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3C711BC0-2360-4A6A-B28F-98B4AC290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892" y="2975440"/>
                <a:ext cx="658461" cy="2308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585CF86-82CB-4036-A1E5-9FB079791CE8}"/>
                  </a:ext>
                </a:extLst>
              </p:cNvPr>
              <p:cNvSpPr txBox="1"/>
              <p:nvPr/>
            </p:nvSpPr>
            <p:spPr>
              <a:xfrm>
                <a:off x="4687165" y="299105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585CF86-82CB-4036-A1E5-9FB07979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165" y="2991057"/>
                <a:ext cx="658461" cy="2308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7CE3F5C8-FF37-4965-9CC3-F51A6800B3D7}"/>
                  </a:ext>
                </a:extLst>
              </p:cNvPr>
              <p:cNvSpPr txBox="1"/>
              <p:nvPr/>
            </p:nvSpPr>
            <p:spPr>
              <a:xfrm>
                <a:off x="5156894" y="300107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7CE3F5C8-FF37-4965-9CC3-F51A6800B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894" y="3001074"/>
                <a:ext cx="658461" cy="2308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674EC4F3-4994-43EE-8D4C-5F2285E5F8AF}"/>
                  </a:ext>
                </a:extLst>
              </p:cNvPr>
              <p:cNvSpPr txBox="1"/>
              <p:nvPr/>
            </p:nvSpPr>
            <p:spPr>
              <a:xfrm>
                <a:off x="5573429" y="299649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674EC4F3-4994-43EE-8D4C-5F2285E5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29" y="2996496"/>
                <a:ext cx="658461" cy="2308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1358FADA-64E6-4BC9-BC54-48E4DEE2F00A}"/>
                  </a:ext>
                </a:extLst>
              </p:cNvPr>
              <p:cNvSpPr txBox="1"/>
              <p:nvPr/>
            </p:nvSpPr>
            <p:spPr>
              <a:xfrm>
                <a:off x="6010057" y="299093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1358FADA-64E6-4BC9-BC54-48E4DEE2F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57" y="2990934"/>
                <a:ext cx="658461" cy="2308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15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C7C32DE-E1D9-405B-AEF1-F23C31B1C634}"/>
              </a:ext>
            </a:extLst>
          </p:cNvPr>
          <p:cNvSpPr/>
          <p:nvPr/>
        </p:nvSpPr>
        <p:spPr>
          <a:xfrm>
            <a:off x="1516848" y="1284288"/>
            <a:ext cx="3487723" cy="1886478"/>
          </a:xfrm>
          <a:prstGeom prst="roundRect">
            <a:avLst>
              <a:gd name="adj" fmla="val 3512"/>
            </a:avLst>
          </a:prstGeom>
          <a:solidFill>
            <a:schemeClr val="bg1"/>
          </a:solidFill>
          <a:ln w="1905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E483AE15-9D05-4C7D-9C82-3EB40CF91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6014" y="1764488"/>
            <a:ext cx="460789" cy="460789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267D1537-1181-4FF5-A2E2-934BAF3262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4096" y="1789485"/>
            <a:ext cx="430225" cy="43022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D30F4F08-4063-4F00-A1FA-984D3C85FC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2385" y="1378445"/>
            <a:ext cx="359938" cy="359938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01E093B4-C02A-4122-A887-1C0290D3B9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5461" y="1813536"/>
            <a:ext cx="369944" cy="369944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31252B18-EB61-4228-8F62-459EA33389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16526" y="1836530"/>
            <a:ext cx="341725" cy="341725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5A4762B9-4767-4691-9EE6-C227A95BD8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59008" y="1848722"/>
            <a:ext cx="329461" cy="329461"/>
          </a:xfrm>
          <a:prstGeom prst="rect">
            <a:avLst/>
          </a:prstGeom>
        </p:spPr>
      </p:pic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1941BFF-3FD0-4748-9AB3-059D05385F44}"/>
              </a:ext>
            </a:extLst>
          </p:cNvPr>
          <p:cNvSpPr/>
          <p:nvPr/>
        </p:nvSpPr>
        <p:spPr>
          <a:xfrm>
            <a:off x="2151034" y="1817586"/>
            <a:ext cx="2770188" cy="37962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D15C0028-4F8D-4CAD-AB8C-5EB78370BD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41600" y="1817586"/>
            <a:ext cx="379622" cy="3796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52FCEB-DCBC-4345-AACC-DF88E55C6E62}"/>
              </a:ext>
            </a:extLst>
          </p:cNvPr>
          <p:cNvSpPr txBox="1"/>
          <p:nvPr/>
        </p:nvSpPr>
        <p:spPr>
          <a:xfrm>
            <a:off x="1424896" y="1906957"/>
            <a:ext cx="814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0369640-1F7A-47C2-BCFC-956A2A084F7A}"/>
              </a:ext>
            </a:extLst>
          </p:cNvPr>
          <p:cNvSpPr txBox="1"/>
          <p:nvPr/>
        </p:nvSpPr>
        <p:spPr>
          <a:xfrm>
            <a:off x="1415385" y="2316990"/>
            <a:ext cx="814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F9711F80-A9E4-4269-8F76-559948AEC7A4}"/>
              </a:ext>
            </a:extLst>
          </p:cNvPr>
          <p:cNvSpPr/>
          <p:nvPr/>
        </p:nvSpPr>
        <p:spPr>
          <a:xfrm>
            <a:off x="2151034" y="2262792"/>
            <a:ext cx="2770188" cy="37962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559BD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B1BD3538-855F-4BA2-AF8A-12699D5D3E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5461" y="2258820"/>
            <a:ext cx="369944" cy="369944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A9789ACB-E44A-4B8C-B619-D54E01922E34}"/>
              </a:ext>
            </a:extLst>
          </p:cNvPr>
          <p:cNvSpPr txBox="1"/>
          <p:nvPr/>
        </p:nvSpPr>
        <p:spPr>
          <a:xfrm>
            <a:off x="1415385" y="2770155"/>
            <a:ext cx="814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C18083A-DBCF-4035-852C-DB08E3F742C8}"/>
              </a:ext>
            </a:extLst>
          </p:cNvPr>
          <p:cNvSpPr/>
          <p:nvPr/>
        </p:nvSpPr>
        <p:spPr>
          <a:xfrm>
            <a:off x="2151034" y="2727023"/>
            <a:ext cx="2770188" cy="37962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2A60D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0" name="图形 69">
            <a:extLst>
              <a:ext uri="{FF2B5EF4-FFF2-40B4-BE49-F238E27FC236}">
                <a16:creationId xmlns:a16="http://schemas.microsoft.com/office/drawing/2014/main" id="{BDF951B8-E781-46B7-9AD7-670D8EA85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39812" y="2742086"/>
            <a:ext cx="369944" cy="369944"/>
          </a:xfrm>
          <a:prstGeom prst="rect">
            <a:avLst/>
          </a:prstGeom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ED50D85-AFA0-45C9-8906-8F76E958BA00}"/>
              </a:ext>
            </a:extLst>
          </p:cNvPr>
          <p:cNvSpPr/>
          <p:nvPr/>
        </p:nvSpPr>
        <p:spPr>
          <a:xfrm>
            <a:off x="4100816" y="1851314"/>
            <a:ext cx="793060" cy="312159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5" name="图形 74">
            <a:extLst>
              <a:ext uri="{FF2B5EF4-FFF2-40B4-BE49-F238E27FC236}">
                <a16:creationId xmlns:a16="http://schemas.microsoft.com/office/drawing/2014/main" id="{7C895DD3-E7E8-4101-A797-CC58CD151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6012" y="2693017"/>
            <a:ext cx="460789" cy="460789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12396D57-225D-4782-80C3-F340B6551021}"/>
              </a:ext>
            </a:extLst>
          </p:cNvPr>
          <p:cNvSpPr txBox="1"/>
          <p:nvPr/>
        </p:nvSpPr>
        <p:spPr>
          <a:xfrm>
            <a:off x="2049555" y="1402797"/>
            <a:ext cx="1061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I want: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图形 80">
            <a:extLst>
              <a:ext uri="{FF2B5EF4-FFF2-40B4-BE49-F238E27FC236}">
                <a16:creationId xmlns:a16="http://schemas.microsoft.com/office/drawing/2014/main" id="{29AE9CF8-4429-42BB-8F53-D222C635E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5596" y="1313775"/>
            <a:ext cx="430225" cy="430225"/>
          </a:xfrm>
          <a:prstGeom prst="rect">
            <a:avLst/>
          </a:prstGeom>
        </p:spPr>
      </p:pic>
      <p:pic>
        <p:nvPicPr>
          <p:cNvPr id="82" name="图形 81">
            <a:extLst>
              <a:ext uri="{FF2B5EF4-FFF2-40B4-BE49-F238E27FC236}">
                <a16:creationId xmlns:a16="http://schemas.microsoft.com/office/drawing/2014/main" id="{D00D9F9A-A119-4C29-93CE-8DCCE81205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7284" y="1375415"/>
            <a:ext cx="329461" cy="329461"/>
          </a:xfrm>
          <a:prstGeom prst="rect">
            <a:avLst/>
          </a:prstGeom>
        </p:spPr>
      </p:pic>
      <p:pic>
        <p:nvPicPr>
          <p:cNvPr id="83" name="图形 82">
            <a:extLst>
              <a:ext uri="{FF2B5EF4-FFF2-40B4-BE49-F238E27FC236}">
                <a16:creationId xmlns:a16="http://schemas.microsoft.com/office/drawing/2014/main" id="{82D057A1-9E7D-4FB9-A99F-868D53D9D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1295" y="2232677"/>
            <a:ext cx="430225" cy="430225"/>
          </a:xfrm>
          <a:prstGeom prst="rect">
            <a:avLst/>
          </a:prstGeom>
        </p:spPr>
      </p:pic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FE63A3CA-A80A-44B2-92ED-5B8970A2B964}"/>
              </a:ext>
            </a:extLst>
          </p:cNvPr>
          <p:cNvSpPr/>
          <p:nvPr/>
        </p:nvSpPr>
        <p:spPr>
          <a:xfrm>
            <a:off x="2151034" y="1358761"/>
            <a:ext cx="2770188" cy="37962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C656FC3-AA21-49C3-BF43-EC8B2BF7BABD}"/>
              </a:ext>
            </a:extLst>
          </p:cNvPr>
          <p:cNvSpPr/>
          <p:nvPr/>
        </p:nvSpPr>
        <p:spPr>
          <a:xfrm>
            <a:off x="3177412" y="1846719"/>
            <a:ext cx="867231" cy="312159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51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CB97091-01F2-46CD-85F2-93576111841C}"/>
              </a:ext>
            </a:extLst>
          </p:cNvPr>
          <p:cNvSpPr/>
          <p:nvPr/>
        </p:nvSpPr>
        <p:spPr>
          <a:xfrm>
            <a:off x="2063449" y="633927"/>
            <a:ext cx="2255537" cy="123545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3E8CBA1-BCDD-4A04-824B-0FBDD26E2B3C}"/>
              </a:ext>
            </a:extLst>
          </p:cNvPr>
          <p:cNvCxnSpPr>
            <a:cxnSpLocks/>
          </p:cNvCxnSpPr>
          <p:nvPr/>
        </p:nvCxnSpPr>
        <p:spPr>
          <a:xfrm flipH="1">
            <a:off x="2272898" y="1048364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图形 35">
            <a:extLst>
              <a:ext uri="{FF2B5EF4-FFF2-40B4-BE49-F238E27FC236}">
                <a16:creationId xmlns:a16="http://schemas.microsoft.com/office/drawing/2014/main" id="{188C4E27-50E3-416A-B35C-F2D6D5EBE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378" y="1278495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6EEB5C64-9A04-4CF0-89C2-81D6C68CD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7212" y="1260819"/>
            <a:ext cx="430225" cy="430225"/>
          </a:xfrm>
          <a:prstGeom prst="rect">
            <a:avLst/>
          </a:prstGeom>
        </p:spPr>
      </p:pic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A2131AE-6325-4C8E-8E7E-F1CCBC517809}"/>
              </a:ext>
            </a:extLst>
          </p:cNvPr>
          <p:cNvCxnSpPr>
            <a:cxnSpLocks/>
          </p:cNvCxnSpPr>
          <p:nvPr/>
        </p:nvCxnSpPr>
        <p:spPr>
          <a:xfrm>
            <a:off x="2463403" y="1048364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82CCB20-690C-44CB-A969-CFA39CB75374}"/>
              </a:ext>
            </a:extLst>
          </p:cNvPr>
          <p:cNvCxnSpPr>
            <a:cxnSpLocks/>
          </p:cNvCxnSpPr>
          <p:nvPr/>
        </p:nvCxnSpPr>
        <p:spPr>
          <a:xfrm>
            <a:off x="3107965" y="1060306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740F046-61D7-481D-A354-D08AD0523A70}"/>
              </a:ext>
            </a:extLst>
          </p:cNvPr>
          <p:cNvCxnSpPr>
            <a:cxnSpLocks/>
          </p:cNvCxnSpPr>
          <p:nvPr/>
        </p:nvCxnSpPr>
        <p:spPr>
          <a:xfrm>
            <a:off x="3096641" y="1062944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724277F-99DF-49F4-9D17-95E546CEBECB}"/>
              </a:ext>
            </a:extLst>
          </p:cNvPr>
          <p:cNvCxnSpPr>
            <a:cxnSpLocks/>
          </p:cNvCxnSpPr>
          <p:nvPr/>
        </p:nvCxnSpPr>
        <p:spPr>
          <a:xfrm>
            <a:off x="3107965" y="1060306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4C806AB-3F3D-4C17-BFCF-20E070C1814D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3746348" y="1039657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3AA5152-1FF1-4CA5-A51C-7A8672B927F3}"/>
                  </a:ext>
                </a:extLst>
              </p:cNvPr>
              <p:cNvSpPr txBox="1"/>
              <p:nvPr/>
            </p:nvSpPr>
            <p:spPr>
              <a:xfrm>
                <a:off x="3877784" y="596192"/>
                <a:ext cx="315383" cy="32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3AA5152-1FF1-4CA5-A51C-7A8672B92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784" y="596192"/>
                <a:ext cx="315383" cy="328808"/>
              </a:xfrm>
              <a:prstGeom prst="rect">
                <a:avLst/>
              </a:prstGeom>
              <a:blipFill>
                <a:blip r:embed="rId6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图形 45">
            <a:extLst>
              <a:ext uri="{FF2B5EF4-FFF2-40B4-BE49-F238E27FC236}">
                <a16:creationId xmlns:a16="http://schemas.microsoft.com/office/drawing/2014/main" id="{5F062DF1-4319-4A8A-8D51-F1A95C3E7D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9918" y="673541"/>
            <a:ext cx="359938" cy="359938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392CDCEF-02D8-41BA-9C77-BC2F5F4FFB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42776" y="673588"/>
            <a:ext cx="357763" cy="357763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B2714732-85E7-4638-B6E7-77E44B9104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0040" y="1324607"/>
            <a:ext cx="369944" cy="369944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AF105E74-A148-4DC1-9CF8-48594EFC4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0060" y="1314651"/>
            <a:ext cx="341725" cy="341725"/>
          </a:xfrm>
          <a:prstGeom prst="rect">
            <a:avLst/>
          </a:prstGeom>
        </p:spPr>
      </p:pic>
      <p:pic>
        <p:nvPicPr>
          <p:cNvPr id="50" name="图形 49">
            <a:extLst>
              <a:ext uri="{FF2B5EF4-FFF2-40B4-BE49-F238E27FC236}">
                <a16:creationId xmlns:a16="http://schemas.microsoft.com/office/drawing/2014/main" id="{0EE41BE1-3E0E-4566-A272-2F467384E8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09561" y="1336456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A15C9611-A986-41C6-83FB-BD01EDFA04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63658" y="674278"/>
            <a:ext cx="365379" cy="365379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E73BF2B8-D2FA-4F91-ABAE-D63A043A8CC3}"/>
              </a:ext>
            </a:extLst>
          </p:cNvPr>
          <p:cNvSpPr txBox="1"/>
          <p:nvPr/>
        </p:nvSpPr>
        <p:spPr>
          <a:xfrm rot="18187159">
            <a:off x="2006020" y="1000863"/>
            <a:ext cx="67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3E85800-1164-4CF0-BDBD-F2416111F0D8}"/>
              </a:ext>
            </a:extLst>
          </p:cNvPr>
          <p:cNvSpPr txBox="1"/>
          <p:nvPr/>
        </p:nvSpPr>
        <p:spPr>
          <a:xfrm rot="3471750">
            <a:off x="2257445" y="1161649"/>
            <a:ext cx="60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C30DB44-1A22-4463-B3A7-EE8C300F0476}"/>
              </a:ext>
            </a:extLst>
          </p:cNvPr>
          <p:cNvSpPr txBox="1"/>
          <p:nvPr/>
        </p:nvSpPr>
        <p:spPr>
          <a:xfrm>
            <a:off x="2980734" y="113767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CE5321E-1E9E-4A0B-95E4-85DC87D18426}"/>
              </a:ext>
            </a:extLst>
          </p:cNvPr>
          <p:cNvSpPr txBox="1"/>
          <p:nvPr/>
        </p:nvSpPr>
        <p:spPr>
          <a:xfrm rot="21411695">
            <a:off x="3182156" y="11340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F6B1D0B-5990-4E1E-9094-EFB89F05FA35}"/>
              </a:ext>
            </a:extLst>
          </p:cNvPr>
          <p:cNvSpPr txBox="1"/>
          <p:nvPr/>
        </p:nvSpPr>
        <p:spPr>
          <a:xfrm rot="1147766">
            <a:off x="3127765" y="1034707"/>
            <a:ext cx="889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5EEA5C6-D3C8-4983-93A4-43D3E65A9605}"/>
              </a:ext>
            </a:extLst>
          </p:cNvPr>
          <p:cNvSpPr/>
          <p:nvPr/>
        </p:nvSpPr>
        <p:spPr>
          <a:xfrm>
            <a:off x="2063449" y="1936510"/>
            <a:ext cx="2246217" cy="120942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" name="图形 59">
            <a:extLst>
              <a:ext uri="{FF2B5EF4-FFF2-40B4-BE49-F238E27FC236}">
                <a16:creationId xmlns:a16="http://schemas.microsoft.com/office/drawing/2014/main" id="{24019887-A7AA-4E86-9635-7A6D12CA7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571" y="2575536"/>
            <a:ext cx="460789" cy="460789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EB73BC0E-DF50-4678-96EF-436A7A9DB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9357" y="2579094"/>
            <a:ext cx="430225" cy="430225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CA4502C-CDA4-412D-87C3-64ADB72A7F4B}"/>
              </a:ext>
            </a:extLst>
          </p:cNvPr>
          <p:cNvCxnSpPr>
            <a:cxnSpLocks/>
          </p:cNvCxnSpPr>
          <p:nvPr/>
        </p:nvCxnSpPr>
        <p:spPr>
          <a:xfrm flipH="1">
            <a:off x="2269228" y="2352305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1B400A5-C5BA-4BF8-992C-D475F22BBE4C}"/>
              </a:ext>
            </a:extLst>
          </p:cNvPr>
          <p:cNvCxnSpPr>
            <a:cxnSpLocks/>
          </p:cNvCxnSpPr>
          <p:nvPr/>
        </p:nvCxnSpPr>
        <p:spPr>
          <a:xfrm flipH="1">
            <a:off x="3100945" y="2362888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C3A3F08-A16E-4F84-96EC-7BBF589A7678}"/>
              </a:ext>
            </a:extLst>
          </p:cNvPr>
          <p:cNvCxnSpPr>
            <a:cxnSpLocks/>
          </p:cNvCxnSpPr>
          <p:nvPr/>
        </p:nvCxnSpPr>
        <p:spPr>
          <a:xfrm>
            <a:off x="3116310" y="2364196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CBB464D-D580-4579-A64F-8A1C0D14B756}"/>
              </a:ext>
            </a:extLst>
          </p:cNvPr>
          <p:cNvCxnSpPr>
            <a:cxnSpLocks/>
          </p:cNvCxnSpPr>
          <p:nvPr/>
        </p:nvCxnSpPr>
        <p:spPr>
          <a:xfrm>
            <a:off x="3769217" y="2362468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9511CAA-0BDA-4302-8620-A92EE374F274}"/>
                  </a:ext>
                </a:extLst>
              </p:cNvPr>
              <p:cNvSpPr txBox="1"/>
              <p:nvPr/>
            </p:nvSpPr>
            <p:spPr>
              <a:xfrm>
                <a:off x="3890988" y="1910857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9511CAA-0BDA-4302-8620-A92EE374F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988" y="1910857"/>
                <a:ext cx="315383" cy="318613"/>
              </a:xfrm>
              <a:prstGeom prst="rect">
                <a:avLst/>
              </a:prstGeom>
              <a:blipFill>
                <a:blip r:embed="rId19"/>
                <a:stretch>
                  <a:fillRect r="-44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8" name="图形 67">
            <a:extLst>
              <a:ext uri="{FF2B5EF4-FFF2-40B4-BE49-F238E27FC236}">
                <a16:creationId xmlns:a16="http://schemas.microsoft.com/office/drawing/2014/main" id="{45ED32B6-30E6-4FC4-84D4-1868F36FC2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9824" y="1987243"/>
            <a:ext cx="359938" cy="359938"/>
          </a:xfrm>
          <a:prstGeom prst="rect">
            <a:avLst/>
          </a:prstGeom>
        </p:spPr>
      </p:pic>
      <p:pic>
        <p:nvPicPr>
          <p:cNvPr id="69" name="图形 68">
            <a:extLst>
              <a:ext uri="{FF2B5EF4-FFF2-40B4-BE49-F238E27FC236}">
                <a16:creationId xmlns:a16="http://schemas.microsoft.com/office/drawing/2014/main" id="{2306F356-008C-48D1-9ED2-90EB58E16C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8082" y="1987985"/>
            <a:ext cx="357763" cy="357763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F0709D58-3995-41EC-A592-E8C5EBDC17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46394" y="1986926"/>
            <a:ext cx="365379" cy="365379"/>
          </a:xfrm>
          <a:prstGeom prst="rect">
            <a:avLst/>
          </a:prstGeom>
        </p:spPr>
      </p:pic>
      <p:pic>
        <p:nvPicPr>
          <p:cNvPr id="71" name="图形 70">
            <a:extLst>
              <a:ext uri="{FF2B5EF4-FFF2-40B4-BE49-F238E27FC236}">
                <a16:creationId xmlns:a16="http://schemas.microsoft.com/office/drawing/2014/main" id="{1607D710-7C77-4D7D-AA65-209A215C1B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05767" y="2599023"/>
            <a:ext cx="369944" cy="369944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F9FB46D0-0FD0-4970-90A4-A08F694B53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8028" y="2604655"/>
            <a:ext cx="341725" cy="341725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AE0E2FCB-975C-4ADE-B372-F56FBCF1F9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08408" y="2629402"/>
            <a:ext cx="329461" cy="329461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EF942B5F-D55E-45EF-9BC4-2E582D642D34}"/>
              </a:ext>
            </a:extLst>
          </p:cNvPr>
          <p:cNvSpPr txBox="1"/>
          <p:nvPr/>
        </p:nvSpPr>
        <p:spPr>
          <a:xfrm rot="18187159">
            <a:off x="1953654" y="2366008"/>
            <a:ext cx="573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B5330C6-F8BB-41E2-9B4A-E4CF9F2E5DBA}"/>
              </a:ext>
            </a:extLst>
          </p:cNvPr>
          <p:cNvSpPr txBox="1"/>
          <p:nvPr/>
        </p:nvSpPr>
        <p:spPr>
          <a:xfrm rot="5400000">
            <a:off x="2669347" y="2449031"/>
            <a:ext cx="6278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2+4=6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57EDFEE-BAB2-47D9-990F-0009A98E94DA}"/>
              </a:ext>
            </a:extLst>
          </p:cNvPr>
          <p:cNvSpPr txBox="1"/>
          <p:nvPr/>
        </p:nvSpPr>
        <p:spPr>
          <a:xfrm>
            <a:off x="3379544" y="231199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ED2E0651-3ACC-461E-BC00-17EBDAF27589}"/>
              </a:ext>
            </a:extLst>
          </p:cNvPr>
          <p:cNvSpPr/>
          <p:nvPr/>
        </p:nvSpPr>
        <p:spPr>
          <a:xfrm>
            <a:off x="2069915" y="3215988"/>
            <a:ext cx="2249071" cy="120921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9" name="图形 78">
            <a:extLst>
              <a:ext uri="{FF2B5EF4-FFF2-40B4-BE49-F238E27FC236}">
                <a16:creationId xmlns:a16="http://schemas.microsoft.com/office/drawing/2014/main" id="{D69FCAB6-FBA3-4844-A03F-8FE12AFAB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844" y="3860554"/>
            <a:ext cx="460789" cy="460789"/>
          </a:xfrm>
          <a:prstGeom prst="rect">
            <a:avLst/>
          </a:prstGeom>
        </p:spPr>
      </p:pic>
      <p:pic>
        <p:nvPicPr>
          <p:cNvPr id="80" name="图形 79">
            <a:extLst>
              <a:ext uri="{FF2B5EF4-FFF2-40B4-BE49-F238E27FC236}">
                <a16:creationId xmlns:a16="http://schemas.microsoft.com/office/drawing/2014/main" id="{9E84972E-3162-4C09-AAC6-93FB31745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1167" y="3885686"/>
            <a:ext cx="430225" cy="430225"/>
          </a:xfrm>
          <a:prstGeom prst="rect">
            <a:avLst/>
          </a:prstGeom>
        </p:spPr>
      </p:pic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88F0E0D-7B53-49A7-B0C1-4B8A7385FFD4}"/>
              </a:ext>
            </a:extLst>
          </p:cNvPr>
          <p:cNvCxnSpPr>
            <a:cxnSpLocks/>
          </p:cNvCxnSpPr>
          <p:nvPr/>
        </p:nvCxnSpPr>
        <p:spPr>
          <a:xfrm flipH="1">
            <a:off x="2275694" y="3640965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3C1E3FD-85C6-4C51-A7D8-0CA04C26C528}"/>
              </a:ext>
            </a:extLst>
          </p:cNvPr>
          <p:cNvCxnSpPr>
            <a:cxnSpLocks/>
          </p:cNvCxnSpPr>
          <p:nvPr/>
        </p:nvCxnSpPr>
        <p:spPr>
          <a:xfrm>
            <a:off x="2417988" y="3624928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B092D0A-2F0E-4CD8-A6BE-6D596B264085}"/>
              </a:ext>
            </a:extLst>
          </p:cNvPr>
          <p:cNvCxnSpPr>
            <a:cxnSpLocks/>
          </p:cNvCxnSpPr>
          <p:nvPr/>
        </p:nvCxnSpPr>
        <p:spPr>
          <a:xfrm>
            <a:off x="3114431" y="3642365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C1F75DF-68D4-45BF-B1EE-6EDB2607B077}"/>
              </a:ext>
            </a:extLst>
          </p:cNvPr>
          <p:cNvCxnSpPr>
            <a:cxnSpLocks/>
          </p:cNvCxnSpPr>
          <p:nvPr/>
        </p:nvCxnSpPr>
        <p:spPr>
          <a:xfrm>
            <a:off x="3122776" y="364367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D64FC0B9-0B99-45B1-BD3F-94F8F0626ECA}"/>
                  </a:ext>
                </a:extLst>
              </p:cNvPr>
              <p:cNvSpPr txBox="1"/>
              <p:nvPr/>
            </p:nvSpPr>
            <p:spPr>
              <a:xfrm>
                <a:off x="3877431" y="3188509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D64FC0B9-0B99-45B1-BD3F-94F8F062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431" y="3188509"/>
                <a:ext cx="315383" cy="318613"/>
              </a:xfrm>
              <a:prstGeom prst="rect">
                <a:avLst/>
              </a:prstGeom>
              <a:blipFill>
                <a:blip r:embed="rId20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6" name="图形 85">
            <a:extLst>
              <a:ext uri="{FF2B5EF4-FFF2-40B4-BE49-F238E27FC236}">
                <a16:creationId xmlns:a16="http://schemas.microsoft.com/office/drawing/2014/main" id="{AF94BECD-4537-414C-8482-A6B6BA0AA8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2267" y="3251131"/>
            <a:ext cx="359938" cy="359938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261610A5-96EA-46A4-AEEF-8DF1538A95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8494" y="3255348"/>
            <a:ext cx="357763" cy="357763"/>
          </a:xfrm>
          <a:prstGeom prst="rect">
            <a:avLst/>
          </a:prstGeom>
        </p:spPr>
      </p:pic>
      <p:pic>
        <p:nvPicPr>
          <p:cNvPr id="88" name="图形 87">
            <a:extLst>
              <a:ext uri="{FF2B5EF4-FFF2-40B4-BE49-F238E27FC236}">
                <a16:creationId xmlns:a16="http://schemas.microsoft.com/office/drawing/2014/main" id="{D945B887-2A3E-4FB0-BB46-F992760CA6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6514" y="3861592"/>
            <a:ext cx="369944" cy="369944"/>
          </a:xfrm>
          <a:prstGeom prst="rect">
            <a:avLst/>
          </a:prstGeom>
        </p:spPr>
      </p:pic>
      <p:pic>
        <p:nvPicPr>
          <p:cNvPr id="89" name="图形 88">
            <a:extLst>
              <a:ext uri="{FF2B5EF4-FFF2-40B4-BE49-F238E27FC236}">
                <a16:creationId xmlns:a16="http://schemas.microsoft.com/office/drawing/2014/main" id="{1FEA7C43-D02E-45E2-BDD0-83792F6A73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39504" y="3889268"/>
            <a:ext cx="341725" cy="341725"/>
          </a:xfrm>
          <a:prstGeom prst="rect">
            <a:avLst/>
          </a:prstGeom>
        </p:spPr>
      </p:pic>
      <p:pic>
        <p:nvPicPr>
          <p:cNvPr id="90" name="图形 89">
            <a:extLst>
              <a:ext uri="{FF2B5EF4-FFF2-40B4-BE49-F238E27FC236}">
                <a16:creationId xmlns:a16="http://schemas.microsoft.com/office/drawing/2014/main" id="{6FA991FE-9F1B-44FD-92B6-2F5CC1B470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9884" y="3914015"/>
            <a:ext cx="329461" cy="329461"/>
          </a:xfrm>
          <a:prstGeom prst="rect">
            <a:avLst/>
          </a:prstGeom>
        </p:spPr>
      </p:pic>
      <p:pic>
        <p:nvPicPr>
          <p:cNvPr id="91" name="图形 90">
            <a:extLst>
              <a:ext uri="{FF2B5EF4-FFF2-40B4-BE49-F238E27FC236}">
                <a16:creationId xmlns:a16="http://schemas.microsoft.com/office/drawing/2014/main" id="{AE45CD68-45A1-4C4A-9E6F-D024DD18471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42365" y="3254452"/>
            <a:ext cx="365379" cy="365379"/>
          </a:xfrm>
          <a:prstGeom prst="rect">
            <a:avLst/>
          </a:prstGeom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B93500CB-384B-4C85-8590-35B217CAE079}"/>
              </a:ext>
            </a:extLst>
          </p:cNvPr>
          <p:cNvSpPr txBox="1"/>
          <p:nvPr/>
        </p:nvSpPr>
        <p:spPr>
          <a:xfrm rot="17941028">
            <a:off x="1957048" y="3657526"/>
            <a:ext cx="60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AB1398D-80C0-49F3-A5B6-7A8A6A8B038F}"/>
              </a:ext>
            </a:extLst>
          </p:cNvPr>
          <p:cNvSpPr txBox="1"/>
          <p:nvPr/>
        </p:nvSpPr>
        <p:spPr>
          <a:xfrm rot="2377545">
            <a:off x="2500143" y="3646267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BD1B2EC-1078-4EE6-B76A-B68EEA93A30F}"/>
              </a:ext>
            </a:extLst>
          </p:cNvPr>
          <p:cNvSpPr txBox="1"/>
          <p:nvPr/>
        </p:nvSpPr>
        <p:spPr>
          <a:xfrm rot="2596385">
            <a:off x="2931242" y="3737907"/>
            <a:ext cx="635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C3D5FC7-5730-476C-B687-A55DF909732D}"/>
              </a:ext>
            </a:extLst>
          </p:cNvPr>
          <p:cNvSpPr txBox="1"/>
          <p:nvPr/>
        </p:nvSpPr>
        <p:spPr>
          <a:xfrm>
            <a:off x="3442335" y="358978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119F3DF-2620-4876-BA91-0C665185CAFF}"/>
              </a:ext>
            </a:extLst>
          </p:cNvPr>
          <p:cNvSpPr txBox="1"/>
          <p:nvPr/>
        </p:nvSpPr>
        <p:spPr>
          <a:xfrm rot="3119561">
            <a:off x="3729299" y="1160645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0C57066-891E-4FE6-A765-E063DC525442}"/>
              </a:ext>
            </a:extLst>
          </p:cNvPr>
          <p:cNvSpPr txBox="1"/>
          <p:nvPr/>
        </p:nvSpPr>
        <p:spPr>
          <a:xfrm rot="3119561">
            <a:off x="3699193" y="2461563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FCE11C0-7705-4709-8827-24AEF4EDB9B2}"/>
              </a:ext>
            </a:extLst>
          </p:cNvPr>
          <p:cNvCxnSpPr>
            <a:cxnSpLocks/>
          </p:cNvCxnSpPr>
          <p:nvPr/>
        </p:nvCxnSpPr>
        <p:spPr>
          <a:xfrm>
            <a:off x="4436522" y="2528172"/>
            <a:ext cx="519885" cy="2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CF0D931C-B4B8-4E2B-836B-46046849912D}"/>
              </a:ext>
            </a:extLst>
          </p:cNvPr>
          <p:cNvSpPr/>
          <p:nvPr/>
        </p:nvSpPr>
        <p:spPr>
          <a:xfrm>
            <a:off x="5081499" y="1963988"/>
            <a:ext cx="2249071" cy="1224521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5" name="图形 104">
            <a:extLst>
              <a:ext uri="{FF2B5EF4-FFF2-40B4-BE49-F238E27FC236}">
                <a16:creationId xmlns:a16="http://schemas.microsoft.com/office/drawing/2014/main" id="{F0BC64A2-6519-4E1D-BA7E-8D9C78F3F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428" y="2608555"/>
            <a:ext cx="460789" cy="460789"/>
          </a:xfrm>
          <a:prstGeom prst="rect">
            <a:avLst/>
          </a:prstGeom>
        </p:spPr>
      </p:pic>
      <p:pic>
        <p:nvPicPr>
          <p:cNvPr id="106" name="图形 105">
            <a:extLst>
              <a:ext uri="{FF2B5EF4-FFF2-40B4-BE49-F238E27FC236}">
                <a16:creationId xmlns:a16="http://schemas.microsoft.com/office/drawing/2014/main" id="{C9FD07F3-9EF7-47BE-B97D-AC592E697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751" y="2633687"/>
            <a:ext cx="430225" cy="430225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D8D872FD-647A-4E7F-A2D1-28DE1A1EA5EC}"/>
              </a:ext>
            </a:extLst>
          </p:cNvPr>
          <p:cNvCxnSpPr>
            <a:cxnSpLocks/>
          </p:cNvCxnSpPr>
          <p:nvPr/>
        </p:nvCxnSpPr>
        <p:spPr>
          <a:xfrm flipH="1">
            <a:off x="5287278" y="238896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5E712E2-5D2A-4C7F-8CFA-BA9B876FE6E5}"/>
              </a:ext>
            </a:extLst>
          </p:cNvPr>
          <p:cNvCxnSpPr>
            <a:cxnSpLocks/>
          </p:cNvCxnSpPr>
          <p:nvPr/>
        </p:nvCxnSpPr>
        <p:spPr>
          <a:xfrm>
            <a:off x="5429572" y="2372929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1FBB62DF-3AEE-4ED9-B21F-4F145920901F}"/>
              </a:ext>
            </a:extLst>
          </p:cNvPr>
          <p:cNvCxnSpPr>
            <a:cxnSpLocks/>
          </p:cNvCxnSpPr>
          <p:nvPr/>
        </p:nvCxnSpPr>
        <p:spPr>
          <a:xfrm>
            <a:off x="6126015" y="239036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332B0654-4A89-4806-AB4E-AA97852E720B}"/>
              </a:ext>
            </a:extLst>
          </p:cNvPr>
          <p:cNvCxnSpPr>
            <a:cxnSpLocks/>
          </p:cNvCxnSpPr>
          <p:nvPr/>
        </p:nvCxnSpPr>
        <p:spPr>
          <a:xfrm>
            <a:off x="6134360" y="23916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49B2666-1B96-4E86-BE1C-726B5C4410D5}"/>
                  </a:ext>
                </a:extLst>
              </p:cNvPr>
              <p:cNvSpPr txBox="1"/>
              <p:nvPr/>
            </p:nvSpPr>
            <p:spPr>
              <a:xfrm>
                <a:off x="6889015" y="1936510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49B2666-1B96-4E86-BE1C-726B5C44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15" y="1936510"/>
                <a:ext cx="315383" cy="300723"/>
              </a:xfrm>
              <a:prstGeom prst="rect">
                <a:avLst/>
              </a:prstGeom>
              <a:blipFill>
                <a:blip r:embed="rId21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图形 111">
            <a:extLst>
              <a:ext uri="{FF2B5EF4-FFF2-40B4-BE49-F238E27FC236}">
                <a16:creationId xmlns:a16="http://schemas.microsoft.com/office/drawing/2014/main" id="{65AEA06F-2CA4-4F0E-91D3-1C736B5C04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53851" y="1999132"/>
            <a:ext cx="359938" cy="359938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C869DC99-657D-46C7-8464-9B689FA1B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50078" y="2003349"/>
            <a:ext cx="357763" cy="357763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624AF86E-F5E8-4A74-B026-0D95DF1035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28098" y="2609593"/>
            <a:ext cx="369944" cy="369944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E91A3230-2D26-490D-AA47-C27966A7F5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1088" y="2637269"/>
            <a:ext cx="341725" cy="34172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99273FBA-0E0C-4222-A774-DEEA3907A1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41468" y="2662016"/>
            <a:ext cx="329461" cy="329461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176512A1-4F24-45DD-B5E4-F49D17085F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53949" y="2002453"/>
            <a:ext cx="365379" cy="365379"/>
          </a:xfrm>
          <a:prstGeom prst="rect">
            <a:avLst/>
          </a:prstGeom>
        </p:spPr>
      </p:pic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82884994-DB3D-4868-BCE4-E0C320CF3B9E}"/>
              </a:ext>
            </a:extLst>
          </p:cNvPr>
          <p:cNvCxnSpPr>
            <a:cxnSpLocks/>
          </p:cNvCxnSpPr>
          <p:nvPr/>
        </p:nvCxnSpPr>
        <p:spPr>
          <a:xfrm flipH="1">
            <a:off x="6118995" y="2383125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4681CA9E-2FA1-4AF1-ADA3-81D507851193}"/>
              </a:ext>
            </a:extLst>
          </p:cNvPr>
          <p:cNvCxnSpPr>
            <a:cxnSpLocks/>
          </p:cNvCxnSpPr>
          <p:nvPr/>
        </p:nvCxnSpPr>
        <p:spPr>
          <a:xfrm>
            <a:off x="6783593" y="236914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5B2DEC8F-A668-4E53-820E-46A4967C4ED7}"/>
                  </a:ext>
                </a:extLst>
              </p:cNvPr>
              <p:cNvSpPr txBox="1"/>
              <p:nvPr/>
            </p:nvSpPr>
            <p:spPr>
              <a:xfrm>
                <a:off x="1934046" y="90305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5B2DEC8F-A668-4E53-820E-46A4967C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046" y="903052"/>
                <a:ext cx="658461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A1DC9010-536A-4F4C-A053-2D0DA977307A}"/>
                  </a:ext>
                </a:extLst>
              </p:cNvPr>
              <p:cNvSpPr txBox="1"/>
              <p:nvPr/>
            </p:nvSpPr>
            <p:spPr>
              <a:xfrm>
                <a:off x="2621206" y="90896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A1DC9010-536A-4F4C-A053-2D0DA9773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206" y="908968"/>
                <a:ext cx="658461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4B91D080-2EC9-4DF1-879E-6DE598B96ADE}"/>
                  </a:ext>
                </a:extLst>
              </p:cNvPr>
              <p:cNvSpPr txBox="1"/>
              <p:nvPr/>
            </p:nvSpPr>
            <p:spPr>
              <a:xfrm>
                <a:off x="3312951" y="91885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4B91D080-2EC9-4DF1-879E-6DE598B96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951" y="918852"/>
                <a:ext cx="658461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9C66433-8A8A-4B70-97A6-8750D2065AA8}"/>
                  </a:ext>
                </a:extLst>
              </p:cNvPr>
              <p:cNvSpPr txBox="1"/>
              <p:nvPr/>
            </p:nvSpPr>
            <p:spPr>
              <a:xfrm>
                <a:off x="1900978" y="215781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9C66433-8A8A-4B70-97A6-8750D2065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78" y="2157819"/>
                <a:ext cx="658461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DDE36412-AAC0-45C1-BE69-10FE89859DF9}"/>
                  </a:ext>
                </a:extLst>
              </p:cNvPr>
              <p:cNvSpPr txBox="1"/>
              <p:nvPr/>
            </p:nvSpPr>
            <p:spPr>
              <a:xfrm>
                <a:off x="2588138" y="2163735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DDE36412-AAC0-45C1-BE69-10FE8985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138" y="2163735"/>
                <a:ext cx="658461" cy="2308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5D4F169-A691-41B2-B936-4C40FC1AC3A6}"/>
                  </a:ext>
                </a:extLst>
              </p:cNvPr>
              <p:cNvSpPr txBox="1"/>
              <p:nvPr/>
            </p:nvSpPr>
            <p:spPr>
              <a:xfrm>
                <a:off x="3279883" y="217361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5D4F169-A691-41B2-B936-4C40FC1AC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883" y="2173619"/>
                <a:ext cx="658461" cy="2308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1454DF77-14C6-478D-9761-813E4E9CDBF2}"/>
                  </a:ext>
                </a:extLst>
              </p:cNvPr>
              <p:cNvSpPr txBox="1"/>
              <p:nvPr/>
            </p:nvSpPr>
            <p:spPr>
              <a:xfrm>
                <a:off x="1892564" y="343357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1454DF77-14C6-478D-9761-813E4E9CD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564" y="3433574"/>
                <a:ext cx="658461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A547F73F-7BFB-400F-BC73-0FB89E6C6BDC}"/>
                  </a:ext>
                </a:extLst>
              </p:cNvPr>
              <p:cNvSpPr txBox="1"/>
              <p:nvPr/>
            </p:nvSpPr>
            <p:spPr>
              <a:xfrm>
                <a:off x="2579724" y="343949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A547F73F-7BFB-400F-BC73-0FB89E6C6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724" y="3439490"/>
                <a:ext cx="658461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01275AA2-7664-4B47-AAEB-C4BBAFAB31BA}"/>
                  </a:ext>
                </a:extLst>
              </p:cNvPr>
              <p:cNvSpPr txBox="1"/>
              <p:nvPr/>
            </p:nvSpPr>
            <p:spPr>
              <a:xfrm>
                <a:off x="3271469" y="344937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01275AA2-7664-4B47-AAEB-C4BBAFAB3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469" y="3449374"/>
                <a:ext cx="658461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9090DA7-2378-43B8-B591-7D30AAB1050B}"/>
                  </a:ext>
                </a:extLst>
              </p:cNvPr>
              <p:cNvSpPr txBox="1"/>
              <p:nvPr/>
            </p:nvSpPr>
            <p:spPr>
              <a:xfrm>
                <a:off x="4889768" y="219964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9090DA7-2378-43B8-B591-7D30AAB10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768" y="2199648"/>
                <a:ext cx="658461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FC0930A0-5B71-4D31-BA51-BACEF87A0B3D}"/>
                  </a:ext>
                </a:extLst>
              </p:cNvPr>
              <p:cNvSpPr txBox="1"/>
              <p:nvPr/>
            </p:nvSpPr>
            <p:spPr>
              <a:xfrm>
                <a:off x="5576928" y="220556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FC0930A0-5B71-4D31-BA51-BACEF87A0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928" y="2205564"/>
                <a:ext cx="658461" cy="2308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8FF61CF7-399C-48A6-BAB7-4EA62930AE47}"/>
                  </a:ext>
                </a:extLst>
              </p:cNvPr>
              <p:cNvSpPr txBox="1"/>
              <p:nvPr/>
            </p:nvSpPr>
            <p:spPr>
              <a:xfrm>
                <a:off x="6268673" y="221544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8FF61CF7-399C-48A6-BAB7-4EA62930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673" y="2215448"/>
                <a:ext cx="658461" cy="2308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223A98EF-4E0C-4A83-910F-C95246618F6D}"/>
                  </a:ext>
                </a:extLst>
              </p:cNvPr>
              <p:cNvSpPr txBox="1"/>
              <p:nvPr/>
            </p:nvSpPr>
            <p:spPr>
              <a:xfrm>
                <a:off x="2010039" y="159435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223A98EF-4E0C-4A83-910F-C95246618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039" y="1594350"/>
                <a:ext cx="65846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FB1E4A7-6A70-4F9A-BA12-B60FF37C2267}"/>
                  </a:ext>
                </a:extLst>
              </p:cNvPr>
              <p:cNvSpPr txBox="1"/>
              <p:nvPr/>
            </p:nvSpPr>
            <p:spPr>
              <a:xfrm>
                <a:off x="2384312" y="160996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FB1E4A7-6A70-4F9A-BA12-B60FF37C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312" y="1609967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59AD3CE-3340-4E73-919A-8D245C84CFDF}"/>
                  </a:ext>
                </a:extLst>
              </p:cNvPr>
              <p:cNvSpPr txBox="1"/>
              <p:nvPr/>
            </p:nvSpPr>
            <p:spPr>
              <a:xfrm>
                <a:off x="2854041" y="161998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59AD3CE-3340-4E73-919A-8D245C84C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041" y="1619984"/>
                <a:ext cx="65846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24929A1-1A0E-41A6-B7CC-2EDCE59B8E99}"/>
                  </a:ext>
                </a:extLst>
              </p:cNvPr>
              <p:cNvSpPr txBox="1"/>
              <p:nvPr/>
            </p:nvSpPr>
            <p:spPr>
              <a:xfrm>
                <a:off x="3270576" y="161540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24929A1-1A0E-41A6-B7CC-2EDCE59B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576" y="1615406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7580B2C-E8C9-479E-A4DC-C26289285EE8}"/>
                  </a:ext>
                </a:extLst>
              </p:cNvPr>
              <p:cNvSpPr txBox="1"/>
              <p:nvPr/>
            </p:nvSpPr>
            <p:spPr>
              <a:xfrm>
                <a:off x="3707204" y="160984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7580B2C-E8C9-479E-A4DC-C26289285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204" y="1609844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7547145A-BA5C-43F0-A3E8-73BC48FAB556}"/>
                  </a:ext>
                </a:extLst>
              </p:cNvPr>
              <p:cNvSpPr txBox="1"/>
              <p:nvPr/>
            </p:nvSpPr>
            <p:spPr>
              <a:xfrm>
                <a:off x="1979171" y="289960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7547145A-BA5C-43F0-A3E8-73BC48FAB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171" y="2899607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E2B7B88-E88E-48FD-99BC-FE6F8A329EF0}"/>
                  </a:ext>
                </a:extLst>
              </p:cNvPr>
              <p:cNvSpPr txBox="1"/>
              <p:nvPr/>
            </p:nvSpPr>
            <p:spPr>
              <a:xfrm>
                <a:off x="2353444" y="291522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E2B7B88-E88E-48FD-99BC-FE6F8A329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444" y="2915224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8939A8F-EA30-43A0-B7CA-02A2C2BC9F64}"/>
                  </a:ext>
                </a:extLst>
              </p:cNvPr>
              <p:cNvSpPr txBox="1"/>
              <p:nvPr/>
            </p:nvSpPr>
            <p:spPr>
              <a:xfrm>
                <a:off x="2823173" y="292524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8939A8F-EA30-43A0-B7CA-02A2C2BC9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173" y="2925241"/>
                <a:ext cx="65846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843B689-D414-4799-8DE9-C37413CBCD0E}"/>
                  </a:ext>
                </a:extLst>
              </p:cNvPr>
              <p:cNvSpPr txBox="1"/>
              <p:nvPr/>
            </p:nvSpPr>
            <p:spPr>
              <a:xfrm>
                <a:off x="3239708" y="292066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843B689-D414-4799-8DE9-C37413CBC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708" y="2920663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EE30AC78-B2DD-4CF0-8ED6-35FFFC2ACD32}"/>
                  </a:ext>
                </a:extLst>
              </p:cNvPr>
              <p:cNvSpPr txBox="1"/>
              <p:nvPr/>
            </p:nvSpPr>
            <p:spPr>
              <a:xfrm>
                <a:off x="3676336" y="291510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EE30AC78-B2DD-4CF0-8ED6-35FFFC2AC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336" y="2915101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5B039D8F-0AD4-4367-AA66-546DCE9149B1}"/>
                  </a:ext>
                </a:extLst>
              </p:cNvPr>
              <p:cNvSpPr txBox="1"/>
              <p:nvPr/>
            </p:nvSpPr>
            <p:spPr>
              <a:xfrm>
                <a:off x="2024214" y="416873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5B039D8F-0AD4-4367-AA66-546DCE914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214" y="4168737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119DFBA0-ED68-4B7B-ACDD-90DAFD076A9C}"/>
                  </a:ext>
                </a:extLst>
              </p:cNvPr>
              <p:cNvSpPr txBox="1"/>
              <p:nvPr/>
            </p:nvSpPr>
            <p:spPr>
              <a:xfrm>
                <a:off x="2398487" y="418435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119DFBA0-ED68-4B7B-ACDD-90DAFD076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487" y="4184354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20994B1E-EC7B-416F-8F8C-18A9A947BD81}"/>
                  </a:ext>
                </a:extLst>
              </p:cNvPr>
              <p:cNvSpPr txBox="1"/>
              <p:nvPr/>
            </p:nvSpPr>
            <p:spPr>
              <a:xfrm>
                <a:off x="2868216" y="419437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20994B1E-EC7B-416F-8F8C-18A9A947B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216" y="4194371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7B69C4F8-28AF-448E-9F25-0E4E6C5E95D6}"/>
                  </a:ext>
                </a:extLst>
              </p:cNvPr>
              <p:cNvSpPr txBox="1"/>
              <p:nvPr/>
            </p:nvSpPr>
            <p:spPr>
              <a:xfrm>
                <a:off x="3284751" y="418979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7B69C4F8-28AF-448E-9F25-0E4E6C5E9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51" y="4189793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FE9AACF-B46E-401E-825D-1E52421709C2}"/>
                  </a:ext>
                </a:extLst>
              </p:cNvPr>
              <p:cNvSpPr txBox="1"/>
              <p:nvPr/>
            </p:nvSpPr>
            <p:spPr>
              <a:xfrm>
                <a:off x="3721379" y="418423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FE9AACF-B46E-401E-825D-1E5242170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79" y="4184231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5DB910C6-D9B5-448E-A20B-8183B6A7EEB2}"/>
                  </a:ext>
                </a:extLst>
              </p:cNvPr>
              <p:cNvSpPr txBox="1"/>
              <p:nvPr/>
            </p:nvSpPr>
            <p:spPr>
              <a:xfrm>
                <a:off x="5016469" y="291309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5DB910C6-D9B5-448E-A20B-8183B6A7E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69" y="2913094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18B4158-A4EB-4CB0-8459-4B45965066FD}"/>
                  </a:ext>
                </a:extLst>
              </p:cNvPr>
              <p:cNvSpPr txBox="1"/>
              <p:nvPr/>
            </p:nvSpPr>
            <p:spPr>
              <a:xfrm>
                <a:off x="5390742" y="292871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18B4158-A4EB-4CB0-8459-4B4596506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742" y="2928711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A77DB8F6-6C43-4705-8B86-03C3B835487B}"/>
                  </a:ext>
                </a:extLst>
              </p:cNvPr>
              <p:cNvSpPr txBox="1"/>
              <p:nvPr/>
            </p:nvSpPr>
            <p:spPr>
              <a:xfrm>
                <a:off x="5860471" y="293872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A77DB8F6-6C43-4705-8B86-03C3B835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471" y="2938728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EBE1B1B2-A534-4EDF-8B23-9CC7FEB3EE9B}"/>
                  </a:ext>
                </a:extLst>
              </p:cNvPr>
              <p:cNvSpPr txBox="1"/>
              <p:nvPr/>
            </p:nvSpPr>
            <p:spPr>
              <a:xfrm>
                <a:off x="6277006" y="293415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EBE1B1B2-A534-4EDF-8B23-9CC7FEB3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06" y="2934150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B81C7AB-70AC-4B2E-8C7E-8E5E68B4C020}"/>
                  </a:ext>
                </a:extLst>
              </p:cNvPr>
              <p:cNvSpPr txBox="1"/>
              <p:nvPr/>
            </p:nvSpPr>
            <p:spPr>
              <a:xfrm>
                <a:off x="6713634" y="292858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B81C7AB-70AC-4B2E-8C7E-8E5E68B4C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634" y="2928588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44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110</Words>
  <Application>Microsoft Office PowerPoint</Application>
  <PresentationFormat>宽屏</PresentationFormat>
  <Paragraphs>100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31</cp:revision>
  <dcterms:created xsi:type="dcterms:W3CDTF">2024-09-12T04:08:11Z</dcterms:created>
  <dcterms:modified xsi:type="dcterms:W3CDTF">2024-10-08T02:05:56Z</dcterms:modified>
</cp:coreProperties>
</file>