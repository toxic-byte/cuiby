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9" r:id="rId2"/>
  </p:sldIdLst>
  <p:sldSz cx="5400675" cy="2374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" userDrawn="1">
          <p15:clr>
            <a:srgbClr val="A4A3A4"/>
          </p15:clr>
        </p15:guide>
        <p15:guide id="2" pos="21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樊 红雨" initials="樊" lastIdx="1" clrIdx="0">
    <p:extLst>
      <p:ext uri="{19B8F6BF-5375-455C-9EA6-DF929625EA0E}">
        <p15:presenceInfo xmlns:p15="http://schemas.microsoft.com/office/powerpoint/2012/main" userId="050f129b383b5b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0D9"/>
    <a:srgbClr val="9079AD"/>
    <a:srgbClr val="674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8" autoAdjust="0"/>
    <p:restoredTop sz="94660"/>
  </p:normalViewPr>
  <p:slideViewPr>
    <p:cSldViewPr snapToGrid="0" showGuides="1">
      <p:cViewPr varScale="1">
        <p:scale>
          <a:sx n="389" d="100"/>
          <a:sy n="389" d="100"/>
        </p:scale>
        <p:origin x="216" y="480"/>
      </p:cViewPr>
      <p:guideLst>
        <p:guide orient="horz" pos="725"/>
        <p:guide pos="21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388670"/>
            <a:ext cx="4050506" cy="826817"/>
          </a:xfrm>
        </p:spPr>
        <p:txBody>
          <a:bodyPr anchor="b"/>
          <a:lstStyle>
            <a:lvl1pPr algn="ctr">
              <a:defRPr sz="20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247373"/>
            <a:ext cx="4050506" cy="573384"/>
          </a:xfrm>
        </p:spPr>
        <p:txBody>
          <a:bodyPr/>
          <a:lstStyle>
            <a:lvl1pPr marL="0" indent="0" algn="ctr">
              <a:buNone/>
              <a:defRPr sz="831"/>
            </a:lvl1pPr>
            <a:lvl2pPr marL="158328" indent="0" algn="ctr">
              <a:buNone/>
              <a:defRPr sz="693"/>
            </a:lvl2pPr>
            <a:lvl3pPr marL="316657" indent="0" algn="ctr">
              <a:buNone/>
              <a:defRPr sz="623"/>
            </a:lvl3pPr>
            <a:lvl4pPr marL="474985" indent="0" algn="ctr">
              <a:buNone/>
              <a:defRPr sz="554"/>
            </a:lvl4pPr>
            <a:lvl5pPr marL="633313" indent="0" algn="ctr">
              <a:buNone/>
              <a:defRPr sz="554"/>
            </a:lvl5pPr>
            <a:lvl6pPr marL="791642" indent="0" algn="ctr">
              <a:buNone/>
              <a:defRPr sz="554"/>
            </a:lvl6pPr>
            <a:lvl7pPr marL="949970" indent="0" algn="ctr">
              <a:buNone/>
              <a:defRPr sz="554"/>
            </a:lvl7pPr>
            <a:lvl8pPr marL="1108299" indent="0" algn="ctr">
              <a:buNone/>
              <a:defRPr sz="554"/>
            </a:lvl8pPr>
            <a:lvl9pPr marL="1266627" indent="0" algn="ctr">
              <a:buNone/>
              <a:defRPr sz="55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48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592076"/>
            <a:ext cx="4658082" cy="987892"/>
          </a:xfrm>
        </p:spPr>
        <p:txBody>
          <a:bodyPr anchor="b"/>
          <a:lstStyle>
            <a:lvl1pPr>
              <a:defRPr sz="20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589314"/>
            <a:ext cx="4658082" cy="519509"/>
          </a:xfrm>
        </p:spPr>
        <p:txBody>
          <a:bodyPr/>
          <a:lstStyle>
            <a:lvl1pPr marL="0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1pPr>
            <a:lvl2pPr marL="158328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2pPr>
            <a:lvl3pPr marL="316657" indent="0">
              <a:buNone/>
              <a:defRPr sz="623">
                <a:solidFill>
                  <a:schemeClr val="tx1">
                    <a:tint val="75000"/>
                  </a:schemeClr>
                </a:solidFill>
              </a:defRPr>
            </a:lvl3pPr>
            <a:lvl4pPr marL="474985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4pPr>
            <a:lvl5pPr marL="633313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5pPr>
            <a:lvl6pPr marL="791642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6pPr>
            <a:lvl7pPr marL="949970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7pPr>
            <a:lvl8pPr marL="1108299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8pPr>
            <a:lvl9pPr marL="1266627" indent="0">
              <a:buNone/>
              <a:defRPr sz="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03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632207"/>
            <a:ext cx="2295287" cy="1506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632207"/>
            <a:ext cx="2295287" cy="1506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961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26441"/>
            <a:ext cx="4658082" cy="459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582180"/>
            <a:ext cx="2284738" cy="285318"/>
          </a:xfrm>
        </p:spPr>
        <p:txBody>
          <a:bodyPr anchor="b"/>
          <a:lstStyle>
            <a:lvl1pPr marL="0" indent="0">
              <a:buNone/>
              <a:defRPr sz="831" b="1"/>
            </a:lvl1pPr>
            <a:lvl2pPr marL="158328" indent="0">
              <a:buNone/>
              <a:defRPr sz="693" b="1"/>
            </a:lvl2pPr>
            <a:lvl3pPr marL="316657" indent="0">
              <a:buNone/>
              <a:defRPr sz="623" b="1"/>
            </a:lvl3pPr>
            <a:lvl4pPr marL="474985" indent="0">
              <a:buNone/>
              <a:defRPr sz="554" b="1"/>
            </a:lvl4pPr>
            <a:lvl5pPr marL="633313" indent="0">
              <a:buNone/>
              <a:defRPr sz="554" b="1"/>
            </a:lvl5pPr>
            <a:lvl6pPr marL="791642" indent="0">
              <a:buNone/>
              <a:defRPr sz="554" b="1"/>
            </a:lvl6pPr>
            <a:lvl7pPr marL="949970" indent="0">
              <a:buNone/>
              <a:defRPr sz="554" b="1"/>
            </a:lvl7pPr>
            <a:lvl8pPr marL="1108299" indent="0">
              <a:buNone/>
              <a:defRPr sz="554" b="1"/>
            </a:lvl8pPr>
            <a:lvl9pPr marL="1266627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867498"/>
            <a:ext cx="2284738" cy="127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582180"/>
            <a:ext cx="2295990" cy="285318"/>
          </a:xfrm>
        </p:spPr>
        <p:txBody>
          <a:bodyPr anchor="b"/>
          <a:lstStyle>
            <a:lvl1pPr marL="0" indent="0">
              <a:buNone/>
              <a:defRPr sz="831" b="1"/>
            </a:lvl1pPr>
            <a:lvl2pPr marL="158328" indent="0">
              <a:buNone/>
              <a:defRPr sz="693" b="1"/>
            </a:lvl2pPr>
            <a:lvl3pPr marL="316657" indent="0">
              <a:buNone/>
              <a:defRPr sz="623" b="1"/>
            </a:lvl3pPr>
            <a:lvl4pPr marL="474985" indent="0">
              <a:buNone/>
              <a:defRPr sz="554" b="1"/>
            </a:lvl4pPr>
            <a:lvl5pPr marL="633313" indent="0">
              <a:buNone/>
              <a:defRPr sz="554" b="1"/>
            </a:lvl5pPr>
            <a:lvl6pPr marL="791642" indent="0">
              <a:buNone/>
              <a:defRPr sz="554" b="1"/>
            </a:lvl6pPr>
            <a:lvl7pPr marL="949970" indent="0">
              <a:buNone/>
              <a:defRPr sz="554" b="1"/>
            </a:lvl7pPr>
            <a:lvl8pPr marL="1108299" indent="0">
              <a:buNone/>
              <a:defRPr sz="554" b="1"/>
            </a:lvl8pPr>
            <a:lvl9pPr marL="1266627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867498"/>
            <a:ext cx="2295990" cy="127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06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15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58327"/>
            <a:ext cx="1741858" cy="554143"/>
          </a:xfrm>
        </p:spPr>
        <p:txBody>
          <a:bodyPr anchor="b"/>
          <a:lstStyle>
            <a:lvl1pPr>
              <a:defRPr sz="1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341942"/>
            <a:ext cx="2734092" cy="1687718"/>
          </a:xfrm>
        </p:spPr>
        <p:txBody>
          <a:bodyPr/>
          <a:lstStyle>
            <a:lvl1pPr>
              <a:defRPr sz="1108"/>
            </a:lvl1pPr>
            <a:lvl2pPr>
              <a:defRPr sz="970"/>
            </a:lvl2pPr>
            <a:lvl3pPr>
              <a:defRPr sz="831"/>
            </a:lvl3pPr>
            <a:lvl4pPr>
              <a:defRPr sz="693"/>
            </a:lvl4pPr>
            <a:lvl5pPr>
              <a:defRPr sz="693"/>
            </a:lvl5pPr>
            <a:lvl6pPr>
              <a:defRPr sz="693"/>
            </a:lvl6pPr>
            <a:lvl7pPr>
              <a:defRPr sz="693"/>
            </a:lvl7pPr>
            <a:lvl8pPr>
              <a:defRPr sz="693"/>
            </a:lvl8pPr>
            <a:lvl9pPr>
              <a:defRPr sz="69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712470"/>
            <a:ext cx="1741858" cy="1319939"/>
          </a:xfrm>
        </p:spPr>
        <p:txBody>
          <a:bodyPr/>
          <a:lstStyle>
            <a:lvl1pPr marL="0" indent="0">
              <a:buNone/>
              <a:defRPr sz="554"/>
            </a:lvl1pPr>
            <a:lvl2pPr marL="158328" indent="0">
              <a:buNone/>
              <a:defRPr sz="485"/>
            </a:lvl2pPr>
            <a:lvl3pPr marL="316657" indent="0">
              <a:buNone/>
              <a:defRPr sz="416"/>
            </a:lvl3pPr>
            <a:lvl4pPr marL="474985" indent="0">
              <a:buNone/>
              <a:defRPr sz="346"/>
            </a:lvl4pPr>
            <a:lvl5pPr marL="633313" indent="0">
              <a:buNone/>
              <a:defRPr sz="346"/>
            </a:lvl5pPr>
            <a:lvl6pPr marL="791642" indent="0">
              <a:buNone/>
              <a:defRPr sz="346"/>
            </a:lvl6pPr>
            <a:lvl7pPr marL="949970" indent="0">
              <a:buNone/>
              <a:defRPr sz="346"/>
            </a:lvl7pPr>
            <a:lvl8pPr marL="1108299" indent="0">
              <a:buNone/>
              <a:defRPr sz="346"/>
            </a:lvl8pPr>
            <a:lvl9pPr marL="1266627" indent="0">
              <a:buNone/>
              <a:defRPr sz="34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74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58327"/>
            <a:ext cx="1741858" cy="554143"/>
          </a:xfrm>
        </p:spPr>
        <p:txBody>
          <a:bodyPr anchor="b"/>
          <a:lstStyle>
            <a:lvl1pPr>
              <a:defRPr sz="1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341942"/>
            <a:ext cx="2734092" cy="1687718"/>
          </a:xfrm>
        </p:spPr>
        <p:txBody>
          <a:bodyPr anchor="t"/>
          <a:lstStyle>
            <a:lvl1pPr marL="0" indent="0">
              <a:buNone/>
              <a:defRPr sz="1108"/>
            </a:lvl1pPr>
            <a:lvl2pPr marL="158328" indent="0">
              <a:buNone/>
              <a:defRPr sz="970"/>
            </a:lvl2pPr>
            <a:lvl3pPr marL="316657" indent="0">
              <a:buNone/>
              <a:defRPr sz="831"/>
            </a:lvl3pPr>
            <a:lvl4pPr marL="474985" indent="0">
              <a:buNone/>
              <a:defRPr sz="693"/>
            </a:lvl4pPr>
            <a:lvl5pPr marL="633313" indent="0">
              <a:buNone/>
              <a:defRPr sz="693"/>
            </a:lvl5pPr>
            <a:lvl6pPr marL="791642" indent="0">
              <a:buNone/>
              <a:defRPr sz="693"/>
            </a:lvl6pPr>
            <a:lvl7pPr marL="949970" indent="0">
              <a:buNone/>
              <a:defRPr sz="693"/>
            </a:lvl7pPr>
            <a:lvl8pPr marL="1108299" indent="0">
              <a:buNone/>
              <a:defRPr sz="693"/>
            </a:lvl8pPr>
            <a:lvl9pPr marL="1266627" indent="0">
              <a:buNone/>
              <a:defRPr sz="69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712470"/>
            <a:ext cx="1741858" cy="1319939"/>
          </a:xfrm>
        </p:spPr>
        <p:txBody>
          <a:bodyPr/>
          <a:lstStyle>
            <a:lvl1pPr marL="0" indent="0">
              <a:buNone/>
              <a:defRPr sz="554"/>
            </a:lvl1pPr>
            <a:lvl2pPr marL="158328" indent="0">
              <a:buNone/>
              <a:defRPr sz="485"/>
            </a:lvl2pPr>
            <a:lvl3pPr marL="316657" indent="0">
              <a:buNone/>
              <a:defRPr sz="416"/>
            </a:lvl3pPr>
            <a:lvl4pPr marL="474985" indent="0">
              <a:buNone/>
              <a:defRPr sz="346"/>
            </a:lvl4pPr>
            <a:lvl5pPr marL="633313" indent="0">
              <a:buNone/>
              <a:defRPr sz="346"/>
            </a:lvl5pPr>
            <a:lvl6pPr marL="791642" indent="0">
              <a:buNone/>
              <a:defRPr sz="346"/>
            </a:lvl6pPr>
            <a:lvl7pPr marL="949970" indent="0">
              <a:buNone/>
              <a:defRPr sz="346"/>
            </a:lvl7pPr>
            <a:lvl8pPr marL="1108299" indent="0">
              <a:buNone/>
              <a:defRPr sz="346"/>
            </a:lvl8pPr>
            <a:lvl9pPr marL="1266627" indent="0">
              <a:buNone/>
              <a:defRPr sz="34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99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06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26441"/>
            <a:ext cx="1164521" cy="20126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26441"/>
            <a:ext cx="3426053" cy="20126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19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26441"/>
            <a:ext cx="4658082" cy="459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632207"/>
            <a:ext cx="4658082" cy="1506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2201181"/>
            <a:ext cx="1215152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CFAD-98C7-4D31-A764-E9C66694FBA2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2201181"/>
            <a:ext cx="1822728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2201181"/>
            <a:ext cx="1215152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253F8-A2BA-4ACA-AA42-5E3E62AD5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63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16657" rtl="0" eaLnBrk="1" latinLnBrk="0" hangingPunct="1">
        <a:lnSpc>
          <a:spcPct val="90000"/>
        </a:lnSpc>
        <a:spcBef>
          <a:spcPct val="0"/>
        </a:spcBef>
        <a:buNone/>
        <a:defRPr sz="15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164" indent="-79164" algn="l" defTabSz="316657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970" kern="1200">
          <a:solidFill>
            <a:schemeClr val="tx1"/>
          </a:solidFill>
          <a:latin typeface="+mn-lt"/>
          <a:ea typeface="+mn-ea"/>
          <a:cs typeface="+mn-cs"/>
        </a:defRPr>
      </a:lvl1pPr>
      <a:lvl2pPr marL="237493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1" kern="1200">
          <a:solidFill>
            <a:schemeClr val="tx1"/>
          </a:solidFill>
          <a:latin typeface="+mn-lt"/>
          <a:ea typeface="+mn-ea"/>
          <a:cs typeface="+mn-cs"/>
        </a:defRPr>
      </a:lvl2pPr>
      <a:lvl3pPr marL="395821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3pPr>
      <a:lvl4pPr marL="554149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4pPr>
      <a:lvl5pPr marL="712478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5pPr>
      <a:lvl6pPr marL="870806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6pPr>
      <a:lvl7pPr marL="1029134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7pPr>
      <a:lvl8pPr marL="1187463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8pPr>
      <a:lvl9pPr marL="1345791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1pPr>
      <a:lvl2pPr marL="158328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2pPr>
      <a:lvl3pPr marL="316657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3pPr>
      <a:lvl4pPr marL="474985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4pPr>
      <a:lvl5pPr marL="633313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5pPr>
      <a:lvl6pPr marL="791642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6pPr>
      <a:lvl7pPr marL="949970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7pPr>
      <a:lvl8pPr marL="1108299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8pPr>
      <a:lvl9pPr marL="1266627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865C029-D314-4228-8D44-6889B531D255}"/>
              </a:ext>
            </a:extLst>
          </p:cNvPr>
          <p:cNvSpPr/>
          <p:nvPr/>
        </p:nvSpPr>
        <p:spPr>
          <a:xfrm>
            <a:off x="130629" y="54848"/>
            <a:ext cx="4981369" cy="2236035"/>
          </a:xfrm>
          <a:prstGeom prst="roundRect">
            <a:avLst>
              <a:gd name="adj" fmla="val 3512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C8D126F2-A00E-436A-A194-F6B809104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321" y="764214"/>
            <a:ext cx="460789" cy="460789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330D49E1-7C0B-4C49-959F-07192DE7F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921" y="320689"/>
            <a:ext cx="430225" cy="430225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337CC4B8-7D3E-4B84-BCE0-7282A11E88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74" y="807341"/>
            <a:ext cx="341725" cy="34172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B753A3A6-7CAE-492D-B239-3A697D57CE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027" y="1225003"/>
            <a:ext cx="329461" cy="32946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C30AB7-59B0-45B0-8A6A-AF72530A1859}"/>
              </a:ext>
            </a:extLst>
          </p:cNvPr>
          <p:cNvSpPr/>
          <p:nvPr/>
        </p:nvSpPr>
        <p:spPr>
          <a:xfrm>
            <a:off x="220423" y="264254"/>
            <a:ext cx="902308" cy="135386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6113ED04-89E4-456F-9B5F-FB5DF5D3B4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692" y="1211093"/>
            <a:ext cx="379622" cy="37962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E6F56A5-5D44-48CC-B605-923A8D50C6F1}"/>
              </a:ext>
            </a:extLst>
          </p:cNvPr>
          <p:cNvSpPr txBox="1"/>
          <p:nvPr/>
        </p:nvSpPr>
        <p:spPr>
          <a:xfrm>
            <a:off x="-12390" y="1590500"/>
            <a:ext cx="133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Behavior Interactions 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18D820-BBA4-4C89-B045-F72B968F3F74}"/>
              </a:ext>
            </a:extLst>
          </p:cNvPr>
          <p:cNvSpPr txBox="1"/>
          <p:nvPr/>
        </p:nvSpPr>
        <p:spPr>
          <a:xfrm>
            <a:off x="1667688" y="568381"/>
            <a:ext cx="1921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Preferences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0FEE8D-442C-44F2-8310-49EA7FAA23BA}"/>
              </a:ext>
            </a:extLst>
          </p:cNvPr>
          <p:cNvSpPr txBox="1"/>
          <p:nvPr/>
        </p:nvSpPr>
        <p:spPr>
          <a:xfrm>
            <a:off x="1667688" y="1267384"/>
            <a:ext cx="1921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Preferences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AB1C2490-9C53-45C7-802D-85DD63884575}"/>
              </a:ext>
            </a:extLst>
          </p:cNvPr>
          <p:cNvSpPr/>
          <p:nvPr/>
        </p:nvSpPr>
        <p:spPr>
          <a:xfrm>
            <a:off x="1169175" y="1059382"/>
            <a:ext cx="379622" cy="1674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3B30DF-4498-4B6D-AE48-9134DF38C6E8}"/>
              </a:ext>
            </a:extLst>
          </p:cNvPr>
          <p:cNvSpPr txBox="1"/>
          <p:nvPr/>
        </p:nvSpPr>
        <p:spPr>
          <a:xfrm>
            <a:off x="1600440" y="1926287"/>
            <a:ext cx="1921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形 27">
            <a:extLst>
              <a:ext uri="{FF2B5EF4-FFF2-40B4-BE49-F238E27FC236}">
                <a16:creationId xmlns:a16="http://schemas.microsoft.com/office/drawing/2014/main" id="{39169545-9627-4A3E-9704-DB4F3D425A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6121" y="1634077"/>
            <a:ext cx="341725" cy="341725"/>
          </a:xfrm>
          <a:prstGeom prst="rect">
            <a:avLst/>
          </a:prstGeom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18D59776-B476-4EE0-9D54-4AA3B6C4B9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6075" y="1637038"/>
            <a:ext cx="379622" cy="379622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0B223D4B-22BD-4A84-8945-F7E64CEF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8185" y="886397"/>
            <a:ext cx="460789" cy="460789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6689AA7-2790-46DE-A1F7-4AAA2A27DE9C}"/>
              </a:ext>
            </a:extLst>
          </p:cNvPr>
          <p:cNvSpPr/>
          <p:nvPr/>
        </p:nvSpPr>
        <p:spPr>
          <a:xfrm>
            <a:off x="288677" y="360712"/>
            <a:ext cx="765802" cy="379622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86B1C48-E118-460C-A4EA-D4102CA0EE3C}"/>
              </a:ext>
            </a:extLst>
          </p:cNvPr>
          <p:cNvSpPr/>
          <p:nvPr/>
        </p:nvSpPr>
        <p:spPr>
          <a:xfrm>
            <a:off x="1582210" y="123175"/>
            <a:ext cx="2049717" cy="21059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pic>
        <p:nvPicPr>
          <p:cNvPr id="44" name="图形 43">
            <a:extLst>
              <a:ext uri="{FF2B5EF4-FFF2-40B4-BE49-F238E27FC236}">
                <a16:creationId xmlns:a16="http://schemas.microsoft.com/office/drawing/2014/main" id="{2471BA3E-033B-45A7-BA25-7A66848AC9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1631" y="360708"/>
            <a:ext cx="369944" cy="369944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9F6058A2-5B26-4E05-9C42-9C07D1348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9677" y="154162"/>
            <a:ext cx="430225" cy="4302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5AC2E1C3-ABB6-4E4B-9555-2DA468F049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2261" y="192204"/>
            <a:ext cx="369944" cy="369944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18794241-37F8-4767-945A-73C627847A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1385" y="405574"/>
            <a:ext cx="369944" cy="369944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23EF51DC-CA6D-4476-91B3-D1F7A8E45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1250" y="794775"/>
            <a:ext cx="430225" cy="430225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361A2BF8-8F8C-44BC-890D-3D5923857949}"/>
              </a:ext>
            </a:extLst>
          </p:cNvPr>
          <p:cNvSpPr txBox="1"/>
          <p:nvPr/>
        </p:nvSpPr>
        <p:spPr>
          <a:xfrm>
            <a:off x="3945642" y="1590500"/>
            <a:ext cx="118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Behavior Interactions 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C7757F2-26BC-47A8-B5AD-B0C0A4C342FD}"/>
              </a:ext>
            </a:extLst>
          </p:cNvPr>
          <p:cNvSpPr/>
          <p:nvPr/>
        </p:nvSpPr>
        <p:spPr>
          <a:xfrm>
            <a:off x="4321252" y="398044"/>
            <a:ext cx="448107" cy="813055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pic>
        <p:nvPicPr>
          <p:cNvPr id="53" name="图形 52">
            <a:extLst>
              <a:ext uri="{FF2B5EF4-FFF2-40B4-BE49-F238E27FC236}">
                <a16:creationId xmlns:a16="http://schemas.microsoft.com/office/drawing/2014/main" id="{8A2FDC36-DEA1-4D6E-AF7F-9CFD14E9B7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08571" y="1241159"/>
            <a:ext cx="273473" cy="273473"/>
          </a:xfrm>
          <a:prstGeom prst="rect">
            <a:avLst/>
          </a:prstGeom>
        </p:spPr>
      </p:pic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C4A974F-830C-4A97-93E8-DE82A7456574}"/>
              </a:ext>
            </a:extLst>
          </p:cNvPr>
          <p:cNvSpPr/>
          <p:nvPr/>
        </p:nvSpPr>
        <p:spPr>
          <a:xfrm>
            <a:off x="4081847" y="258126"/>
            <a:ext cx="902308" cy="135386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2A60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E23D3B7C-4AA0-4841-B719-7271C6D29EF8}"/>
              </a:ext>
            </a:extLst>
          </p:cNvPr>
          <p:cNvSpPr/>
          <p:nvPr/>
        </p:nvSpPr>
        <p:spPr>
          <a:xfrm rot="10800000">
            <a:off x="3667877" y="1063836"/>
            <a:ext cx="379622" cy="1674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E735774-DFAA-4EE2-9C8F-C6377C024840}"/>
              </a:ext>
            </a:extLst>
          </p:cNvPr>
          <p:cNvSpPr/>
          <p:nvPr/>
        </p:nvSpPr>
        <p:spPr>
          <a:xfrm>
            <a:off x="1974509" y="196330"/>
            <a:ext cx="1021319" cy="364013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6" dirty="0"/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9C872054-B344-480A-87AF-52132DC83D6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37941" y="209858"/>
            <a:ext cx="276828" cy="264907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A726D972-7BC0-4940-AB36-92B273DACE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35332" y="983828"/>
            <a:ext cx="285039" cy="272764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5020291C-CDDF-48C8-9034-E7867FFA4B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38924" y="1670007"/>
            <a:ext cx="282011" cy="269867"/>
          </a:xfrm>
          <a:prstGeom prst="rect">
            <a:avLst/>
          </a:prstGeom>
        </p:spPr>
      </p:pic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16ED8BF-3BC0-49D8-821B-01B69F8302A4}"/>
              </a:ext>
            </a:extLst>
          </p:cNvPr>
          <p:cNvCxnSpPr>
            <a:cxnSpLocks/>
          </p:cNvCxnSpPr>
          <p:nvPr/>
        </p:nvCxnSpPr>
        <p:spPr>
          <a:xfrm>
            <a:off x="1582210" y="826103"/>
            <a:ext cx="20497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9EE2AB0-7FFB-4E59-A431-3305F5C10E83}"/>
              </a:ext>
            </a:extLst>
          </p:cNvPr>
          <p:cNvCxnSpPr>
            <a:cxnSpLocks/>
          </p:cNvCxnSpPr>
          <p:nvPr/>
        </p:nvCxnSpPr>
        <p:spPr>
          <a:xfrm>
            <a:off x="1582210" y="1554464"/>
            <a:ext cx="20497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46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</TotalTime>
  <Words>14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31</cp:revision>
  <dcterms:created xsi:type="dcterms:W3CDTF">2024-10-08T06:47:30Z</dcterms:created>
  <dcterms:modified xsi:type="dcterms:W3CDTF">2024-12-17T09:52:31Z</dcterms:modified>
</cp:coreProperties>
</file>