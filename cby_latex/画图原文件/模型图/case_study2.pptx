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9" r:id="rId2"/>
  </p:sldIdLst>
  <p:sldSz cx="96710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63" userDrawn="1">
          <p15:clr>
            <a:srgbClr val="A4A3A4"/>
          </p15:clr>
        </p15:guide>
        <p15:guide id="2" pos="23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884"/>
    <a:srgbClr val="DEE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205" d="100"/>
          <a:sy n="205" d="100"/>
        </p:scale>
        <p:origin x="108" y="1064"/>
      </p:cViewPr>
      <p:guideLst>
        <p:guide orient="horz" pos="1063"/>
        <p:guide pos="23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8881" y="589241"/>
            <a:ext cx="7253288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881" y="1891072"/>
            <a:ext cx="7253288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C7FF-15D7-4F90-B3D2-A9BE40DCE07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7471F-9BBA-4544-B680-08FB2C42D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80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C7FF-15D7-4F90-B3D2-A9BE40DCE07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7471F-9BBA-4544-B680-08FB2C42D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062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848" y="897615"/>
            <a:ext cx="8341281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9848" y="2409468"/>
            <a:ext cx="8341281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C7FF-15D7-4F90-B3D2-A9BE40DCE07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7471F-9BBA-4544-B680-08FB2C42D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19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4885" y="958453"/>
            <a:ext cx="4110196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969" y="958453"/>
            <a:ext cx="4110196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C7FF-15D7-4F90-B3D2-A9BE40DCE07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7471F-9BBA-4544-B680-08FB2C42D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667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145" y="191693"/>
            <a:ext cx="8341281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6146" y="882610"/>
            <a:ext cx="409130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146" y="1315166"/>
            <a:ext cx="4091307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5970" y="882610"/>
            <a:ext cx="411145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5970" y="1315166"/>
            <a:ext cx="4111456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C7FF-15D7-4F90-B3D2-A9BE40DCE07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7471F-9BBA-4544-B680-08FB2C42D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171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C7FF-15D7-4F90-B3D2-A9BE40DCE07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7471F-9BBA-4544-B680-08FB2C42D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088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C7FF-15D7-4F90-B3D2-A9BE40DCE07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7471F-9BBA-4544-B680-08FB2C42D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737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146" y="240032"/>
            <a:ext cx="3119165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1457" y="518400"/>
            <a:ext cx="4895969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146" y="1080135"/>
            <a:ext cx="3119165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C7FF-15D7-4F90-B3D2-A9BE40DCE07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7471F-9BBA-4544-B680-08FB2C42D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641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146" y="240032"/>
            <a:ext cx="3119165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11457" y="518400"/>
            <a:ext cx="4895969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146" y="1080135"/>
            <a:ext cx="3119165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C7FF-15D7-4F90-B3D2-A9BE40DCE07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7471F-9BBA-4544-B680-08FB2C42D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20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C7FF-15D7-4F90-B3D2-A9BE40DCE07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7471F-9BBA-4544-B680-08FB2C42D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60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20846" y="191693"/>
            <a:ext cx="2085320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4885" y="191693"/>
            <a:ext cx="6135072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C7FF-15D7-4F90-B3D2-A9BE40DCE07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7471F-9BBA-4544-B680-08FB2C42D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900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4886" y="191693"/>
            <a:ext cx="8341281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4886" y="958453"/>
            <a:ext cx="8341281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4886" y="3337086"/>
            <a:ext cx="217598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5C7FF-15D7-4F90-B3D2-A9BE40DCE07E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03537" y="3337086"/>
            <a:ext cx="3263979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30179" y="3337086"/>
            <a:ext cx="217598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7471F-9BBA-4544-B680-08FB2C42D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939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椭圆 138">
            <a:extLst>
              <a:ext uri="{FF2B5EF4-FFF2-40B4-BE49-F238E27FC236}">
                <a16:creationId xmlns:a16="http://schemas.microsoft.com/office/drawing/2014/main" id="{37CAB11D-EADD-40A6-8B69-607B2AB62671}"/>
              </a:ext>
            </a:extLst>
          </p:cNvPr>
          <p:cNvSpPr/>
          <p:nvPr/>
        </p:nvSpPr>
        <p:spPr>
          <a:xfrm>
            <a:off x="4309643" y="2602595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4CF1E9C9-2D2F-4B93-869C-9ACB083D777B}"/>
              </a:ext>
            </a:extLst>
          </p:cNvPr>
          <p:cNvSpPr/>
          <p:nvPr/>
        </p:nvSpPr>
        <p:spPr>
          <a:xfrm>
            <a:off x="5070817" y="1808985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CE8257E1-CE25-4104-AFDD-0875C876030B}"/>
              </a:ext>
            </a:extLst>
          </p:cNvPr>
          <p:cNvSpPr/>
          <p:nvPr/>
        </p:nvSpPr>
        <p:spPr>
          <a:xfrm>
            <a:off x="4317613" y="1823244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14B6DEB6-5C00-4EA4-B7B9-7A3E3C489A3C}"/>
              </a:ext>
            </a:extLst>
          </p:cNvPr>
          <p:cNvSpPr/>
          <p:nvPr/>
        </p:nvSpPr>
        <p:spPr>
          <a:xfrm>
            <a:off x="3556171" y="1823244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BB17CBD2-1FEF-457E-B499-38F9A7EA32A0}"/>
              </a:ext>
            </a:extLst>
          </p:cNvPr>
          <p:cNvSpPr/>
          <p:nvPr/>
        </p:nvSpPr>
        <p:spPr>
          <a:xfrm>
            <a:off x="3558127" y="2611633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49F28A96-3A37-410D-AC29-4D472C90B7C6}"/>
              </a:ext>
            </a:extLst>
          </p:cNvPr>
          <p:cNvSpPr/>
          <p:nvPr/>
        </p:nvSpPr>
        <p:spPr>
          <a:xfrm>
            <a:off x="7595528" y="1693709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3E2A813C-DC10-43C3-8C9F-548BC541D85F}"/>
              </a:ext>
            </a:extLst>
          </p:cNvPr>
          <p:cNvSpPr/>
          <p:nvPr/>
        </p:nvSpPr>
        <p:spPr>
          <a:xfrm>
            <a:off x="8838874" y="1689900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F7765DA3-1A6B-4DA7-B11F-9F556214F11C}"/>
              </a:ext>
            </a:extLst>
          </p:cNvPr>
          <p:cNvSpPr/>
          <p:nvPr/>
        </p:nvSpPr>
        <p:spPr>
          <a:xfrm>
            <a:off x="8210461" y="1689900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DFD1717A-0E9E-4B77-B8AF-49989BB87CD8}"/>
              </a:ext>
            </a:extLst>
          </p:cNvPr>
          <p:cNvSpPr/>
          <p:nvPr/>
        </p:nvSpPr>
        <p:spPr>
          <a:xfrm>
            <a:off x="8199760" y="1119568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87E01C43-6C93-4526-947E-7D5103CB87CC}"/>
              </a:ext>
            </a:extLst>
          </p:cNvPr>
          <p:cNvSpPr/>
          <p:nvPr/>
        </p:nvSpPr>
        <p:spPr>
          <a:xfrm>
            <a:off x="4317798" y="996511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9B4F6C32-407D-4ACB-83AA-45CBC66F86E9}"/>
              </a:ext>
            </a:extLst>
          </p:cNvPr>
          <p:cNvSpPr/>
          <p:nvPr/>
        </p:nvSpPr>
        <p:spPr>
          <a:xfrm>
            <a:off x="3539199" y="996813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E705D96B-02EE-4502-A092-412F7FF38DE0}"/>
              </a:ext>
            </a:extLst>
          </p:cNvPr>
          <p:cNvSpPr/>
          <p:nvPr/>
        </p:nvSpPr>
        <p:spPr>
          <a:xfrm>
            <a:off x="3537282" y="204378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9C30AB7-59B0-45B0-8A6A-AF72530A1859}"/>
              </a:ext>
            </a:extLst>
          </p:cNvPr>
          <p:cNvSpPr/>
          <p:nvPr/>
        </p:nvSpPr>
        <p:spPr>
          <a:xfrm>
            <a:off x="176545" y="392053"/>
            <a:ext cx="1927102" cy="2381439"/>
          </a:xfrm>
          <a:prstGeom prst="roundRect">
            <a:avLst>
              <a:gd name="adj" fmla="val 3265"/>
            </a:avLst>
          </a:prstGeom>
          <a:noFill/>
          <a:ln w="19050">
            <a:solidFill>
              <a:srgbClr val="73C2C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6F56A5-5D44-48CC-B605-923A8D50C6F1}"/>
              </a:ext>
            </a:extLst>
          </p:cNvPr>
          <p:cNvSpPr txBox="1"/>
          <p:nvPr/>
        </p:nvSpPr>
        <p:spPr>
          <a:xfrm>
            <a:off x="147192" y="2703601"/>
            <a:ext cx="2036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Behavior Interactions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18D820-BBA4-4C89-B045-F72B968F3F74}"/>
              </a:ext>
            </a:extLst>
          </p:cNvPr>
          <p:cNvSpPr txBox="1"/>
          <p:nvPr/>
        </p:nvSpPr>
        <p:spPr>
          <a:xfrm>
            <a:off x="2625656" y="615345"/>
            <a:ext cx="433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Preferences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0FEE8D-442C-44F2-8310-49EA7FAA23BA}"/>
              </a:ext>
            </a:extLst>
          </p:cNvPr>
          <p:cNvSpPr txBox="1"/>
          <p:nvPr/>
        </p:nvSpPr>
        <p:spPr>
          <a:xfrm>
            <a:off x="2636863" y="1406128"/>
            <a:ext cx="433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Implicit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Preferences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AB1C2490-9C53-45C7-802D-85DD63884575}"/>
              </a:ext>
            </a:extLst>
          </p:cNvPr>
          <p:cNvSpPr/>
          <p:nvPr/>
        </p:nvSpPr>
        <p:spPr>
          <a:xfrm>
            <a:off x="2153523" y="1418391"/>
            <a:ext cx="581753" cy="37792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C831BF7-8111-4C09-B104-BF65C6B2388B}"/>
              </a:ext>
            </a:extLst>
          </p:cNvPr>
          <p:cNvSpPr txBox="1"/>
          <p:nvPr/>
        </p:nvSpPr>
        <p:spPr>
          <a:xfrm>
            <a:off x="2061178" y="2188129"/>
            <a:ext cx="5864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Exploratory Preferences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23B30DF-4498-4B6D-AE48-9134DF38C6E8}"/>
              </a:ext>
            </a:extLst>
          </p:cNvPr>
          <p:cNvSpPr txBox="1"/>
          <p:nvPr/>
        </p:nvSpPr>
        <p:spPr>
          <a:xfrm>
            <a:off x="2510001" y="2997172"/>
            <a:ext cx="433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86B1C48-E118-460C-A4EA-D4102CA0EE3C}"/>
              </a:ext>
            </a:extLst>
          </p:cNvPr>
          <p:cNvSpPr/>
          <p:nvPr/>
        </p:nvSpPr>
        <p:spPr>
          <a:xfrm>
            <a:off x="2810648" y="140635"/>
            <a:ext cx="4076465" cy="322883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73C2C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61A2BF8-8F8C-44BC-890D-3D5923857949}"/>
              </a:ext>
            </a:extLst>
          </p:cNvPr>
          <p:cNvSpPr txBox="1"/>
          <p:nvPr/>
        </p:nvSpPr>
        <p:spPr>
          <a:xfrm>
            <a:off x="7636647" y="2199217"/>
            <a:ext cx="1648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Behavior Interactions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4C4A974F-830C-4A97-93E8-DE82A7456574}"/>
              </a:ext>
            </a:extLst>
          </p:cNvPr>
          <p:cNvSpPr/>
          <p:nvPr/>
        </p:nvSpPr>
        <p:spPr>
          <a:xfrm>
            <a:off x="7504862" y="1071199"/>
            <a:ext cx="1893796" cy="118282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2A60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/>
          </a:p>
        </p:txBody>
      </p:sp>
      <p:pic>
        <p:nvPicPr>
          <p:cNvPr id="57" name="图形 56">
            <a:extLst>
              <a:ext uri="{FF2B5EF4-FFF2-40B4-BE49-F238E27FC236}">
                <a16:creationId xmlns:a16="http://schemas.microsoft.com/office/drawing/2014/main" id="{9C872054-B344-480A-87AF-52132DC83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9809" y="140629"/>
            <a:ext cx="532159" cy="509242"/>
          </a:xfrm>
          <a:prstGeom prst="rect">
            <a:avLst/>
          </a:prstGeom>
        </p:spPr>
      </p:pic>
      <p:pic>
        <p:nvPicPr>
          <p:cNvPr id="59" name="图形 58">
            <a:extLst>
              <a:ext uri="{FF2B5EF4-FFF2-40B4-BE49-F238E27FC236}">
                <a16:creationId xmlns:a16="http://schemas.microsoft.com/office/drawing/2014/main" id="{A726D972-7BC0-4940-AB36-92B273DACE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0540" y="931113"/>
            <a:ext cx="562673" cy="538443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5020291C-CDDF-48C8-9034-E7867FFA4B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0467" y="1728189"/>
            <a:ext cx="562674" cy="538444"/>
          </a:xfrm>
          <a:prstGeom prst="rect">
            <a:avLst/>
          </a:prstGeom>
        </p:spPr>
      </p:pic>
      <p:pic>
        <p:nvPicPr>
          <p:cNvPr id="63" name="图形 62">
            <a:extLst>
              <a:ext uri="{FF2B5EF4-FFF2-40B4-BE49-F238E27FC236}">
                <a16:creationId xmlns:a16="http://schemas.microsoft.com/office/drawing/2014/main" id="{6F714F44-E786-4B73-8A55-B54D7F51AB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5305" y="2542204"/>
            <a:ext cx="551249" cy="527514"/>
          </a:xfrm>
          <a:prstGeom prst="rect">
            <a:avLst/>
          </a:prstGeom>
        </p:spPr>
      </p:pic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E9EE2AB0-7FFB-4E59-A431-3305F5C10E83}"/>
              </a:ext>
            </a:extLst>
          </p:cNvPr>
          <p:cNvCxnSpPr>
            <a:cxnSpLocks/>
          </p:cNvCxnSpPr>
          <p:nvPr/>
        </p:nvCxnSpPr>
        <p:spPr>
          <a:xfrm>
            <a:off x="2811963" y="2549596"/>
            <a:ext cx="405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335C337C-19D3-4DFC-9209-4CBE8524B391}"/>
              </a:ext>
            </a:extLst>
          </p:cNvPr>
          <p:cNvSpPr/>
          <p:nvPr/>
        </p:nvSpPr>
        <p:spPr>
          <a:xfrm>
            <a:off x="254429" y="494043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C7CCA40B-A3A1-46B9-AEF9-F61BD99D3B1A}"/>
              </a:ext>
            </a:extLst>
          </p:cNvPr>
          <p:cNvSpPr/>
          <p:nvPr/>
        </p:nvSpPr>
        <p:spPr>
          <a:xfrm>
            <a:off x="897533" y="493815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59A92858-6C61-47E2-B4FD-3859303494D1}"/>
              </a:ext>
            </a:extLst>
          </p:cNvPr>
          <p:cNvSpPr/>
          <p:nvPr/>
        </p:nvSpPr>
        <p:spPr>
          <a:xfrm>
            <a:off x="1539002" y="493814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2B8CF3CE-DEF8-45C9-BCD6-9C3CA36C7355}"/>
              </a:ext>
            </a:extLst>
          </p:cNvPr>
          <p:cNvSpPr/>
          <p:nvPr/>
        </p:nvSpPr>
        <p:spPr>
          <a:xfrm>
            <a:off x="254429" y="1069802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851BF8D6-E91E-4B46-80C5-F47FB6E3D554}"/>
              </a:ext>
            </a:extLst>
          </p:cNvPr>
          <p:cNvSpPr/>
          <p:nvPr/>
        </p:nvSpPr>
        <p:spPr>
          <a:xfrm>
            <a:off x="897532" y="1069802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356A21E8-0CC8-41BA-998A-6AB12621B427}"/>
              </a:ext>
            </a:extLst>
          </p:cNvPr>
          <p:cNvSpPr/>
          <p:nvPr/>
        </p:nvSpPr>
        <p:spPr>
          <a:xfrm>
            <a:off x="1544535" y="1073512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3FAB8341-1607-4F31-A0A9-0C52A783C2DF}"/>
              </a:ext>
            </a:extLst>
          </p:cNvPr>
          <p:cNvSpPr/>
          <p:nvPr/>
        </p:nvSpPr>
        <p:spPr>
          <a:xfrm>
            <a:off x="250728" y="1641671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40D20B26-70E0-401F-9672-06888171591B}"/>
              </a:ext>
            </a:extLst>
          </p:cNvPr>
          <p:cNvSpPr/>
          <p:nvPr/>
        </p:nvSpPr>
        <p:spPr>
          <a:xfrm>
            <a:off x="897532" y="2249341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EBF3CB8-F56B-497C-A683-8ABC698644B3}"/>
              </a:ext>
            </a:extLst>
          </p:cNvPr>
          <p:cNvSpPr txBox="1"/>
          <p:nvPr/>
        </p:nvSpPr>
        <p:spPr>
          <a:xfrm>
            <a:off x="95294" y="576568"/>
            <a:ext cx="779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1390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1B3F054-07A2-4E04-A48C-947E81B60BC5}"/>
              </a:ext>
            </a:extLst>
          </p:cNvPr>
          <p:cNvSpPr txBox="1"/>
          <p:nvPr/>
        </p:nvSpPr>
        <p:spPr>
          <a:xfrm>
            <a:off x="1384745" y="570568"/>
            <a:ext cx="779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2360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703AAAD-4BE7-4356-AE60-D66A21C285B4}"/>
              </a:ext>
            </a:extLst>
          </p:cNvPr>
          <p:cNvSpPr txBox="1"/>
          <p:nvPr/>
        </p:nvSpPr>
        <p:spPr>
          <a:xfrm>
            <a:off x="93437" y="1142943"/>
            <a:ext cx="779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2404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02AFAE6E-1D14-41F5-A83C-440C5CA32AD3}"/>
              </a:ext>
            </a:extLst>
          </p:cNvPr>
          <p:cNvSpPr/>
          <p:nvPr/>
        </p:nvSpPr>
        <p:spPr>
          <a:xfrm>
            <a:off x="250728" y="2243452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6A2C909F-297B-45C6-B637-3CE12B5F00A4}"/>
              </a:ext>
            </a:extLst>
          </p:cNvPr>
          <p:cNvSpPr/>
          <p:nvPr/>
        </p:nvSpPr>
        <p:spPr>
          <a:xfrm>
            <a:off x="899802" y="1642592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65072769-0FE2-4DCF-8165-CC67317E51B2}"/>
              </a:ext>
            </a:extLst>
          </p:cNvPr>
          <p:cNvSpPr/>
          <p:nvPr/>
        </p:nvSpPr>
        <p:spPr>
          <a:xfrm>
            <a:off x="1548876" y="1641670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9003A550-D22A-41A5-84A9-CE0313F54172}"/>
              </a:ext>
            </a:extLst>
          </p:cNvPr>
          <p:cNvSpPr/>
          <p:nvPr/>
        </p:nvSpPr>
        <p:spPr>
          <a:xfrm>
            <a:off x="1544535" y="2249340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804295D6-AD2D-4732-94A1-516E90BF3078}"/>
              </a:ext>
            </a:extLst>
          </p:cNvPr>
          <p:cNvSpPr txBox="1"/>
          <p:nvPr/>
        </p:nvSpPr>
        <p:spPr>
          <a:xfrm>
            <a:off x="731047" y="570568"/>
            <a:ext cx="779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1443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AB5AF18-B929-4EB2-86C2-F890EE6C1577}"/>
              </a:ext>
            </a:extLst>
          </p:cNvPr>
          <p:cNvSpPr txBox="1"/>
          <p:nvPr/>
        </p:nvSpPr>
        <p:spPr>
          <a:xfrm>
            <a:off x="732887" y="1149882"/>
            <a:ext cx="779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4107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4D833FE-5E2C-4C74-9928-F196487AA7D8}"/>
              </a:ext>
            </a:extLst>
          </p:cNvPr>
          <p:cNvSpPr txBox="1"/>
          <p:nvPr/>
        </p:nvSpPr>
        <p:spPr>
          <a:xfrm>
            <a:off x="8063834" y="1187832"/>
            <a:ext cx="720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18643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6B3343D0-0E0C-4CCE-BA4D-0CAD0CA1228F}"/>
              </a:ext>
            </a:extLst>
          </p:cNvPr>
          <p:cNvSpPr txBox="1"/>
          <p:nvPr/>
        </p:nvSpPr>
        <p:spPr>
          <a:xfrm>
            <a:off x="8094197" y="1763211"/>
            <a:ext cx="677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24124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E1F23E2-97F0-43DC-9F5E-32E1FAF1F639}"/>
              </a:ext>
            </a:extLst>
          </p:cNvPr>
          <p:cNvSpPr txBox="1"/>
          <p:nvPr/>
        </p:nvSpPr>
        <p:spPr>
          <a:xfrm>
            <a:off x="8739051" y="1755772"/>
            <a:ext cx="662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33851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41962A1-C22B-4FD1-9599-244D9DB2CE65}"/>
              </a:ext>
            </a:extLst>
          </p:cNvPr>
          <p:cNvSpPr txBox="1"/>
          <p:nvPr/>
        </p:nvSpPr>
        <p:spPr>
          <a:xfrm>
            <a:off x="7481834" y="1762364"/>
            <a:ext cx="684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34668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620CC60-8A4A-462E-A674-C69D5EBFD7AF}"/>
              </a:ext>
            </a:extLst>
          </p:cNvPr>
          <p:cNvSpPr txBox="1"/>
          <p:nvPr/>
        </p:nvSpPr>
        <p:spPr>
          <a:xfrm>
            <a:off x="3442040" y="275284"/>
            <a:ext cx="637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24124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B6AF0A8-F3E2-4241-8A11-4AD8250907A8}"/>
              </a:ext>
            </a:extLst>
          </p:cNvPr>
          <p:cNvSpPr txBox="1"/>
          <p:nvPr/>
        </p:nvSpPr>
        <p:spPr>
          <a:xfrm>
            <a:off x="3457021" y="1083124"/>
            <a:ext cx="601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1443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6ED5795B-E80F-4D81-AE64-84A60ECF24F8}"/>
              </a:ext>
            </a:extLst>
          </p:cNvPr>
          <p:cNvSpPr txBox="1"/>
          <p:nvPr/>
        </p:nvSpPr>
        <p:spPr>
          <a:xfrm>
            <a:off x="4255100" y="1085538"/>
            <a:ext cx="601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2360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94EDEB13-2186-496C-899D-B5ABB7B13278}"/>
              </a:ext>
            </a:extLst>
          </p:cNvPr>
          <p:cNvCxnSpPr>
            <a:cxnSpLocks/>
          </p:cNvCxnSpPr>
          <p:nvPr/>
        </p:nvCxnSpPr>
        <p:spPr>
          <a:xfrm>
            <a:off x="2810467" y="1763207"/>
            <a:ext cx="405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4966B23D-1A23-43FC-8452-EEA79F591E1C}"/>
              </a:ext>
            </a:extLst>
          </p:cNvPr>
          <p:cNvSpPr txBox="1"/>
          <p:nvPr/>
        </p:nvSpPr>
        <p:spPr>
          <a:xfrm>
            <a:off x="3477396" y="2690741"/>
            <a:ext cx="601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2404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944F41E8-F74A-4054-A7E9-BBFB1D46CCC5}"/>
              </a:ext>
            </a:extLst>
          </p:cNvPr>
          <p:cNvSpPr txBox="1"/>
          <p:nvPr/>
        </p:nvSpPr>
        <p:spPr>
          <a:xfrm>
            <a:off x="4192529" y="2675657"/>
            <a:ext cx="677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32788</a:t>
            </a:r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E46F7C5E-FDF0-45D6-9222-FE7413106004}"/>
              </a:ext>
            </a:extLst>
          </p:cNvPr>
          <p:cNvSpPr txBox="1"/>
          <p:nvPr/>
        </p:nvSpPr>
        <p:spPr>
          <a:xfrm>
            <a:off x="1392547" y="1146756"/>
            <a:ext cx="779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8391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634102BC-64B4-4483-990A-261293D8259E}"/>
              </a:ext>
            </a:extLst>
          </p:cNvPr>
          <p:cNvSpPr txBox="1"/>
          <p:nvPr/>
        </p:nvSpPr>
        <p:spPr>
          <a:xfrm>
            <a:off x="81099" y="1723551"/>
            <a:ext cx="779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12064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8BC4234D-7CF8-4958-81DE-C7449E1A1C67}"/>
              </a:ext>
            </a:extLst>
          </p:cNvPr>
          <p:cNvSpPr/>
          <p:nvPr/>
        </p:nvSpPr>
        <p:spPr>
          <a:xfrm>
            <a:off x="4309398" y="209218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7DE763B3-E94A-4871-95D4-13F668DB011E}"/>
              </a:ext>
            </a:extLst>
          </p:cNvPr>
          <p:cNvSpPr/>
          <p:nvPr/>
        </p:nvSpPr>
        <p:spPr>
          <a:xfrm>
            <a:off x="5080354" y="206538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4E3E2F2-89CE-406C-8328-33668AB46EAA}"/>
              </a:ext>
            </a:extLst>
          </p:cNvPr>
          <p:cNvSpPr txBox="1"/>
          <p:nvPr/>
        </p:nvSpPr>
        <p:spPr>
          <a:xfrm>
            <a:off x="4208434" y="284513"/>
            <a:ext cx="661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33851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CA7CCD5A-349C-470C-BFF6-EB72BFEB50B9}"/>
              </a:ext>
            </a:extLst>
          </p:cNvPr>
          <p:cNvSpPr txBox="1"/>
          <p:nvPr/>
        </p:nvSpPr>
        <p:spPr>
          <a:xfrm>
            <a:off x="4952195" y="274625"/>
            <a:ext cx="702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34668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1CEED7DF-341A-44DC-8AE3-B2B2521906DA}"/>
              </a:ext>
            </a:extLst>
          </p:cNvPr>
          <p:cNvSpPr/>
          <p:nvPr/>
        </p:nvSpPr>
        <p:spPr>
          <a:xfrm>
            <a:off x="5074493" y="996600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5193B2F-93C9-424E-8599-BC3D8A11E90F}"/>
              </a:ext>
            </a:extLst>
          </p:cNvPr>
          <p:cNvSpPr txBox="1"/>
          <p:nvPr/>
        </p:nvSpPr>
        <p:spPr>
          <a:xfrm>
            <a:off x="4926884" y="1085538"/>
            <a:ext cx="779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8391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632753B8-EACA-4616-B3D1-752C56D07C5D}"/>
              </a:ext>
            </a:extLst>
          </p:cNvPr>
          <p:cNvSpPr/>
          <p:nvPr/>
        </p:nvSpPr>
        <p:spPr>
          <a:xfrm>
            <a:off x="5894974" y="990713"/>
            <a:ext cx="446116" cy="454267"/>
          </a:xfrm>
          <a:prstGeom prst="ellipse">
            <a:avLst/>
          </a:prstGeom>
          <a:solidFill>
            <a:srgbClr val="DEEA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B6A8EB37-77B3-4E42-95CA-197310F05445}"/>
              </a:ext>
            </a:extLst>
          </p:cNvPr>
          <p:cNvSpPr txBox="1"/>
          <p:nvPr/>
        </p:nvSpPr>
        <p:spPr>
          <a:xfrm>
            <a:off x="5728489" y="1088260"/>
            <a:ext cx="779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4107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4E971D3-B57B-4061-8806-6EBF65EBE930}"/>
              </a:ext>
            </a:extLst>
          </p:cNvPr>
          <p:cNvSpPr txBox="1"/>
          <p:nvPr/>
        </p:nvSpPr>
        <p:spPr>
          <a:xfrm>
            <a:off x="785484" y="2322583"/>
            <a:ext cx="6797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34668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4F4731C1-2B6C-45D3-B2D1-DDFD473AE572}"/>
              </a:ext>
            </a:extLst>
          </p:cNvPr>
          <p:cNvSpPr txBox="1"/>
          <p:nvPr/>
        </p:nvSpPr>
        <p:spPr>
          <a:xfrm>
            <a:off x="143328" y="2320611"/>
            <a:ext cx="679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33851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9884EA77-2D91-4C87-8AE0-596134766F69}"/>
              </a:ext>
            </a:extLst>
          </p:cNvPr>
          <p:cNvSpPr txBox="1"/>
          <p:nvPr/>
        </p:nvSpPr>
        <p:spPr>
          <a:xfrm>
            <a:off x="770863" y="1697279"/>
            <a:ext cx="70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24124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B12D5DAE-5620-42D0-8C13-3D1DC261B4AD}"/>
              </a:ext>
            </a:extLst>
          </p:cNvPr>
          <p:cNvSpPr txBox="1"/>
          <p:nvPr/>
        </p:nvSpPr>
        <p:spPr>
          <a:xfrm>
            <a:off x="1439486" y="1706387"/>
            <a:ext cx="6797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32788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9C593732-8DDF-4A03-B49F-1CA6B7659C75}"/>
              </a:ext>
            </a:extLst>
          </p:cNvPr>
          <p:cNvSpPr txBox="1"/>
          <p:nvPr/>
        </p:nvSpPr>
        <p:spPr>
          <a:xfrm>
            <a:off x="1436219" y="2324555"/>
            <a:ext cx="671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37133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098AC66-895A-42F5-AD1D-5CFBDE5DC263}"/>
              </a:ext>
            </a:extLst>
          </p:cNvPr>
          <p:cNvSpPr txBox="1"/>
          <p:nvPr/>
        </p:nvSpPr>
        <p:spPr>
          <a:xfrm>
            <a:off x="3392005" y="1905745"/>
            <a:ext cx="779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1390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F3587814-D2BD-4BC1-A0AC-304B21274641}"/>
              </a:ext>
            </a:extLst>
          </p:cNvPr>
          <p:cNvSpPr txBox="1"/>
          <p:nvPr/>
        </p:nvSpPr>
        <p:spPr>
          <a:xfrm>
            <a:off x="4149480" y="1891199"/>
            <a:ext cx="779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12064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6A5DF98A-3F9D-4128-85F8-1E2248783D0F}"/>
              </a:ext>
            </a:extLst>
          </p:cNvPr>
          <p:cNvSpPr txBox="1"/>
          <p:nvPr/>
        </p:nvSpPr>
        <p:spPr>
          <a:xfrm>
            <a:off x="4950864" y="1875909"/>
            <a:ext cx="698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37133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A45095D1-D7CE-4816-AA64-0B574ED460FD}"/>
              </a:ext>
            </a:extLst>
          </p:cNvPr>
          <p:cNvCxnSpPr>
            <a:cxnSpLocks/>
          </p:cNvCxnSpPr>
          <p:nvPr/>
        </p:nvCxnSpPr>
        <p:spPr>
          <a:xfrm>
            <a:off x="2822065" y="950692"/>
            <a:ext cx="405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9D74E8C-1AF4-40E4-AA65-25D579B9E8C2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6893356" y="1365103"/>
            <a:ext cx="611506" cy="29750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C0D63821-1623-4CD4-9670-45BF38BD8A9C}"/>
              </a:ext>
            </a:extLst>
          </p:cNvPr>
          <p:cNvCxnSpPr>
            <a:cxnSpLocks/>
            <a:endCxn id="54" idx="1"/>
          </p:cNvCxnSpPr>
          <p:nvPr/>
        </p:nvCxnSpPr>
        <p:spPr>
          <a:xfrm flipV="1">
            <a:off x="6887110" y="1662611"/>
            <a:ext cx="617752" cy="44427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738FC85E-EA4C-4A65-AC55-50E046233C26}"/>
              </a:ext>
            </a:extLst>
          </p:cNvPr>
          <p:cNvCxnSpPr>
            <a:cxnSpLocks/>
            <a:endCxn id="54" idx="1"/>
          </p:cNvCxnSpPr>
          <p:nvPr/>
        </p:nvCxnSpPr>
        <p:spPr>
          <a:xfrm flipV="1">
            <a:off x="6893356" y="1662614"/>
            <a:ext cx="611506" cy="1299837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490B9633-66E3-4D71-9BC7-03E8D28CFB3D}"/>
              </a:ext>
            </a:extLst>
          </p:cNvPr>
          <p:cNvSpPr txBox="1"/>
          <p:nvPr/>
        </p:nvSpPr>
        <p:spPr>
          <a:xfrm rot="1406149">
            <a:off x="6911373" y="1241982"/>
            <a:ext cx="601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0.24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C45F902C-7607-44FE-8B3A-9CDD53768048}"/>
              </a:ext>
            </a:extLst>
          </p:cNvPr>
          <p:cNvSpPr txBox="1"/>
          <p:nvPr/>
        </p:nvSpPr>
        <p:spPr>
          <a:xfrm rot="19318542">
            <a:off x="6819702" y="1655096"/>
            <a:ext cx="601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0.08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1FCB5A04-386C-4008-A1BA-D2AA5D0EDFEF}"/>
              </a:ext>
            </a:extLst>
          </p:cNvPr>
          <p:cNvSpPr txBox="1"/>
          <p:nvPr/>
        </p:nvSpPr>
        <p:spPr>
          <a:xfrm rot="17889864">
            <a:off x="6843994" y="2089563"/>
            <a:ext cx="601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-0.15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FB8A2BC6-A5E4-4C96-80FD-BFD24CBBE1C5}"/>
              </a:ext>
            </a:extLst>
          </p:cNvPr>
          <p:cNvSpPr/>
          <p:nvPr/>
        </p:nvSpPr>
        <p:spPr>
          <a:xfrm>
            <a:off x="7549426" y="1656219"/>
            <a:ext cx="1781900" cy="531910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6" dirty="0"/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BD05FC61-CDE2-4B02-BE66-33F297C3AC29}"/>
              </a:ext>
            </a:extLst>
          </p:cNvPr>
          <p:cNvSpPr/>
          <p:nvPr/>
        </p:nvSpPr>
        <p:spPr>
          <a:xfrm>
            <a:off x="3501741" y="181283"/>
            <a:ext cx="2065250" cy="514624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6" dirty="0"/>
          </a:p>
        </p:txBody>
      </p:sp>
    </p:spTree>
    <p:extLst>
      <p:ext uri="{BB962C8B-B14F-4D97-AF65-F5344CB8AC3E}">
        <p14:creationId xmlns:p14="http://schemas.microsoft.com/office/powerpoint/2010/main" val="1051468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943</TotalTime>
  <Words>49</Words>
  <Application>Microsoft Office PowerPoint</Application>
  <PresentationFormat>自定义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樊 红雨</cp:lastModifiedBy>
  <cp:revision>133</cp:revision>
  <dcterms:created xsi:type="dcterms:W3CDTF">2024-10-11T07:29:37Z</dcterms:created>
  <dcterms:modified xsi:type="dcterms:W3CDTF">2024-10-13T05:48:43Z</dcterms:modified>
</cp:coreProperties>
</file>