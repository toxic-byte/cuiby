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"/>
  </p:notesMasterIdLst>
  <p:sldIdLst>
    <p:sldId id="261" r:id="rId2"/>
    <p:sldId id="262" r:id="rId3"/>
  </p:sldIdLst>
  <p:sldSz cx="13992225" cy="8297863"/>
  <p:notesSz cx="6858000" cy="9144000"/>
  <p:defaultTextStyle>
    <a:defPPr>
      <a:defRPr lang="en-US"/>
    </a:defPPr>
    <a:lvl1pPr marL="0" algn="l" defTabSz="4571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65" algn="l" defTabSz="4571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29" algn="l" defTabSz="4571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94" algn="l" defTabSz="4571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59" algn="l" defTabSz="4571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23" algn="l" defTabSz="4571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88" algn="l" defTabSz="4571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53" algn="l" defTabSz="4571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17" algn="l" defTabSz="4571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 userDrawn="1">
          <p15:clr>
            <a:srgbClr val="A4A3A4"/>
          </p15:clr>
        </p15:guide>
        <p15:guide id="2" pos="44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F1DD"/>
    <a:srgbClr val="57A8D4"/>
    <a:srgbClr val="76C2CD"/>
    <a:srgbClr val="5A6CCA"/>
    <a:srgbClr val="E2F0D9"/>
    <a:srgbClr val="427FDB"/>
    <a:srgbClr val="559BD4"/>
    <a:srgbClr val="FF0000"/>
    <a:srgbClr val="F4B3B3"/>
    <a:srgbClr val="217B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76" autoAdjust="0"/>
    <p:restoredTop sz="95507" autoAdjust="0"/>
  </p:normalViewPr>
  <p:slideViewPr>
    <p:cSldViewPr snapToGrid="0">
      <p:cViewPr>
        <p:scale>
          <a:sx n="150" d="100"/>
          <a:sy n="150" d="100"/>
        </p:scale>
        <p:origin x="86" y="58"/>
      </p:cViewPr>
      <p:guideLst>
        <p:guide orient="horz" pos="2146"/>
        <p:guide pos="44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969FE1-7C31-4231-BD65-71F3C3F0019A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27088" y="1143000"/>
            <a:ext cx="52038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E6B00C-3231-44DE-B134-0D027674AD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35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2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65" algn="l" defTabSz="91432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29" algn="l" defTabSz="91432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94" algn="l" defTabSz="91432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59" algn="l" defTabSz="91432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23" algn="l" defTabSz="91432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88" algn="l" defTabSz="91432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53" algn="l" defTabSz="91432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17" algn="l" defTabSz="91432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827088" y="1143000"/>
            <a:ext cx="52038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TODO </a:t>
            </a:r>
            <a:r>
              <a:rPr lang="zh-CN" altLang="en-US" dirty="0"/>
              <a:t>行为内加权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B0E48-9DF4-4BAC-9396-D5CD5E71397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074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49029" y="1358008"/>
            <a:ext cx="10494169" cy="2888886"/>
          </a:xfrm>
        </p:spPr>
        <p:txBody>
          <a:bodyPr anchor="b"/>
          <a:lstStyle>
            <a:lvl1pPr algn="ctr">
              <a:defRPr sz="688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49029" y="4358300"/>
            <a:ext cx="10494169" cy="2003395"/>
          </a:xfrm>
        </p:spPr>
        <p:txBody>
          <a:bodyPr/>
          <a:lstStyle>
            <a:lvl1pPr marL="0" indent="0" algn="ctr">
              <a:buNone/>
              <a:defRPr sz="2754"/>
            </a:lvl1pPr>
            <a:lvl2pPr marL="524728" indent="0" algn="ctr">
              <a:buNone/>
              <a:defRPr sz="2295"/>
            </a:lvl2pPr>
            <a:lvl3pPr marL="1049457" indent="0" algn="ctr">
              <a:buNone/>
              <a:defRPr sz="2066"/>
            </a:lvl3pPr>
            <a:lvl4pPr marL="1574185" indent="0" algn="ctr">
              <a:buNone/>
              <a:defRPr sz="1836"/>
            </a:lvl4pPr>
            <a:lvl5pPr marL="2098914" indent="0" algn="ctr">
              <a:buNone/>
              <a:defRPr sz="1836"/>
            </a:lvl5pPr>
            <a:lvl6pPr marL="2623642" indent="0" algn="ctr">
              <a:buNone/>
              <a:defRPr sz="1836"/>
            </a:lvl6pPr>
            <a:lvl7pPr marL="3148371" indent="0" algn="ctr">
              <a:buNone/>
              <a:defRPr sz="1836"/>
            </a:lvl7pPr>
            <a:lvl8pPr marL="3673099" indent="0" algn="ctr">
              <a:buNone/>
              <a:defRPr sz="1836"/>
            </a:lvl8pPr>
            <a:lvl9pPr marL="4197828" indent="0" algn="ctr">
              <a:buNone/>
              <a:defRPr sz="1836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202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002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679" y="2068706"/>
            <a:ext cx="12068294" cy="3451680"/>
          </a:xfrm>
        </p:spPr>
        <p:txBody>
          <a:bodyPr anchor="b"/>
          <a:lstStyle>
            <a:lvl1pPr>
              <a:defRPr sz="688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4679" y="5553040"/>
            <a:ext cx="12068294" cy="1815157"/>
          </a:xfrm>
        </p:spPr>
        <p:txBody>
          <a:bodyPr/>
          <a:lstStyle>
            <a:lvl1pPr marL="0" indent="0">
              <a:buNone/>
              <a:defRPr sz="2754">
                <a:solidFill>
                  <a:schemeClr val="tx1">
                    <a:tint val="75000"/>
                  </a:schemeClr>
                </a:solidFill>
              </a:defRPr>
            </a:lvl1pPr>
            <a:lvl2pPr marL="524728" indent="0">
              <a:buNone/>
              <a:defRPr sz="2295">
                <a:solidFill>
                  <a:schemeClr val="tx1">
                    <a:tint val="75000"/>
                  </a:schemeClr>
                </a:solidFill>
              </a:defRPr>
            </a:lvl2pPr>
            <a:lvl3pPr marL="1049457" indent="0">
              <a:buNone/>
              <a:defRPr sz="2066">
                <a:solidFill>
                  <a:schemeClr val="tx1">
                    <a:tint val="75000"/>
                  </a:schemeClr>
                </a:solidFill>
              </a:defRPr>
            </a:lvl3pPr>
            <a:lvl4pPr marL="1574185" indent="0">
              <a:buNone/>
              <a:defRPr sz="1836">
                <a:solidFill>
                  <a:schemeClr val="tx1">
                    <a:tint val="75000"/>
                  </a:schemeClr>
                </a:solidFill>
              </a:defRPr>
            </a:lvl4pPr>
            <a:lvl5pPr marL="2098914" indent="0">
              <a:buNone/>
              <a:defRPr sz="1836">
                <a:solidFill>
                  <a:schemeClr val="tx1">
                    <a:tint val="75000"/>
                  </a:schemeClr>
                </a:solidFill>
              </a:defRPr>
            </a:lvl5pPr>
            <a:lvl6pPr marL="2623642" indent="0">
              <a:buNone/>
              <a:defRPr sz="1836">
                <a:solidFill>
                  <a:schemeClr val="tx1">
                    <a:tint val="75000"/>
                  </a:schemeClr>
                </a:solidFill>
              </a:defRPr>
            </a:lvl6pPr>
            <a:lvl7pPr marL="3148371" indent="0">
              <a:buNone/>
              <a:defRPr sz="1836">
                <a:solidFill>
                  <a:schemeClr val="tx1">
                    <a:tint val="75000"/>
                  </a:schemeClr>
                </a:solidFill>
              </a:defRPr>
            </a:lvl7pPr>
            <a:lvl8pPr marL="3673099" indent="0">
              <a:buNone/>
              <a:defRPr sz="1836">
                <a:solidFill>
                  <a:schemeClr val="tx1">
                    <a:tint val="75000"/>
                  </a:schemeClr>
                </a:solidFill>
              </a:defRPr>
            </a:lvl8pPr>
            <a:lvl9pPr marL="4197828" indent="0">
              <a:buNone/>
              <a:defRPr sz="18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23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1966" y="2208922"/>
            <a:ext cx="5946695" cy="52649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3564" y="2208922"/>
            <a:ext cx="5946695" cy="52649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417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789" y="441785"/>
            <a:ext cx="12068294" cy="160387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790" y="2034131"/>
            <a:ext cx="5919366" cy="996895"/>
          </a:xfrm>
        </p:spPr>
        <p:txBody>
          <a:bodyPr anchor="b"/>
          <a:lstStyle>
            <a:lvl1pPr marL="0" indent="0">
              <a:buNone/>
              <a:defRPr sz="2754" b="1"/>
            </a:lvl1pPr>
            <a:lvl2pPr marL="524728" indent="0">
              <a:buNone/>
              <a:defRPr sz="2295" b="1"/>
            </a:lvl2pPr>
            <a:lvl3pPr marL="1049457" indent="0">
              <a:buNone/>
              <a:defRPr sz="2066" b="1"/>
            </a:lvl3pPr>
            <a:lvl4pPr marL="1574185" indent="0">
              <a:buNone/>
              <a:defRPr sz="1836" b="1"/>
            </a:lvl4pPr>
            <a:lvl5pPr marL="2098914" indent="0">
              <a:buNone/>
              <a:defRPr sz="1836" b="1"/>
            </a:lvl5pPr>
            <a:lvl6pPr marL="2623642" indent="0">
              <a:buNone/>
              <a:defRPr sz="1836" b="1"/>
            </a:lvl6pPr>
            <a:lvl7pPr marL="3148371" indent="0">
              <a:buNone/>
              <a:defRPr sz="1836" b="1"/>
            </a:lvl7pPr>
            <a:lvl8pPr marL="3673099" indent="0">
              <a:buNone/>
              <a:defRPr sz="1836" b="1"/>
            </a:lvl8pPr>
            <a:lvl9pPr marL="4197828" indent="0">
              <a:buNone/>
              <a:defRPr sz="183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3790" y="3031026"/>
            <a:ext cx="5919366" cy="44581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83564" y="2034131"/>
            <a:ext cx="5948518" cy="996895"/>
          </a:xfrm>
        </p:spPr>
        <p:txBody>
          <a:bodyPr anchor="b"/>
          <a:lstStyle>
            <a:lvl1pPr marL="0" indent="0">
              <a:buNone/>
              <a:defRPr sz="2754" b="1"/>
            </a:lvl1pPr>
            <a:lvl2pPr marL="524728" indent="0">
              <a:buNone/>
              <a:defRPr sz="2295" b="1"/>
            </a:lvl2pPr>
            <a:lvl3pPr marL="1049457" indent="0">
              <a:buNone/>
              <a:defRPr sz="2066" b="1"/>
            </a:lvl3pPr>
            <a:lvl4pPr marL="1574185" indent="0">
              <a:buNone/>
              <a:defRPr sz="1836" b="1"/>
            </a:lvl4pPr>
            <a:lvl5pPr marL="2098914" indent="0">
              <a:buNone/>
              <a:defRPr sz="1836" b="1"/>
            </a:lvl5pPr>
            <a:lvl6pPr marL="2623642" indent="0">
              <a:buNone/>
              <a:defRPr sz="1836" b="1"/>
            </a:lvl6pPr>
            <a:lvl7pPr marL="3148371" indent="0">
              <a:buNone/>
              <a:defRPr sz="1836" b="1"/>
            </a:lvl7pPr>
            <a:lvl8pPr marL="3673099" indent="0">
              <a:buNone/>
              <a:defRPr sz="1836" b="1"/>
            </a:lvl8pPr>
            <a:lvl9pPr marL="4197828" indent="0">
              <a:buNone/>
              <a:defRPr sz="183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83564" y="3031026"/>
            <a:ext cx="5948518" cy="44581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326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677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457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790" y="553192"/>
            <a:ext cx="4512856" cy="1936168"/>
          </a:xfrm>
        </p:spPr>
        <p:txBody>
          <a:bodyPr anchor="b"/>
          <a:lstStyle>
            <a:lvl1pPr>
              <a:defRPr sz="367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8519" y="1194740"/>
            <a:ext cx="7083564" cy="5896861"/>
          </a:xfrm>
        </p:spPr>
        <p:txBody>
          <a:bodyPr/>
          <a:lstStyle>
            <a:lvl1pPr>
              <a:defRPr sz="3673"/>
            </a:lvl1pPr>
            <a:lvl2pPr>
              <a:defRPr sz="3214"/>
            </a:lvl2pPr>
            <a:lvl3pPr>
              <a:defRPr sz="2754"/>
            </a:lvl3pPr>
            <a:lvl4pPr>
              <a:defRPr sz="2295"/>
            </a:lvl4pPr>
            <a:lvl5pPr>
              <a:defRPr sz="2295"/>
            </a:lvl5pPr>
            <a:lvl6pPr>
              <a:defRPr sz="2295"/>
            </a:lvl6pPr>
            <a:lvl7pPr>
              <a:defRPr sz="2295"/>
            </a:lvl7pPr>
            <a:lvl8pPr>
              <a:defRPr sz="2295"/>
            </a:lvl8pPr>
            <a:lvl9pPr>
              <a:defRPr sz="229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3790" y="2489360"/>
            <a:ext cx="4512856" cy="4611845"/>
          </a:xfrm>
        </p:spPr>
        <p:txBody>
          <a:bodyPr/>
          <a:lstStyle>
            <a:lvl1pPr marL="0" indent="0">
              <a:buNone/>
              <a:defRPr sz="1836"/>
            </a:lvl1pPr>
            <a:lvl2pPr marL="524728" indent="0">
              <a:buNone/>
              <a:defRPr sz="1607"/>
            </a:lvl2pPr>
            <a:lvl3pPr marL="1049457" indent="0">
              <a:buNone/>
              <a:defRPr sz="1377"/>
            </a:lvl3pPr>
            <a:lvl4pPr marL="1574185" indent="0">
              <a:buNone/>
              <a:defRPr sz="1148"/>
            </a:lvl4pPr>
            <a:lvl5pPr marL="2098914" indent="0">
              <a:buNone/>
              <a:defRPr sz="1148"/>
            </a:lvl5pPr>
            <a:lvl6pPr marL="2623642" indent="0">
              <a:buNone/>
              <a:defRPr sz="1148"/>
            </a:lvl6pPr>
            <a:lvl7pPr marL="3148371" indent="0">
              <a:buNone/>
              <a:defRPr sz="1148"/>
            </a:lvl7pPr>
            <a:lvl8pPr marL="3673099" indent="0">
              <a:buNone/>
              <a:defRPr sz="1148"/>
            </a:lvl8pPr>
            <a:lvl9pPr marL="4197828" indent="0">
              <a:buNone/>
              <a:defRPr sz="114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040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790" y="553192"/>
            <a:ext cx="4512856" cy="1936168"/>
          </a:xfrm>
        </p:spPr>
        <p:txBody>
          <a:bodyPr anchor="b"/>
          <a:lstStyle>
            <a:lvl1pPr>
              <a:defRPr sz="367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8519" y="1194740"/>
            <a:ext cx="7083564" cy="5896861"/>
          </a:xfrm>
        </p:spPr>
        <p:txBody>
          <a:bodyPr anchor="t"/>
          <a:lstStyle>
            <a:lvl1pPr marL="0" indent="0">
              <a:buNone/>
              <a:defRPr sz="3673"/>
            </a:lvl1pPr>
            <a:lvl2pPr marL="524728" indent="0">
              <a:buNone/>
              <a:defRPr sz="3214"/>
            </a:lvl2pPr>
            <a:lvl3pPr marL="1049457" indent="0">
              <a:buNone/>
              <a:defRPr sz="2754"/>
            </a:lvl3pPr>
            <a:lvl4pPr marL="1574185" indent="0">
              <a:buNone/>
              <a:defRPr sz="2295"/>
            </a:lvl4pPr>
            <a:lvl5pPr marL="2098914" indent="0">
              <a:buNone/>
              <a:defRPr sz="2295"/>
            </a:lvl5pPr>
            <a:lvl6pPr marL="2623642" indent="0">
              <a:buNone/>
              <a:defRPr sz="2295"/>
            </a:lvl6pPr>
            <a:lvl7pPr marL="3148371" indent="0">
              <a:buNone/>
              <a:defRPr sz="2295"/>
            </a:lvl7pPr>
            <a:lvl8pPr marL="3673099" indent="0">
              <a:buNone/>
              <a:defRPr sz="2295"/>
            </a:lvl8pPr>
            <a:lvl9pPr marL="4197828" indent="0">
              <a:buNone/>
              <a:defRPr sz="229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3790" y="2489360"/>
            <a:ext cx="4512856" cy="4611845"/>
          </a:xfrm>
        </p:spPr>
        <p:txBody>
          <a:bodyPr/>
          <a:lstStyle>
            <a:lvl1pPr marL="0" indent="0">
              <a:buNone/>
              <a:defRPr sz="1836"/>
            </a:lvl1pPr>
            <a:lvl2pPr marL="524728" indent="0">
              <a:buNone/>
              <a:defRPr sz="1607"/>
            </a:lvl2pPr>
            <a:lvl3pPr marL="1049457" indent="0">
              <a:buNone/>
              <a:defRPr sz="1377"/>
            </a:lvl3pPr>
            <a:lvl4pPr marL="1574185" indent="0">
              <a:buNone/>
              <a:defRPr sz="1148"/>
            </a:lvl4pPr>
            <a:lvl5pPr marL="2098914" indent="0">
              <a:buNone/>
              <a:defRPr sz="1148"/>
            </a:lvl5pPr>
            <a:lvl6pPr marL="2623642" indent="0">
              <a:buNone/>
              <a:defRPr sz="1148"/>
            </a:lvl6pPr>
            <a:lvl7pPr marL="3148371" indent="0">
              <a:buNone/>
              <a:defRPr sz="1148"/>
            </a:lvl7pPr>
            <a:lvl8pPr marL="3673099" indent="0">
              <a:buNone/>
              <a:defRPr sz="1148"/>
            </a:lvl8pPr>
            <a:lvl9pPr marL="4197828" indent="0">
              <a:buNone/>
              <a:defRPr sz="114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740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13187" y="441786"/>
            <a:ext cx="3017074" cy="703205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1964" y="441786"/>
            <a:ext cx="8876318" cy="703205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872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1966" y="441785"/>
            <a:ext cx="12068294" cy="1603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1966" y="2208922"/>
            <a:ext cx="12068294" cy="5264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1966" y="7690890"/>
            <a:ext cx="3148250" cy="4417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7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0126F-B682-46EC-B345-30A797F60BB4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34925" y="7690890"/>
            <a:ext cx="4722376" cy="4417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7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82011" y="7690890"/>
            <a:ext cx="3148250" cy="4417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7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449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49457" rtl="0" eaLnBrk="1" latinLnBrk="0" hangingPunct="1">
        <a:lnSpc>
          <a:spcPct val="90000"/>
        </a:lnSpc>
        <a:spcBef>
          <a:spcPct val="0"/>
        </a:spcBef>
        <a:buNone/>
        <a:defRPr sz="50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2364" indent="-262364" algn="l" defTabSz="1049457" rtl="0" eaLnBrk="1" latinLnBrk="0" hangingPunct="1">
        <a:lnSpc>
          <a:spcPct val="90000"/>
        </a:lnSpc>
        <a:spcBef>
          <a:spcPts val="1148"/>
        </a:spcBef>
        <a:buFont typeface="Arial" panose="020B0604020202020204" pitchFamily="34" charset="0"/>
        <a:buChar char="•"/>
        <a:defRPr sz="3214" kern="1200">
          <a:solidFill>
            <a:schemeClr val="tx1"/>
          </a:solidFill>
          <a:latin typeface="+mn-lt"/>
          <a:ea typeface="+mn-ea"/>
          <a:cs typeface="+mn-cs"/>
        </a:defRPr>
      </a:lvl1pPr>
      <a:lvl2pPr marL="787093" indent="-262364" algn="l" defTabSz="104945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754" kern="1200">
          <a:solidFill>
            <a:schemeClr val="tx1"/>
          </a:solidFill>
          <a:latin typeface="+mn-lt"/>
          <a:ea typeface="+mn-ea"/>
          <a:cs typeface="+mn-cs"/>
        </a:defRPr>
      </a:lvl2pPr>
      <a:lvl3pPr marL="1311821" indent="-262364" algn="l" defTabSz="104945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295" kern="1200">
          <a:solidFill>
            <a:schemeClr val="tx1"/>
          </a:solidFill>
          <a:latin typeface="+mn-lt"/>
          <a:ea typeface="+mn-ea"/>
          <a:cs typeface="+mn-cs"/>
        </a:defRPr>
      </a:lvl3pPr>
      <a:lvl4pPr marL="1836550" indent="-262364" algn="l" defTabSz="104945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6" kern="1200">
          <a:solidFill>
            <a:schemeClr val="tx1"/>
          </a:solidFill>
          <a:latin typeface="+mn-lt"/>
          <a:ea typeface="+mn-ea"/>
          <a:cs typeface="+mn-cs"/>
        </a:defRPr>
      </a:lvl4pPr>
      <a:lvl5pPr marL="2361278" indent="-262364" algn="l" defTabSz="104945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6" kern="1200">
          <a:solidFill>
            <a:schemeClr val="tx1"/>
          </a:solidFill>
          <a:latin typeface="+mn-lt"/>
          <a:ea typeface="+mn-ea"/>
          <a:cs typeface="+mn-cs"/>
        </a:defRPr>
      </a:lvl5pPr>
      <a:lvl6pPr marL="2886006" indent="-262364" algn="l" defTabSz="104945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6" kern="1200">
          <a:solidFill>
            <a:schemeClr val="tx1"/>
          </a:solidFill>
          <a:latin typeface="+mn-lt"/>
          <a:ea typeface="+mn-ea"/>
          <a:cs typeface="+mn-cs"/>
        </a:defRPr>
      </a:lvl6pPr>
      <a:lvl7pPr marL="3410735" indent="-262364" algn="l" defTabSz="104945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6" kern="1200">
          <a:solidFill>
            <a:schemeClr val="tx1"/>
          </a:solidFill>
          <a:latin typeface="+mn-lt"/>
          <a:ea typeface="+mn-ea"/>
          <a:cs typeface="+mn-cs"/>
        </a:defRPr>
      </a:lvl7pPr>
      <a:lvl8pPr marL="3935463" indent="-262364" algn="l" defTabSz="104945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6" kern="1200">
          <a:solidFill>
            <a:schemeClr val="tx1"/>
          </a:solidFill>
          <a:latin typeface="+mn-lt"/>
          <a:ea typeface="+mn-ea"/>
          <a:cs typeface="+mn-cs"/>
        </a:defRPr>
      </a:lvl8pPr>
      <a:lvl9pPr marL="4460192" indent="-262364" algn="l" defTabSz="104945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49457" rtl="0" eaLnBrk="1" latinLnBrk="0" hangingPunct="1">
        <a:defRPr sz="2066" kern="1200">
          <a:solidFill>
            <a:schemeClr val="tx1"/>
          </a:solidFill>
          <a:latin typeface="+mn-lt"/>
          <a:ea typeface="+mn-ea"/>
          <a:cs typeface="+mn-cs"/>
        </a:defRPr>
      </a:lvl1pPr>
      <a:lvl2pPr marL="524728" algn="l" defTabSz="1049457" rtl="0" eaLnBrk="1" latinLnBrk="0" hangingPunct="1">
        <a:defRPr sz="2066" kern="1200">
          <a:solidFill>
            <a:schemeClr val="tx1"/>
          </a:solidFill>
          <a:latin typeface="+mn-lt"/>
          <a:ea typeface="+mn-ea"/>
          <a:cs typeface="+mn-cs"/>
        </a:defRPr>
      </a:lvl2pPr>
      <a:lvl3pPr marL="1049457" algn="l" defTabSz="1049457" rtl="0" eaLnBrk="1" latinLnBrk="0" hangingPunct="1">
        <a:defRPr sz="2066" kern="1200">
          <a:solidFill>
            <a:schemeClr val="tx1"/>
          </a:solidFill>
          <a:latin typeface="+mn-lt"/>
          <a:ea typeface="+mn-ea"/>
          <a:cs typeface="+mn-cs"/>
        </a:defRPr>
      </a:lvl3pPr>
      <a:lvl4pPr marL="1574185" algn="l" defTabSz="1049457" rtl="0" eaLnBrk="1" latinLnBrk="0" hangingPunct="1">
        <a:defRPr sz="2066" kern="1200">
          <a:solidFill>
            <a:schemeClr val="tx1"/>
          </a:solidFill>
          <a:latin typeface="+mn-lt"/>
          <a:ea typeface="+mn-ea"/>
          <a:cs typeface="+mn-cs"/>
        </a:defRPr>
      </a:lvl4pPr>
      <a:lvl5pPr marL="2098914" algn="l" defTabSz="1049457" rtl="0" eaLnBrk="1" latinLnBrk="0" hangingPunct="1">
        <a:defRPr sz="2066" kern="1200">
          <a:solidFill>
            <a:schemeClr val="tx1"/>
          </a:solidFill>
          <a:latin typeface="+mn-lt"/>
          <a:ea typeface="+mn-ea"/>
          <a:cs typeface="+mn-cs"/>
        </a:defRPr>
      </a:lvl5pPr>
      <a:lvl6pPr marL="2623642" algn="l" defTabSz="1049457" rtl="0" eaLnBrk="1" latinLnBrk="0" hangingPunct="1">
        <a:defRPr sz="2066" kern="1200">
          <a:solidFill>
            <a:schemeClr val="tx1"/>
          </a:solidFill>
          <a:latin typeface="+mn-lt"/>
          <a:ea typeface="+mn-ea"/>
          <a:cs typeface="+mn-cs"/>
        </a:defRPr>
      </a:lvl6pPr>
      <a:lvl7pPr marL="3148371" algn="l" defTabSz="1049457" rtl="0" eaLnBrk="1" latinLnBrk="0" hangingPunct="1">
        <a:defRPr sz="2066" kern="1200">
          <a:solidFill>
            <a:schemeClr val="tx1"/>
          </a:solidFill>
          <a:latin typeface="+mn-lt"/>
          <a:ea typeface="+mn-ea"/>
          <a:cs typeface="+mn-cs"/>
        </a:defRPr>
      </a:lvl7pPr>
      <a:lvl8pPr marL="3673099" algn="l" defTabSz="1049457" rtl="0" eaLnBrk="1" latinLnBrk="0" hangingPunct="1">
        <a:defRPr sz="2066" kern="1200">
          <a:solidFill>
            <a:schemeClr val="tx1"/>
          </a:solidFill>
          <a:latin typeface="+mn-lt"/>
          <a:ea typeface="+mn-ea"/>
          <a:cs typeface="+mn-cs"/>
        </a:defRPr>
      </a:lvl8pPr>
      <a:lvl9pPr marL="4197828" algn="l" defTabSz="1049457" rtl="0" eaLnBrk="1" latinLnBrk="0" hangingPunct="1">
        <a:defRPr sz="20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50" Type="http://schemas.openxmlformats.org/officeDocument/2006/relationships/image" Target="../media/image48.png"/><Relationship Id="rId55" Type="http://schemas.openxmlformats.org/officeDocument/2006/relationships/image" Target="../media/image53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8" Type="http://schemas.openxmlformats.org/officeDocument/2006/relationships/image" Target="../media/image56.png"/><Relationship Id="rId5" Type="http://schemas.openxmlformats.org/officeDocument/2006/relationships/image" Target="../media/image3.png"/><Relationship Id="rId61" Type="http://schemas.openxmlformats.org/officeDocument/2006/relationships/image" Target="../media/image59.png"/><Relationship Id="rId19" Type="http://schemas.openxmlformats.org/officeDocument/2006/relationships/image" Target="../media/image17.png"/><Relationship Id="rId14" Type="http://schemas.openxmlformats.org/officeDocument/2006/relationships/image" Target="../media/image12.pn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56" Type="http://schemas.openxmlformats.org/officeDocument/2006/relationships/image" Target="../media/image54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59" Type="http://schemas.openxmlformats.org/officeDocument/2006/relationships/image" Target="../media/image57.png"/><Relationship Id="rId20" Type="http://schemas.openxmlformats.org/officeDocument/2006/relationships/image" Target="../media/image18.sv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6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4.png"/><Relationship Id="rId49" Type="http://schemas.openxmlformats.org/officeDocument/2006/relationships/image" Target="../media/image47.png"/><Relationship Id="rId57" Type="http://schemas.openxmlformats.org/officeDocument/2006/relationships/image" Target="../media/image55.png"/><Relationship Id="rId10" Type="http://schemas.openxmlformats.org/officeDocument/2006/relationships/image" Target="../media/image8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60" Type="http://schemas.openxmlformats.org/officeDocument/2006/relationships/image" Target="../media/image5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svg"/><Relationship Id="rId18" Type="http://schemas.openxmlformats.org/officeDocument/2006/relationships/image" Target="../media/image31.png"/><Relationship Id="rId26" Type="http://schemas.openxmlformats.org/officeDocument/2006/relationships/image" Target="../media/image67.png"/><Relationship Id="rId39" Type="http://schemas.openxmlformats.org/officeDocument/2006/relationships/image" Target="../media/image53.svg"/><Relationship Id="rId21" Type="http://schemas.openxmlformats.org/officeDocument/2006/relationships/image" Target="../media/image62.png"/><Relationship Id="rId34" Type="http://schemas.openxmlformats.org/officeDocument/2006/relationships/image" Target="../media/image73.png"/><Relationship Id="rId42" Type="http://schemas.openxmlformats.org/officeDocument/2006/relationships/image" Target="../media/image78.png"/><Relationship Id="rId47" Type="http://schemas.openxmlformats.org/officeDocument/2006/relationships/image" Target="../media/image54.png"/><Relationship Id="rId50" Type="http://schemas.openxmlformats.org/officeDocument/2006/relationships/image" Target="../media/image83.png"/><Relationship Id="rId7" Type="http://schemas.openxmlformats.org/officeDocument/2006/relationships/image" Target="../media/image26.svg"/><Relationship Id="rId2" Type="http://schemas.openxmlformats.org/officeDocument/2006/relationships/image" Target="../media/image15.png"/><Relationship Id="rId16" Type="http://schemas.openxmlformats.org/officeDocument/2006/relationships/image" Target="../media/image23.png"/><Relationship Id="rId29" Type="http://schemas.openxmlformats.org/officeDocument/2006/relationships/image" Target="../media/image11.png"/><Relationship Id="rId11" Type="http://schemas.openxmlformats.org/officeDocument/2006/relationships/image" Target="../media/image4.svg"/><Relationship Id="rId24" Type="http://schemas.openxmlformats.org/officeDocument/2006/relationships/image" Target="../media/image65.png"/><Relationship Id="rId32" Type="http://schemas.openxmlformats.org/officeDocument/2006/relationships/image" Target="../media/image71.png"/><Relationship Id="rId37" Type="http://schemas.openxmlformats.org/officeDocument/2006/relationships/image" Target="../media/image75.png"/><Relationship Id="rId40" Type="http://schemas.openxmlformats.org/officeDocument/2006/relationships/image" Target="../media/image76.png"/><Relationship Id="rId45" Type="http://schemas.openxmlformats.org/officeDocument/2006/relationships/image" Target="../media/image81.png"/><Relationship Id="rId5" Type="http://schemas.openxmlformats.org/officeDocument/2006/relationships/image" Target="../media/image18.svg"/><Relationship Id="rId15" Type="http://schemas.openxmlformats.org/officeDocument/2006/relationships/image" Target="../media/image22.svg"/><Relationship Id="rId23" Type="http://schemas.openxmlformats.org/officeDocument/2006/relationships/image" Target="../media/image64.png"/><Relationship Id="rId28" Type="http://schemas.openxmlformats.org/officeDocument/2006/relationships/image" Target="../media/image69.png"/><Relationship Id="rId36" Type="http://schemas.openxmlformats.org/officeDocument/2006/relationships/image" Target="../media/image38.png"/><Relationship Id="rId49" Type="http://schemas.openxmlformats.org/officeDocument/2006/relationships/image" Target="../media/image59.png"/><Relationship Id="rId10" Type="http://schemas.openxmlformats.org/officeDocument/2006/relationships/image" Target="../media/image3.png"/><Relationship Id="rId19" Type="http://schemas.openxmlformats.org/officeDocument/2006/relationships/image" Target="../media/image30.png"/><Relationship Id="rId31" Type="http://schemas.openxmlformats.org/officeDocument/2006/relationships/image" Target="../media/image70.png"/><Relationship Id="rId44" Type="http://schemas.openxmlformats.org/officeDocument/2006/relationships/image" Target="../media/image80.png"/><Relationship Id="rId4" Type="http://schemas.openxmlformats.org/officeDocument/2006/relationships/image" Target="../media/image17.png"/><Relationship Id="rId9" Type="http://schemas.openxmlformats.org/officeDocument/2006/relationships/image" Target="../media/image2.svg"/><Relationship Id="rId14" Type="http://schemas.openxmlformats.org/officeDocument/2006/relationships/image" Target="../media/image21.png"/><Relationship Id="rId22" Type="http://schemas.openxmlformats.org/officeDocument/2006/relationships/image" Target="../media/image63.png"/><Relationship Id="rId27" Type="http://schemas.openxmlformats.org/officeDocument/2006/relationships/image" Target="../media/image68.png"/><Relationship Id="rId30" Type="http://schemas.openxmlformats.org/officeDocument/2006/relationships/image" Target="../media/image10.png"/><Relationship Id="rId35" Type="http://schemas.openxmlformats.org/officeDocument/2006/relationships/image" Target="../media/image74.png"/><Relationship Id="rId43" Type="http://schemas.openxmlformats.org/officeDocument/2006/relationships/image" Target="../media/image79.png"/><Relationship Id="rId48" Type="http://schemas.openxmlformats.org/officeDocument/2006/relationships/image" Target="../media/image42.png"/><Relationship Id="rId8" Type="http://schemas.openxmlformats.org/officeDocument/2006/relationships/image" Target="../media/image1.png"/><Relationship Id="rId3" Type="http://schemas.openxmlformats.org/officeDocument/2006/relationships/image" Target="../media/image16.svg"/><Relationship Id="rId12" Type="http://schemas.openxmlformats.org/officeDocument/2006/relationships/image" Target="../media/image19.png"/><Relationship Id="rId17" Type="http://schemas.openxmlformats.org/officeDocument/2006/relationships/image" Target="../media/image24.svg"/><Relationship Id="rId25" Type="http://schemas.openxmlformats.org/officeDocument/2006/relationships/image" Target="../media/image66.png"/><Relationship Id="rId33" Type="http://schemas.openxmlformats.org/officeDocument/2006/relationships/image" Target="../media/image72.png"/><Relationship Id="rId38" Type="http://schemas.openxmlformats.org/officeDocument/2006/relationships/image" Target="../media/image52.png"/><Relationship Id="rId46" Type="http://schemas.openxmlformats.org/officeDocument/2006/relationships/image" Target="../media/image82.png"/><Relationship Id="rId20" Type="http://schemas.openxmlformats.org/officeDocument/2006/relationships/image" Target="../media/image61.png"/><Relationship Id="rId41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矩形: 圆角 831">
            <a:extLst>
              <a:ext uri="{FF2B5EF4-FFF2-40B4-BE49-F238E27FC236}">
                <a16:creationId xmlns:a16="http://schemas.microsoft.com/office/drawing/2014/main" id="{87AB74BB-873D-4DC0-BE07-96011BFD6871}"/>
              </a:ext>
            </a:extLst>
          </p:cNvPr>
          <p:cNvSpPr/>
          <p:nvPr/>
        </p:nvSpPr>
        <p:spPr>
          <a:xfrm>
            <a:off x="9417436" y="4885930"/>
            <a:ext cx="3558801" cy="1975329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3" name="矩形: 圆角 502">
            <a:extLst>
              <a:ext uri="{FF2B5EF4-FFF2-40B4-BE49-F238E27FC236}">
                <a16:creationId xmlns:a16="http://schemas.microsoft.com/office/drawing/2014/main" id="{9256F8C3-AA94-4B96-BBA7-F3F2B791F93E}"/>
              </a:ext>
            </a:extLst>
          </p:cNvPr>
          <p:cNvSpPr/>
          <p:nvPr/>
        </p:nvSpPr>
        <p:spPr>
          <a:xfrm>
            <a:off x="971275" y="4954161"/>
            <a:ext cx="2412121" cy="1442983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50" name="矩形: 圆角 449">
            <a:extLst>
              <a:ext uri="{FF2B5EF4-FFF2-40B4-BE49-F238E27FC236}">
                <a16:creationId xmlns:a16="http://schemas.microsoft.com/office/drawing/2014/main" id="{7C786F96-C4AD-483C-9D35-78CF5369C459}"/>
              </a:ext>
            </a:extLst>
          </p:cNvPr>
          <p:cNvSpPr/>
          <p:nvPr/>
        </p:nvSpPr>
        <p:spPr>
          <a:xfrm>
            <a:off x="9421923" y="2844381"/>
            <a:ext cx="3543190" cy="1907893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29" name="矩形: 圆角 928">
            <a:extLst>
              <a:ext uri="{FF2B5EF4-FFF2-40B4-BE49-F238E27FC236}">
                <a16:creationId xmlns:a16="http://schemas.microsoft.com/office/drawing/2014/main" id="{3A4D8620-C9FA-4D20-AB41-DE25A7FB499E}"/>
              </a:ext>
            </a:extLst>
          </p:cNvPr>
          <p:cNvSpPr/>
          <p:nvPr/>
        </p:nvSpPr>
        <p:spPr>
          <a:xfrm>
            <a:off x="9430235" y="1005980"/>
            <a:ext cx="2609593" cy="1792237"/>
          </a:xfrm>
          <a:prstGeom prst="roundRect">
            <a:avLst>
              <a:gd name="adj" fmla="val 3512"/>
            </a:avLst>
          </a:prstGeom>
          <a:solidFill>
            <a:srgbClr val="EEEEEE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" name="矩形: 圆角 346">
            <a:extLst>
              <a:ext uri="{FF2B5EF4-FFF2-40B4-BE49-F238E27FC236}">
                <a16:creationId xmlns:a16="http://schemas.microsoft.com/office/drawing/2014/main" id="{A39FAF7C-C19C-415D-BA44-C641A2D12D66}"/>
              </a:ext>
            </a:extLst>
          </p:cNvPr>
          <p:cNvSpPr/>
          <p:nvPr/>
        </p:nvSpPr>
        <p:spPr>
          <a:xfrm>
            <a:off x="6847760" y="1076066"/>
            <a:ext cx="2407312" cy="3973695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2" name="矩形: 圆角 171">
            <a:extLst>
              <a:ext uri="{FF2B5EF4-FFF2-40B4-BE49-F238E27FC236}">
                <a16:creationId xmlns:a16="http://schemas.microsoft.com/office/drawing/2014/main" id="{307035D1-D023-4C48-9EEC-B1DE0253DFCC}"/>
              </a:ext>
            </a:extLst>
          </p:cNvPr>
          <p:cNvSpPr/>
          <p:nvPr/>
        </p:nvSpPr>
        <p:spPr>
          <a:xfrm>
            <a:off x="3558232" y="1065267"/>
            <a:ext cx="2758673" cy="5671934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E0C4EE3E-CD10-44EE-9E79-C0D4FA23C113}"/>
              </a:ext>
            </a:extLst>
          </p:cNvPr>
          <p:cNvSpPr/>
          <p:nvPr/>
        </p:nvSpPr>
        <p:spPr>
          <a:xfrm>
            <a:off x="983939" y="1222352"/>
            <a:ext cx="2407312" cy="366485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1C0BC7E8-A79D-4095-A476-2E27D2BAF3F3}"/>
              </a:ext>
            </a:extLst>
          </p:cNvPr>
          <p:cNvSpPr/>
          <p:nvPr/>
        </p:nvSpPr>
        <p:spPr>
          <a:xfrm>
            <a:off x="1061668" y="1320066"/>
            <a:ext cx="225553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AEAE1CD-D376-4033-9338-D630AE9020BF}"/>
              </a:ext>
            </a:extLst>
          </p:cNvPr>
          <p:cNvCxnSpPr>
            <a:cxnSpLocks/>
          </p:cNvCxnSpPr>
          <p:nvPr/>
        </p:nvCxnSpPr>
        <p:spPr>
          <a:xfrm flipH="1">
            <a:off x="1271119" y="1734495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5" name="图形 34">
            <a:extLst>
              <a:ext uri="{FF2B5EF4-FFF2-40B4-BE49-F238E27FC236}">
                <a16:creationId xmlns:a16="http://schemas.microsoft.com/office/drawing/2014/main" id="{F760C09A-121B-4285-B269-8B90CBC9E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12602" y="1964639"/>
            <a:ext cx="460789" cy="460789"/>
          </a:xfrm>
          <a:prstGeom prst="rect">
            <a:avLst/>
          </a:prstGeom>
        </p:spPr>
      </p:pic>
      <p:pic>
        <p:nvPicPr>
          <p:cNvPr id="37" name="图形 36">
            <a:extLst>
              <a:ext uri="{FF2B5EF4-FFF2-40B4-BE49-F238E27FC236}">
                <a16:creationId xmlns:a16="http://schemas.microsoft.com/office/drawing/2014/main" id="{3C447732-E3A7-45BE-8360-3C8C47B47B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25434" y="1946961"/>
            <a:ext cx="430225" cy="430225"/>
          </a:xfrm>
          <a:prstGeom prst="rect">
            <a:avLst/>
          </a:prstGeom>
        </p:spPr>
      </p:pic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E74EEAF1-1C85-4EB1-A1E7-9AE69E2130A5}"/>
              </a:ext>
            </a:extLst>
          </p:cNvPr>
          <p:cNvCxnSpPr>
            <a:cxnSpLocks/>
          </p:cNvCxnSpPr>
          <p:nvPr/>
        </p:nvCxnSpPr>
        <p:spPr>
          <a:xfrm>
            <a:off x="1461614" y="1734503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820C8EA6-E672-43DA-9DF4-8FCE486CC15C}"/>
              </a:ext>
            </a:extLst>
          </p:cNvPr>
          <p:cNvCxnSpPr>
            <a:cxnSpLocks/>
          </p:cNvCxnSpPr>
          <p:nvPr/>
        </p:nvCxnSpPr>
        <p:spPr>
          <a:xfrm>
            <a:off x="1461624" y="1734494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BBCAE7B8-9994-422C-93C8-855B74E23687}"/>
              </a:ext>
            </a:extLst>
          </p:cNvPr>
          <p:cNvCxnSpPr>
            <a:cxnSpLocks/>
          </p:cNvCxnSpPr>
          <p:nvPr/>
        </p:nvCxnSpPr>
        <p:spPr>
          <a:xfrm flipH="1">
            <a:off x="1680885" y="1746446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6CD905E2-B23A-47EC-AAB4-5055F7B97536}"/>
              </a:ext>
            </a:extLst>
          </p:cNvPr>
          <p:cNvCxnSpPr>
            <a:cxnSpLocks/>
          </p:cNvCxnSpPr>
          <p:nvPr/>
        </p:nvCxnSpPr>
        <p:spPr>
          <a:xfrm>
            <a:off x="2106188" y="1746448"/>
            <a:ext cx="50995" cy="32325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CF064BC0-8237-46A9-90AC-72B987A60F46}"/>
              </a:ext>
            </a:extLst>
          </p:cNvPr>
          <p:cNvCxnSpPr>
            <a:cxnSpLocks/>
          </p:cNvCxnSpPr>
          <p:nvPr/>
        </p:nvCxnSpPr>
        <p:spPr>
          <a:xfrm>
            <a:off x="2094854" y="1749088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5523C7EC-53EA-43B7-8C05-0C9BA3094FD8}"/>
              </a:ext>
            </a:extLst>
          </p:cNvPr>
          <p:cNvCxnSpPr>
            <a:cxnSpLocks/>
          </p:cNvCxnSpPr>
          <p:nvPr/>
        </p:nvCxnSpPr>
        <p:spPr>
          <a:xfrm>
            <a:off x="2106175" y="1746448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04606B81-8292-4757-9E27-E71182ED8723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2744573" y="1725788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9389E03D-7D89-46C6-AA48-258803895866}"/>
              </a:ext>
            </a:extLst>
          </p:cNvPr>
          <p:cNvSpPr/>
          <p:nvPr/>
        </p:nvSpPr>
        <p:spPr>
          <a:xfrm>
            <a:off x="1084591" y="2501790"/>
            <a:ext cx="224621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2" name="图形 131">
            <a:extLst>
              <a:ext uri="{FF2B5EF4-FFF2-40B4-BE49-F238E27FC236}">
                <a16:creationId xmlns:a16="http://schemas.microsoft.com/office/drawing/2014/main" id="{FA34C8D3-5B73-445F-B75A-9BA02DED50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17718" y="3140823"/>
            <a:ext cx="460789" cy="460789"/>
          </a:xfrm>
          <a:prstGeom prst="rect">
            <a:avLst/>
          </a:prstGeom>
        </p:spPr>
      </p:pic>
      <p:pic>
        <p:nvPicPr>
          <p:cNvPr id="133" name="图形 132">
            <a:extLst>
              <a:ext uri="{FF2B5EF4-FFF2-40B4-BE49-F238E27FC236}">
                <a16:creationId xmlns:a16="http://schemas.microsoft.com/office/drawing/2014/main" id="{E3DC4A0F-078A-4885-ABDF-B2CDF51DA8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50503" y="3144380"/>
            <a:ext cx="430225" cy="430225"/>
          </a:xfrm>
          <a:prstGeom prst="rect">
            <a:avLst/>
          </a:prstGeom>
        </p:spPr>
      </p:pic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EB100EE4-E01B-485B-9E21-3AAAE86FD71F}"/>
              </a:ext>
            </a:extLst>
          </p:cNvPr>
          <p:cNvCxnSpPr>
            <a:cxnSpLocks/>
          </p:cNvCxnSpPr>
          <p:nvPr/>
        </p:nvCxnSpPr>
        <p:spPr>
          <a:xfrm flipH="1">
            <a:off x="1290371" y="2917578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3103E26E-BC60-4A44-89BF-E13E34D2B7D0}"/>
              </a:ext>
            </a:extLst>
          </p:cNvPr>
          <p:cNvCxnSpPr>
            <a:cxnSpLocks/>
          </p:cNvCxnSpPr>
          <p:nvPr/>
        </p:nvCxnSpPr>
        <p:spPr>
          <a:xfrm>
            <a:off x="1436197" y="2931055"/>
            <a:ext cx="656553" cy="3148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5C0B4CD8-3FFD-4126-8DAE-5CE41E992D6C}"/>
              </a:ext>
            </a:extLst>
          </p:cNvPr>
          <p:cNvCxnSpPr>
            <a:cxnSpLocks/>
          </p:cNvCxnSpPr>
          <p:nvPr/>
        </p:nvCxnSpPr>
        <p:spPr>
          <a:xfrm flipH="1">
            <a:off x="2122080" y="2928173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4CC6C1FB-6D79-460E-B8FC-197FBB764DD1}"/>
              </a:ext>
            </a:extLst>
          </p:cNvPr>
          <p:cNvCxnSpPr>
            <a:cxnSpLocks/>
          </p:cNvCxnSpPr>
          <p:nvPr/>
        </p:nvCxnSpPr>
        <p:spPr>
          <a:xfrm>
            <a:off x="2137457" y="2929481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B257A424-77C0-4F4A-A4C5-C1092AE3B8A7}"/>
              </a:ext>
            </a:extLst>
          </p:cNvPr>
          <p:cNvCxnSpPr>
            <a:cxnSpLocks/>
          </p:cNvCxnSpPr>
          <p:nvPr/>
        </p:nvCxnSpPr>
        <p:spPr>
          <a:xfrm>
            <a:off x="2790363" y="2927742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28281FA2-01E3-4818-9EF0-28950D184067}"/>
              </a:ext>
            </a:extLst>
          </p:cNvPr>
          <p:cNvSpPr/>
          <p:nvPr/>
        </p:nvSpPr>
        <p:spPr>
          <a:xfrm>
            <a:off x="1082558" y="3677546"/>
            <a:ext cx="2249071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60" name="图形 159">
            <a:extLst>
              <a:ext uri="{FF2B5EF4-FFF2-40B4-BE49-F238E27FC236}">
                <a16:creationId xmlns:a16="http://schemas.microsoft.com/office/drawing/2014/main" id="{4D624479-551C-4B05-BA5F-8E088E9E2E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33491" y="4322118"/>
            <a:ext cx="460789" cy="460789"/>
          </a:xfrm>
          <a:prstGeom prst="rect">
            <a:avLst/>
          </a:prstGeom>
        </p:spPr>
      </p:pic>
      <p:pic>
        <p:nvPicPr>
          <p:cNvPr id="161" name="图形 160">
            <a:extLst>
              <a:ext uri="{FF2B5EF4-FFF2-40B4-BE49-F238E27FC236}">
                <a16:creationId xmlns:a16="http://schemas.microsoft.com/office/drawing/2014/main" id="{CDD945A8-4265-4DC4-902B-5595FF86D7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43814" y="4347248"/>
            <a:ext cx="430225" cy="430225"/>
          </a:xfrm>
          <a:prstGeom prst="rect">
            <a:avLst/>
          </a:prstGeom>
        </p:spPr>
      </p:pic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8486C726-982C-4297-B0EB-373A8C86D2B2}"/>
              </a:ext>
            </a:extLst>
          </p:cNvPr>
          <p:cNvCxnSpPr>
            <a:cxnSpLocks/>
          </p:cNvCxnSpPr>
          <p:nvPr/>
        </p:nvCxnSpPr>
        <p:spPr>
          <a:xfrm flipH="1">
            <a:off x="1288338" y="4102525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7A0F8197-A624-4C95-9290-B7899DE948D6}"/>
              </a:ext>
            </a:extLst>
          </p:cNvPr>
          <p:cNvCxnSpPr>
            <a:cxnSpLocks/>
            <a:stCxn id="460" idx="2"/>
          </p:cNvCxnSpPr>
          <p:nvPr/>
        </p:nvCxnSpPr>
        <p:spPr>
          <a:xfrm>
            <a:off x="1421835" y="4100774"/>
            <a:ext cx="286153" cy="2894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3F288698-DB17-4DC3-B01A-204917D1DBF8}"/>
              </a:ext>
            </a:extLst>
          </p:cNvPr>
          <p:cNvCxnSpPr>
            <a:cxnSpLocks/>
          </p:cNvCxnSpPr>
          <p:nvPr/>
        </p:nvCxnSpPr>
        <p:spPr>
          <a:xfrm>
            <a:off x="2127065" y="4103916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4DD3F7B7-CD52-4F35-8829-835EF4C1F24D}"/>
              </a:ext>
            </a:extLst>
          </p:cNvPr>
          <p:cNvCxnSpPr>
            <a:cxnSpLocks/>
          </p:cNvCxnSpPr>
          <p:nvPr/>
        </p:nvCxnSpPr>
        <p:spPr>
          <a:xfrm>
            <a:off x="2135424" y="4105236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4" name="矩形 413">
            <a:extLst>
              <a:ext uri="{FF2B5EF4-FFF2-40B4-BE49-F238E27FC236}">
                <a16:creationId xmlns:a16="http://schemas.microsoft.com/office/drawing/2014/main" id="{8FB6AD70-1072-451C-AF5E-538E45025AE6}"/>
              </a:ext>
            </a:extLst>
          </p:cNvPr>
          <p:cNvSpPr/>
          <p:nvPr/>
        </p:nvSpPr>
        <p:spPr>
          <a:xfrm>
            <a:off x="10066709" y="1166438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矩形 415">
            <a:extLst>
              <a:ext uri="{FF2B5EF4-FFF2-40B4-BE49-F238E27FC236}">
                <a16:creationId xmlns:a16="http://schemas.microsoft.com/office/drawing/2014/main" id="{68957DD9-3484-4080-917D-B0FB7320D2F0}"/>
              </a:ext>
            </a:extLst>
          </p:cNvPr>
          <p:cNvSpPr/>
          <p:nvPr/>
        </p:nvSpPr>
        <p:spPr>
          <a:xfrm>
            <a:off x="10197336" y="1166438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矩形 416">
            <a:extLst>
              <a:ext uri="{FF2B5EF4-FFF2-40B4-BE49-F238E27FC236}">
                <a16:creationId xmlns:a16="http://schemas.microsoft.com/office/drawing/2014/main" id="{8BAAB216-3830-4029-B69D-4EF94D937253}"/>
              </a:ext>
            </a:extLst>
          </p:cNvPr>
          <p:cNvSpPr/>
          <p:nvPr/>
        </p:nvSpPr>
        <p:spPr>
          <a:xfrm>
            <a:off x="10327230" y="1166438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矩形 417">
            <a:extLst>
              <a:ext uri="{FF2B5EF4-FFF2-40B4-BE49-F238E27FC236}">
                <a16:creationId xmlns:a16="http://schemas.microsoft.com/office/drawing/2014/main" id="{DA225CFC-FCFF-4B19-BE8D-5824486B86C7}"/>
              </a:ext>
            </a:extLst>
          </p:cNvPr>
          <p:cNvSpPr/>
          <p:nvPr/>
        </p:nvSpPr>
        <p:spPr>
          <a:xfrm>
            <a:off x="10458549" y="1165960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9" name="矩形 418">
            <a:extLst>
              <a:ext uri="{FF2B5EF4-FFF2-40B4-BE49-F238E27FC236}">
                <a16:creationId xmlns:a16="http://schemas.microsoft.com/office/drawing/2014/main" id="{3BE6FCFF-58AF-46A0-A99C-EA0103D67AED}"/>
              </a:ext>
            </a:extLst>
          </p:cNvPr>
          <p:cNvSpPr/>
          <p:nvPr/>
        </p:nvSpPr>
        <p:spPr>
          <a:xfrm>
            <a:off x="10589229" y="116643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0" name="矩形 419">
            <a:extLst>
              <a:ext uri="{FF2B5EF4-FFF2-40B4-BE49-F238E27FC236}">
                <a16:creationId xmlns:a16="http://schemas.microsoft.com/office/drawing/2014/main" id="{F077CA6D-1441-43A4-A85C-F3C31865EA08}"/>
              </a:ext>
            </a:extLst>
          </p:cNvPr>
          <p:cNvSpPr/>
          <p:nvPr/>
        </p:nvSpPr>
        <p:spPr>
          <a:xfrm>
            <a:off x="10713255" y="1165960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1" name="矩形 420">
            <a:extLst>
              <a:ext uri="{FF2B5EF4-FFF2-40B4-BE49-F238E27FC236}">
                <a16:creationId xmlns:a16="http://schemas.microsoft.com/office/drawing/2014/main" id="{AAED4636-2893-4778-8B9D-B87C19E7E5EC}"/>
              </a:ext>
            </a:extLst>
          </p:cNvPr>
          <p:cNvSpPr/>
          <p:nvPr/>
        </p:nvSpPr>
        <p:spPr>
          <a:xfrm>
            <a:off x="10843935" y="116643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2" name="矩形 421">
            <a:extLst>
              <a:ext uri="{FF2B5EF4-FFF2-40B4-BE49-F238E27FC236}">
                <a16:creationId xmlns:a16="http://schemas.microsoft.com/office/drawing/2014/main" id="{52B76E97-89D4-4AEC-B075-D75D363578B2}"/>
              </a:ext>
            </a:extLst>
          </p:cNvPr>
          <p:cNvSpPr/>
          <p:nvPr/>
        </p:nvSpPr>
        <p:spPr>
          <a:xfrm>
            <a:off x="10049779" y="1499505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矩形 422">
            <a:extLst>
              <a:ext uri="{FF2B5EF4-FFF2-40B4-BE49-F238E27FC236}">
                <a16:creationId xmlns:a16="http://schemas.microsoft.com/office/drawing/2014/main" id="{F2C0138E-4F75-4A5C-A12B-2FA38BE156D7}"/>
              </a:ext>
            </a:extLst>
          </p:cNvPr>
          <p:cNvSpPr/>
          <p:nvPr/>
        </p:nvSpPr>
        <p:spPr>
          <a:xfrm>
            <a:off x="10180406" y="1499505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4" name="矩形 423">
            <a:extLst>
              <a:ext uri="{FF2B5EF4-FFF2-40B4-BE49-F238E27FC236}">
                <a16:creationId xmlns:a16="http://schemas.microsoft.com/office/drawing/2014/main" id="{BEC4FCBB-BDC8-4E11-BFCA-AA7F6FC7931E}"/>
              </a:ext>
            </a:extLst>
          </p:cNvPr>
          <p:cNvSpPr/>
          <p:nvPr/>
        </p:nvSpPr>
        <p:spPr>
          <a:xfrm>
            <a:off x="10310300" y="1499505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5" name="矩形 424">
            <a:extLst>
              <a:ext uri="{FF2B5EF4-FFF2-40B4-BE49-F238E27FC236}">
                <a16:creationId xmlns:a16="http://schemas.microsoft.com/office/drawing/2014/main" id="{1A14E502-C8D7-4A92-85D3-D60D23F2DC7F}"/>
              </a:ext>
            </a:extLst>
          </p:cNvPr>
          <p:cNvSpPr/>
          <p:nvPr/>
        </p:nvSpPr>
        <p:spPr>
          <a:xfrm>
            <a:off x="10441619" y="1499026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6" name="矩形 425">
            <a:extLst>
              <a:ext uri="{FF2B5EF4-FFF2-40B4-BE49-F238E27FC236}">
                <a16:creationId xmlns:a16="http://schemas.microsoft.com/office/drawing/2014/main" id="{CBFC618E-DA6E-4085-9733-5DCD854B8D97}"/>
              </a:ext>
            </a:extLst>
          </p:cNvPr>
          <p:cNvSpPr/>
          <p:nvPr/>
        </p:nvSpPr>
        <p:spPr>
          <a:xfrm>
            <a:off x="10572299" y="1499504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矩形 426">
            <a:extLst>
              <a:ext uri="{FF2B5EF4-FFF2-40B4-BE49-F238E27FC236}">
                <a16:creationId xmlns:a16="http://schemas.microsoft.com/office/drawing/2014/main" id="{A6B074D0-9AEC-4DA2-8E72-3331FD441C1B}"/>
              </a:ext>
            </a:extLst>
          </p:cNvPr>
          <p:cNvSpPr/>
          <p:nvPr/>
        </p:nvSpPr>
        <p:spPr>
          <a:xfrm>
            <a:off x="10696325" y="1499026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8" name="矩形 427">
            <a:extLst>
              <a:ext uri="{FF2B5EF4-FFF2-40B4-BE49-F238E27FC236}">
                <a16:creationId xmlns:a16="http://schemas.microsoft.com/office/drawing/2014/main" id="{C175F03B-9D00-4FFD-9ED5-6A6C4C85284B}"/>
              </a:ext>
            </a:extLst>
          </p:cNvPr>
          <p:cNvSpPr/>
          <p:nvPr/>
        </p:nvSpPr>
        <p:spPr>
          <a:xfrm>
            <a:off x="10827005" y="1499504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矩形 435">
            <a:extLst>
              <a:ext uri="{FF2B5EF4-FFF2-40B4-BE49-F238E27FC236}">
                <a16:creationId xmlns:a16="http://schemas.microsoft.com/office/drawing/2014/main" id="{D3F77582-9AAA-44B3-873A-E6E888B77E7E}"/>
              </a:ext>
            </a:extLst>
          </p:cNvPr>
          <p:cNvSpPr/>
          <p:nvPr/>
        </p:nvSpPr>
        <p:spPr>
          <a:xfrm>
            <a:off x="10047259" y="2173241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矩形 436">
            <a:extLst>
              <a:ext uri="{FF2B5EF4-FFF2-40B4-BE49-F238E27FC236}">
                <a16:creationId xmlns:a16="http://schemas.microsoft.com/office/drawing/2014/main" id="{0C47A99A-F658-46FE-8C40-42E9C5BC5AD6}"/>
              </a:ext>
            </a:extLst>
          </p:cNvPr>
          <p:cNvSpPr/>
          <p:nvPr/>
        </p:nvSpPr>
        <p:spPr>
          <a:xfrm>
            <a:off x="10177887" y="2173241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矩形 437">
            <a:extLst>
              <a:ext uri="{FF2B5EF4-FFF2-40B4-BE49-F238E27FC236}">
                <a16:creationId xmlns:a16="http://schemas.microsoft.com/office/drawing/2014/main" id="{5A99C2D9-A8A1-41EB-89F0-CE0E61DC04E7}"/>
              </a:ext>
            </a:extLst>
          </p:cNvPr>
          <p:cNvSpPr/>
          <p:nvPr/>
        </p:nvSpPr>
        <p:spPr>
          <a:xfrm>
            <a:off x="10307779" y="2173241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矩形 438">
            <a:extLst>
              <a:ext uri="{FF2B5EF4-FFF2-40B4-BE49-F238E27FC236}">
                <a16:creationId xmlns:a16="http://schemas.microsoft.com/office/drawing/2014/main" id="{075C0AD1-AFDA-4D7B-A992-D9F841A75339}"/>
              </a:ext>
            </a:extLst>
          </p:cNvPr>
          <p:cNvSpPr/>
          <p:nvPr/>
        </p:nvSpPr>
        <p:spPr>
          <a:xfrm>
            <a:off x="10439099" y="2172762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0" name="矩形 439">
            <a:extLst>
              <a:ext uri="{FF2B5EF4-FFF2-40B4-BE49-F238E27FC236}">
                <a16:creationId xmlns:a16="http://schemas.microsoft.com/office/drawing/2014/main" id="{5D997212-8D45-4854-B488-266480D5EFF8}"/>
              </a:ext>
            </a:extLst>
          </p:cNvPr>
          <p:cNvSpPr/>
          <p:nvPr/>
        </p:nvSpPr>
        <p:spPr>
          <a:xfrm>
            <a:off x="10569779" y="2173240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矩形 440">
            <a:extLst>
              <a:ext uri="{FF2B5EF4-FFF2-40B4-BE49-F238E27FC236}">
                <a16:creationId xmlns:a16="http://schemas.microsoft.com/office/drawing/2014/main" id="{43941B9B-A68D-494B-9C1E-DD41F296CD45}"/>
              </a:ext>
            </a:extLst>
          </p:cNvPr>
          <p:cNvSpPr/>
          <p:nvPr/>
        </p:nvSpPr>
        <p:spPr>
          <a:xfrm>
            <a:off x="10693806" y="2172762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2" name="矩形 441">
            <a:extLst>
              <a:ext uri="{FF2B5EF4-FFF2-40B4-BE49-F238E27FC236}">
                <a16:creationId xmlns:a16="http://schemas.microsoft.com/office/drawing/2014/main" id="{19AEBF51-3857-4A9E-B2CF-25929761C307}"/>
              </a:ext>
            </a:extLst>
          </p:cNvPr>
          <p:cNvSpPr/>
          <p:nvPr/>
        </p:nvSpPr>
        <p:spPr>
          <a:xfrm>
            <a:off x="10824486" y="2173240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3" name="矩形 442">
            <a:extLst>
              <a:ext uri="{FF2B5EF4-FFF2-40B4-BE49-F238E27FC236}">
                <a16:creationId xmlns:a16="http://schemas.microsoft.com/office/drawing/2014/main" id="{36FA1BA7-CAA0-467B-B8EC-3069627A7CD5}"/>
              </a:ext>
            </a:extLst>
          </p:cNvPr>
          <p:cNvSpPr/>
          <p:nvPr/>
        </p:nvSpPr>
        <p:spPr>
          <a:xfrm>
            <a:off x="10049831" y="2485565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4" name="矩形 443">
            <a:extLst>
              <a:ext uri="{FF2B5EF4-FFF2-40B4-BE49-F238E27FC236}">
                <a16:creationId xmlns:a16="http://schemas.microsoft.com/office/drawing/2014/main" id="{1B6DCCE8-4214-4865-AB80-152E079215C2}"/>
              </a:ext>
            </a:extLst>
          </p:cNvPr>
          <p:cNvSpPr/>
          <p:nvPr/>
        </p:nvSpPr>
        <p:spPr>
          <a:xfrm>
            <a:off x="10180459" y="2485565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5" name="矩形 444">
            <a:extLst>
              <a:ext uri="{FF2B5EF4-FFF2-40B4-BE49-F238E27FC236}">
                <a16:creationId xmlns:a16="http://schemas.microsoft.com/office/drawing/2014/main" id="{D79D5AE0-81B6-4BFC-A9B0-7F843228A8BE}"/>
              </a:ext>
            </a:extLst>
          </p:cNvPr>
          <p:cNvSpPr/>
          <p:nvPr/>
        </p:nvSpPr>
        <p:spPr>
          <a:xfrm>
            <a:off x="10310352" y="2485565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6" name="矩形 445">
            <a:extLst>
              <a:ext uri="{FF2B5EF4-FFF2-40B4-BE49-F238E27FC236}">
                <a16:creationId xmlns:a16="http://schemas.microsoft.com/office/drawing/2014/main" id="{E3465A5B-FE15-440A-B95C-2C64BF0E6616}"/>
              </a:ext>
            </a:extLst>
          </p:cNvPr>
          <p:cNvSpPr/>
          <p:nvPr/>
        </p:nvSpPr>
        <p:spPr>
          <a:xfrm>
            <a:off x="10441670" y="2485088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7" name="矩形 446">
            <a:extLst>
              <a:ext uri="{FF2B5EF4-FFF2-40B4-BE49-F238E27FC236}">
                <a16:creationId xmlns:a16="http://schemas.microsoft.com/office/drawing/2014/main" id="{ED5FF1BA-3739-42F7-922D-5A43584FF8F5}"/>
              </a:ext>
            </a:extLst>
          </p:cNvPr>
          <p:cNvSpPr/>
          <p:nvPr/>
        </p:nvSpPr>
        <p:spPr>
          <a:xfrm>
            <a:off x="10572350" y="2485564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8" name="矩形 447">
            <a:extLst>
              <a:ext uri="{FF2B5EF4-FFF2-40B4-BE49-F238E27FC236}">
                <a16:creationId xmlns:a16="http://schemas.microsoft.com/office/drawing/2014/main" id="{B2537A9E-CC4E-44CE-8207-7A8AA3AE08E7}"/>
              </a:ext>
            </a:extLst>
          </p:cNvPr>
          <p:cNvSpPr/>
          <p:nvPr/>
        </p:nvSpPr>
        <p:spPr>
          <a:xfrm>
            <a:off x="10696377" y="2485088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9" name="矩形 448">
            <a:extLst>
              <a:ext uri="{FF2B5EF4-FFF2-40B4-BE49-F238E27FC236}">
                <a16:creationId xmlns:a16="http://schemas.microsoft.com/office/drawing/2014/main" id="{5DAF355E-6EA9-42A0-889E-1C45BDD0F3E1}"/>
              </a:ext>
            </a:extLst>
          </p:cNvPr>
          <p:cNvSpPr/>
          <p:nvPr/>
        </p:nvSpPr>
        <p:spPr>
          <a:xfrm>
            <a:off x="10827057" y="2485564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矩形 467">
            <a:extLst>
              <a:ext uri="{FF2B5EF4-FFF2-40B4-BE49-F238E27FC236}">
                <a16:creationId xmlns:a16="http://schemas.microsoft.com/office/drawing/2014/main" id="{7AB5272B-F621-49DE-9C4F-D314641C7BE2}"/>
              </a:ext>
            </a:extLst>
          </p:cNvPr>
          <p:cNvSpPr/>
          <p:nvPr/>
        </p:nvSpPr>
        <p:spPr>
          <a:xfrm>
            <a:off x="10047480" y="1832527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矩形 468">
            <a:extLst>
              <a:ext uri="{FF2B5EF4-FFF2-40B4-BE49-F238E27FC236}">
                <a16:creationId xmlns:a16="http://schemas.microsoft.com/office/drawing/2014/main" id="{2AB73490-07F5-4C78-A6F0-B49C45F29A63}"/>
              </a:ext>
            </a:extLst>
          </p:cNvPr>
          <p:cNvSpPr/>
          <p:nvPr/>
        </p:nvSpPr>
        <p:spPr>
          <a:xfrm>
            <a:off x="10178108" y="1832527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矩形 469">
            <a:extLst>
              <a:ext uri="{FF2B5EF4-FFF2-40B4-BE49-F238E27FC236}">
                <a16:creationId xmlns:a16="http://schemas.microsoft.com/office/drawing/2014/main" id="{4F4EC9B4-5B55-431F-9678-D3EA190244E5}"/>
              </a:ext>
            </a:extLst>
          </p:cNvPr>
          <p:cNvSpPr/>
          <p:nvPr/>
        </p:nvSpPr>
        <p:spPr>
          <a:xfrm>
            <a:off x="10308001" y="1832527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1" name="矩形 470">
            <a:extLst>
              <a:ext uri="{FF2B5EF4-FFF2-40B4-BE49-F238E27FC236}">
                <a16:creationId xmlns:a16="http://schemas.microsoft.com/office/drawing/2014/main" id="{C8E53741-381F-4D35-A98B-FC3AA1CCC0EF}"/>
              </a:ext>
            </a:extLst>
          </p:cNvPr>
          <p:cNvSpPr/>
          <p:nvPr/>
        </p:nvSpPr>
        <p:spPr>
          <a:xfrm>
            <a:off x="10439320" y="1832047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2" name="矩形 471">
            <a:extLst>
              <a:ext uri="{FF2B5EF4-FFF2-40B4-BE49-F238E27FC236}">
                <a16:creationId xmlns:a16="http://schemas.microsoft.com/office/drawing/2014/main" id="{AE908896-A01B-42D8-AAF3-CBE369E0579C}"/>
              </a:ext>
            </a:extLst>
          </p:cNvPr>
          <p:cNvSpPr/>
          <p:nvPr/>
        </p:nvSpPr>
        <p:spPr>
          <a:xfrm>
            <a:off x="10570000" y="1832526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矩形 472">
            <a:extLst>
              <a:ext uri="{FF2B5EF4-FFF2-40B4-BE49-F238E27FC236}">
                <a16:creationId xmlns:a16="http://schemas.microsoft.com/office/drawing/2014/main" id="{DCD37ACC-C7F0-4D20-B605-F4BD798043D0}"/>
              </a:ext>
            </a:extLst>
          </p:cNvPr>
          <p:cNvSpPr/>
          <p:nvPr/>
        </p:nvSpPr>
        <p:spPr>
          <a:xfrm>
            <a:off x="10694028" y="1832047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4" name="矩形 473">
            <a:extLst>
              <a:ext uri="{FF2B5EF4-FFF2-40B4-BE49-F238E27FC236}">
                <a16:creationId xmlns:a16="http://schemas.microsoft.com/office/drawing/2014/main" id="{781D31B4-3881-4BCC-970D-2D5A637A4B4E}"/>
              </a:ext>
            </a:extLst>
          </p:cNvPr>
          <p:cNvSpPr/>
          <p:nvPr/>
        </p:nvSpPr>
        <p:spPr>
          <a:xfrm>
            <a:off x="10824708" y="1832526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6" name="矩形: 圆角 485">
            <a:extLst>
              <a:ext uri="{FF2B5EF4-FFF2-40B4-BE49-F238E27FC236}">
                <a16:creationId xmlns:a16="http://schemas.microsoft.com/office/drawing/2014/main" id="{0939674C-67ED-4AD4-AD97-41A084DF0D35}"/>
              </a:ext>
            </a:extLst>
          </p:cNvPr>
          <p:cNvSpPr/>
          <p:nvPr/>
        </p:nvSpPr>
        <p:spPr>
          <a:xfrm>
            <a:off x="1070820" y="5028246"/>
            <a:ext cx="2240191" cy="602421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1" name="矩形: 圆角 490">
            <a:extLst>
              <a:ext uri="{FF2B5EF4-FFF2-40B4-BE49-F238E27FC236}">
                <a16:creationId xmlns:a16="http://schemas.microsoft.com/office/drawing/2014/main" id="{7B39D8A6-FCFD-44FB-AFD8-3F1933394205}"/>
              </a:ext>
            </a:extLst>
          </p:cNvPr>
          <p:cNvSpPr/>
          <p:nvPr/>
        </p:nvSpPr>
        <p:spPr>
          <a:xfrm>
            <a:off x="1070820" y="5724553"/>
            <a:ext cx="2240191" cy="599218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92" name="直接连接符 491">
            <a:extLst>
              <a:ext uri="{FF2B5EF4-FFF2-40B4-BE49-F238E27FC236}">
                <a16:creationId xmlns:a16="http://schemas.microsoft.com/office/drawing/2014/main" id="{83BC85F0-1C57-4B43-8681-D382307AE1DB}"/>
              </a:ext>
            </a:extLst>
          </p:cNvPr>
          <p:cNvCxnSpPr>
            <a:cxnSpLocks/>
          </p:cNvCxnSpPr>
          <p:nvPr/>
        </p:nvCxnSpPr>
        <p:spPr>
          <a:xfrm>
            <a:off x="1604897" y="5321256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97" name="图形 496">
            <a:extLst>
              <a:ext uri="{FF2B5EF4-FFF2-40B4-BE49-F238E27FC236}">
                <a16:creationId xmlns:a16="http://schemas.microsoft.com/office/drawing/2014/main" id="{A7D3C54A-051D-4D5A-B638-EEB77C1E52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06463" y="5785482"/>
            <a:ext cx="460789" cy="460789"/>
          </a:xfrm>
          <a:prstGeom prst="rect">
            <a:avLst/>
          </a:prstGeom>
        </p:spPr>
      </p:pic>
      <p:pic>
        <p:nvPicPr>
          <p:cNvPr id="498" name="图形 497">
            <a:extLst>
              <a:ext uri="{FF2B5EF4-FFF2-40B4-BE49-F238E27FC236}">
                <a16:creationId xmlns:a16="http://schemas.microsoft.com/office/drawing/2014/main" id="{C0A2A38E-01F1-492C-9C5A-D6E373B0EE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17271" y="5828491"/>
            <a:ext cx="430225" cy="430225"/>
          </a:xfrm>
          <a:prstGeom prst="rect">
            <a:avLst/>
          </a:prstGeom>
        </p:spPr>
      </p:pic>
      <p:cxnSp>
        <p:nvCxnSpPr>
          <p:cNvPr id="500" name="直接连接符 499">
            <a:extLst>
              <a:ext uri="{FF2B5EF4-FFF2-40B4-BE49-F238E27FC236}">
                <a16:creationId xmlns:a16="http://schemas.microsoft.com/office/drawing/2014/main" id="{4FE94DBA-D1BD-4945-9065-7D527B879299}"/>
              </a:ext>
            </a:extLst>
          </p:cNvPr>
          <p:cNvCxnSpPr>
            <a:cxnSpLocks/>
          </p:cNvCxnSpPr>
          <p:nvPr/>
        </p:nvCxnSpPr>
        <p:spPr>
          <a:xfrm>
            <a:off x="1364240" y="6037159"/>
            <a:ext cx="158775" cy="1287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6" name="直接连接符 505">
            <a:extLst>
              <a:ext uri="{FF2B5EF4-FFF2-40B4-BE49-F238E27FC236}">
                <a16:creationId xmlns:a16="http://schemas.microsoft.com/office/drawing/2014/main" id="{35D6EE82-74FD-47E9-8E73-D7122276AADB}"/>
              </a:ext>
            </a:extLst>
          </p:cNvPr>
          <p:cNvCxnSpPr>
            <a:cxnSpLocks/>
          </p:cNvCxnSpPr>
          <p:nvPr/>
        </p:nvCxnSpPr>
        <p:spPr>
          <a:xfrm>
            <a:off x="1804953" y="6038435"/>
            <a:ext cx="189930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8" name="直接连接符 507">
            <a:extLst>
              <a:ext uri="{FF2B5EF4-FFF2-40B4-BE49-F238E27FC236}">
                <a16:creationId xmlns:a16="http://schemas.microsoft.com/office/drawing/2014/main" id="{B906FCBA-EA4C-4E4E-A33D-81B88FE18118}"/>
              </a:ext>
            </a:extLst>
          </p:cNvPr>
          <p:cNvCxnSpPr>
            <a:cxnSpLocks/>
          </p:cNvCxnSpPr>
          <p:nvPr/>
        </p:nvCxnSpPr>
        <p:spPr>
          <a:xfrm>
            <a:off x="2633136" y="6044671"/>
            <a:ext cx="211713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05" name="文本框 1004">
                <a:extLst>
                  <a:ext uri="{FF2B5EF4-FFF2-40B4-BE49-F238E27FC236}">
                    <a16:creationId xmlns:a16="http://schemas.microsoft.com/office/drawing/2014/main" id="{8548D54B-E5B8-4312-A13F-4BEDE89DF7D4}"/>
                  </a:ext>
                </a:extLst>
              </p:cNvPr>
              <p:cNvSpPr txBox="1"/>
              <p:nvPr/>
            </p:nvSpPr>
            <p:spPr>
              <a:xfrm>
                <a:off x="10134462" y="1279159"/>
                <a:ext cx="171318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10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User Embedding</a:t>
                </a:r>
                <a:endParaRPr lang="zh-CN" altLang="en-US" sz="1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05" name="文本框 1004">
                <a:extLst>
                  <a:ext uri="{FF2B5EF4-FFF2-40B4-BE49-F238E27FC236}">
                    <a16:creationId xmlns:a16="http://schemas.microsoft.com/office/drawing/2014/main" id="{8548D54B-E5B8-4312-A13F-4BEDE89DF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4462" y="1279159"/>
                <a:ext cx="1713181" cy="246221"/>
              </a:xfrm>
              <a:prstGeom prst="rect">
                <a:avLst/>
              </a:prstGeom>
              <a:blipFill>
                <a:blip r:embed="rId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6" name="文本框 1005">
                <a:extLst>
                  <a:ext uri="{FF2B5EF4-FFF2-40B4-BE49-F238E27FC236}">
                    <a16:creationId xmlns:a16="http://schemas.microsoft.com/office/drawing/2014/main" id="{B778D696-7772-43B0-92AA-134D2366AA30}"/>
                  </a:ext>
                </a:extLst>
              </p:cNvPr>
              <p:cNvSpPr txBox="1"/>
              <p:nvPr/>
            </p:nvSpPr>
            <p:spPr>
              <a:xfrm>
                <a:off x="10243202" y="1605006"/>
                <a:ext cx="14707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10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Item Embedding</a:t>
                </a:r>
                <a:endParaRPr lang="zh-CN" altLang="en-US" sz="1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06" name="文本框 1005">
                <a:extLst>
                  <a:ext uri="{FF2B5EF4-FFF2-40B4-BE49-F238E27FC236}">
                    <a16:creationId xmlns:a16="http://schemas.microsoft.com/office/drawing/2014/main" id="{B778D696-7772-43B0-92AA-134D2366A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3202" y="1605006"/>
                <a:ext cx="1470712" cy="246221"/>
              </a:xfrm>
              <a:prstGeom prst="rect">
                <a:avLst/>
              </a:prstGeom>
              <a:blipFill>
                <a:blip r:embed="rId8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7" name="文本框 1006">
                <a:extLst>
                  <a:ext uri="{FF2B5EF4-FFF2-40B4-BE49-F238E27FC236}">
                    <a16:creationId xmlns:a16="http://schemas.microsoft.com/office/drawing/2014/main" id="{80B8B71C-E02E-4ABE-A730-8C00CCC319A7}"/>
                  </a:ext>
                </a:extLst>
              </p:cNvPr>
              <p:cNvSpPr txBox="1"/>
              <p:nvPr/>
            </p:nvSpPr>
            <p:spPr>
              <a:xfrm>
                <a:off x="10274636" y="1936711"/>
                <a:ext cx="1779021" cy="260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altLang="zh-CN" sz="10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 Behavior Embedding</a:t>
                </a:r>
                <a:endParaRPr lang="zh-CN" altLang="en-US" sz="1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07" name="文本框 1006">
                <a:extLst>
                  <a:ext uri="{FF2B5EF4-FFF2-40B4-BE49-F238E27FC236}">
                    <a16:creationId xmlns:a16="http://schemas.microsoft.com/office/drawing/2014/main" id="{80B8B71C-E02E-4ABE-A730-8C00CCC31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4636" y="1936711"/>
                <a:ext cx="1779021" cy="260008"/>
              </a:xfrm>
              <a:prstGeom prst="rect">
                <a:avLst/>
              </a:prstGeom>
              <a:blipFill>
                <a:blip r:embed="rId9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8" name="文本框 1007">
                <a:extLst>
                  <a:ext uri="{FF2B5EF4-FFF2-40B4-BE49-F238E27FC236}">
                    <a16:creationId xmlns:a16="http://schemas.microsoft.com/office/drawing/2014/main" id="{270BF995-FDF7-40D6-918D-B1248F54226A}"/>
                  </a:ext>
                </a:extLst>
              </p:cNvPr>
              <p:cNvSpPr txBox="1"/>
              <p:nvPr/>
            </p:nvSpPr>
            <p:spPr>
              <a:xfrm>
                <a:off x="10254057" y="2270999"/>
                <a:ext cx="185008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altLang="zh-CN" sz="10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 Behavior Embedding</a:t>
                </a:r>
                <a:endPara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008" name="文本框 1007">
                <a:extLst>
                  <a:ext uri="{FF2B5EF4-FFF2-40B4-BE49-F238E27FC236}">
                    <a16:creationId xmlns:a16="http://schemas.microsoft.com/office/drawing/2014/main" id="{270BF995-FDF7-40D6-918D-B1248F542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4057" y="2270999"/>
                <a:ext cx="1850086" cy="246221"/>
              </a:xfrm>
              <a:prstGeom prst="rect">
                <a:avLst/>
              </a:prstGeom>
              <a:blipFill>
                <a:blip r:embed="rId10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0" name="矩形 1019">
            <a:extLst>
              <a:ext uri="{FF2B5EF4-FFF2-40B4-BE49-F238E27FC236}">
                <a16:creationId xmlns:a16="http://schemas.microsoft.com/office/drawing/2014/main" id="{192C45A1-658F-459D-9DE6-4A519AE891E5}"/>
              </a:ext>
            </a:extLst>
          </p:cNvPr>
          <p:cNvSpPr/>
          <p:nvPr/>
        </p:nvSpPr>
        <p:spPr>
          <a:xfrm>
            <a:off x="12309835" y="1741919"/>
            <a:ext cx="777465" cy="2658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zh-CN" altLang="en-US" sz="1599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2" name="文本框 1021">
                <a:extLst>
                  <a:ext uri="{FF2B5EF4-FFF2-40B4-BE49-F238E27FC236}">
                    <a16:creationId xmlns:a16="http://schemas.microsoft.com/office/drawing/2014/main" id="{AB01BDFB-8911-40CC-95F8-111C6AABBB60}"/>
                  </a:ext>
                </a:extLst>
              </p:cNvPr>
              <p:cNvSpPr txBox="1"/>
              <p:nvPr/>
            </p:nvSpPr>
            <p:spPr>
              <a:xfrm>
                <a:off x="2922153" y="1280236"/>
                <a:ext cx="315383" cy="299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022" name="文本框 1021">
                <a:extLst>
                  <a:ext uri="{FF2B5EF4-FFF2-40B4-BE49-F238E27FC236}">
                    <a16:creationId xmlns:a16="http://schemas.microsoft.com/office/drawing/2014/main" id="{AB01BDFB-8911-40CC-95F8-111C6AABB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2153" y="1280236"/>
                <a:ext cx="315383" cy="29931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3" name="文本框 1022">
                <a:extLst>
                  <a:ext uri="{FF2B5EF4-FFF2-40B4-BE49-F238E27FC236}">
                    <a16:creationId xmlns:a16="http://schemas.microsoft.com/office/drawing/2014/main" id="{9F8024A9-EFB2-45F5-AF15-EFEA19D86201}"/>
                  </a:ext>
                </a:extLst>
              </p:cNvPr>
              <p:cNvSpPr txBox="1"/>
              <p:nvPr/>
            </p:nvSpPr>
            <p:spPr>
              <a:xfrm>
                <a:off x="2939878" y="2498398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1023" name="文本框 1022">
                <a:extLst>
                  <a:ext uri="{FF2B5EF4-FFF2-40B4-BE49-F238E27FC236}">
                    <a16:creationId xmlns:a16="http://schemas.microsoft.com/office/drawing/2014/main" id="{9F8024A9-EFB2-45F5-AF15-EFEA19D86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878" y="2498398"/>
                <a:ext cx="315383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4" name="文本框 1023">
                <a:extLst>
                  <a:ext uri="{FF2B5EF4-FFF2-40B4-BE49-F238E27FC236}">
                    <a16:creationId xmlns:a16="http://schemas.microsoft.com/office/drawing/2014/main" id="{C528E3E2-6C36-4BC3-82B7-AAFED16D8C61}"/>
                  </a:ext>
                </a:extLst>
              </p:cNvPr>
              <p:cNvSpPr txBox="1"/>
              <p:nvPr/>
            </p:nvSpPr>
            <p:spPr>
              <a:xfrm>
                <a:off x="2964696" y="3672308"/>
                <a:ext cx="315383" cy="291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1024" name="文本框 1023">
                <a:extLst>
                  <a:ext uri="{FF2B5EF4-FFF2-40B4-BE49-F238E27FC236}">
                    <a16:creationId xmlns:a16="http://schemas.microsoft.com/office/drawing/2014/main" id="{C528E3E2-6C36-4BC3-82B7-AAFED16D8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696" y="3672308"/>
                <a:ext cx="315383" cy="29181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5" name="文本框 1024">
                <a:extLst>
                  <a:ext uri="{FF2B5EF4-FFF2-40B4-BE49-F238E27FC236}">
                    <a16:creationId xmlns:a16="http://schemas.microsoft.com/office/drawing/2014/main" id="{081BA382-1CC1-4688-BB72-B9D33707A700}"/>
                  </a:ext>
                </a:extLst>
              </p:cNvPr>
              <p:cNvSpPr txBox="1"/>
              <p:nvPr/>
            </p:nvSpPr>
            <p:spPr>
              <a:xfrm>
                <a:off x="2965270" y="5043260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</m:sSub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1025" name="文本框 1024">
                <a:extLst>
                  <a:ext uri="{FF2B5EF4-FFF2-40B4-BE49-F238E27FC236}">
                    <a16:creationId xmlns:a16="http://schemas.microsoft.com/office/drawing/2014/main" id="{081BA382-1CC1-4688-BB72-B9D33707A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270" y="5043260"/>
                <a:ext cx="315383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1" name="文本框 1040">
            <a:extLst>
              <a:ext uri="{FF2B5EF4-FFF2-40B4-BE49-F238E27FC236}">
                <a16:creationId xmlns:a16="http://schemas.microsoft.com/office/drawing/2014/main" id="{E5FB3849-8774-4259-863B-585F5AE8BD95}"/>
              </a:ext>
            </a:extLst>
          </p:cNvPr>
          <p:cNvSpPr txBox="1"/>
          <p:nvPr/>
        </p:nvSpPr>
        <p:spPr>
          <a:xfrm>
            <a:off x="9344014" y="4884330"/>
            <a:ext cx="3670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Preference-informed Intra-Behavior SSL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69" name="直接箭头连接符 1068">
            <a:extLst>
              <a:ext uri="{FF2B5EF4-FFF2-40B4-BE49-F238E27FC236}">
                <a16:creationId xmlns:a16="http://schemas.microsoft.com/office/drawing/2014/main" id="{457B663C-1E7C-4E90-BB2F-B225D6A39893}"/>
              </a:ext>
            </a:extLst>
          </p:cNvPr>
          <p:cNvCxnSpPr>
            <a:cxnSpLocks/>
          </p:cNvCxnSpPr>
          <p:nvPr/>
        </p:nvCxnSpPr>
        <p:spPr>
          <a:xfrm flipV="1">
            <a:off x="10190016" y="3856990"/>
            <a:ext cx="0" cy="1422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1" name="直接箭头连接符 1070">
            <a:extLst>
              <a:ext uri="{FF2B5EF4-FFF2-40B4-BE49-F238E27FC236}">
                <a16:creationId xmlns:a16="http://schemas.microsoft.com/office/drawing/2014/main" id="{6E961316-0A74-4D11-B28D-E4D64A5459F5}"/>
              </a:ext>
            </a:extLst>
          </p:cNvPr>
          <p:cNvCxnSpPr>
            <a:cxnSpLocks/>
          </p:cNvCxnSpPr>
          <p:nvPr/>
        </p:nvCxnSpPr>
        <p:spPr>
          <a:xfrm>
            <a:off x="10789749" y="3519871"/>
            <a:ext cx="1625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直接箭头连接符 1071">
            <a:extLst>
              <a:ext uri="{FF2B5EF4-FFF2-40B4-BE49-F238E27FC236}">
                <a16:creationId xmlns:a16="http://schemas.microsoft.com/office/drawing/2014/main" id="{195DD6B7-6280-4C84-A4CB-0C776F911CC5}"/>
              </a:ext>
            </a:extLst>
          </p:cNvPr>
          <p:cNvCxnSpPr>
            <a:cxnSpLocks/>
          </p:cNvCxnSpPr>
          <p:nvPr/>
        </p:nvCxnSpPr>
        <p:spPr>
          <a:xfrm flipH="1">
            <a:off x="11373885" y="3528735"/>
            <a:ext cx="184547" cy="153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73" name="文本框 1072">
                <a:extLst>
                  <a:ext uri="{FF2B5EF4-FFF2-40B4-BE49-F238E27FC236}">
                    <a16:creationId xmlns:a16="http://schemas.microsoft.com/office/drawing/2014/main" id="{5353F358-B223-4911-9C88-4467B90572AF}"/>
                  </a:ext>
                </a:extLst>
              </p:cNvPr>
              <p:cNvSpPr txBox="1"/>
              <p:nvPr/>
            </p:nvSpPr>
            <p:spPr>
              <a:xfrm>
                <a:off x="10788386" y="3253987"/>
                <a:ext cx="297287" cy="28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𝒊𝒏𝒕𝒆𝒓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𝒔𝒔𝒍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073" name="文本框 1072">
                <a:extLst>
                  <a:ext uri="{FF2B5EF4-FFF2-40B4-BE49-F238E27FC236}">
                    <a16:creationId xmlns:a16="http://schemas.microsoft.com/office/drawing/2014/main" id="{5353F358-B223-4911-9C88-4467B9057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8386" y="3253987"/>
                <a:ext cx="297287" cy="283219"/>
              </a:xfrm>
              <a:prstGeom prst="rect">
                <a:avLst/>
              </a:prstGeom>
              <a:blipFill>
                <a:blip r:embed="rId15"/>
                <a:stretch>
                  <a:fillRect r="-1367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4" name="矩形: 圆角 1073">
            <a:extLst>
              <a:ext uri="{FF2B5EF4-FFF2-40B4-BE49-F238E27FC236}">
                <a16:creationId xmlns:a16="http://schemas.microsoft.com/office/drawing/2014/main" id="{2F4E860D-85D0-47DA-8166-9AC1BF733821}"/>
              </a:ext>
            </a:extLst>
          </p:cNvPr>
          <p:cNvSpPr/>
          <p:nvPr/>
        </p:nvSpPr>
        <p:spPr>
          <a:xfrm>
            <a:off x="9548891" y="3143742"/>
            <a:ext cx="1246462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6" name="文本框 1145">
            <a:extLst>
              <a:ext uri="{FF2B5EF4-FFF2-40B4-BE49-F238E27FC236}">
                <a16:creationId xmlns:a16="http://schemas.microsoft.com/office/drawing/2014/main" id="{2C433692-901B-4014-99E6-71D993F43D77}"/>
              </a:ext>
            </a:extLst>
          </p:cNvPr>
          <p:cNvSpPr txBox="1"/>
          <p:nvPr/>
        </p:nvSpPr>
        <p:spPr>
          <a:xfrm>
            <a:off x="9277021" y="2834520"/>
            <a:ext cx="3746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Preference-informed Inter-Behavior SSL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" name="矩形: 圆角 1147">
            <a:extLst>
              <a:ext uri="{FF2B5EF4-FFF2-40B4-BE49-F238E27FC236}">
                <a16:creationId xmlns:a16="http://schemas.microsoft.com/office/drawing/2014/main" id="{DC571BE3-938A-4E05-AE87-C11C24270804}"/>
              </a:ext>
            </a:extLst>
          </p:cNvPr>
          <p:cNvSpPr/>
          <p:nvPr/>
        </p:nvSpPr>
        <p:spPr>
          <a:xfrm>
            <a:off x="9671203" y="5181907"/>
            <a:ext cx="3049779" cy="1597998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2" name="矩形 1151">
            <a:extLst>
              <a:ext uri="{FF2B5EF4-FFF2-40B4-BE49-F238E27FC236}">
                <a16:creationId xmlns:a16="http://schemas.microsoft.com/office/drawing/2014/main" id="{FAD3611F-0C84-4A58-AA41-B2B3A4D2510A}"/>
              </a:ext>
            </a:extLst>
          </p:cNvPr>
          <p:cNvSpPr/>
          <p:nvPr/>
        </p:nvSpPr>
        <p:spPr>
          <a:xfrm>
            <a:off x="10148527" y="529441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3" name="矩形 1152">
            <a:extLst>
              <a:ext uri="{FF2B5EF4-FFF2-40B4-BE49-F238E27FC236}">
                <a16:creationId xmlns:a16="http://schemas.microsoft.com/office/drawing/2014/main" id="{5C2CD5B0-F527-4F97-A184-E125E1BB6D6A}"/>
              </a:ext>
            </a:extLst>
          </p:cNvPr>
          <p:cNvSpPr/>
          <p:nvPr/>
        </p:nvSpPr>
        <p:spPr>
          <a:xfrm>
            <a:off x="10279155" y="529441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4" name="矩形 1153">
            <a:extLst>
              <a:ext uri="{FF2B5EF4-FFF2-40B4-BE49-F238E27FC236}">
                <a16:creationId xmlns:a16="http://schemas.microsoft.com/office/drawing/2014/main" id="{9BC69D88-BB7F-448E-B7F6-179057594B4C}"/>
              </a:ext>
            </a:extLst>
          </p:cNvPr>
          <p:cNvSpPr/>
          <p:nvPr/>
        </p:nvSpPr>
        <p:spPr>
          <a:xfrm>
            <a:off x="10409048" y="529441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5" name="矩形 1154">
            <a:extLst>
              <a:ext uri="{FF2B5EF4-FFF2-40B4-BE49-F238E27FC236}">
                <a16:creationId xmlns:a16="http://schemas.microsoft.com/office/drawing/2014/main" id="{EA88863F-4344-4CCD-AB59-46581DF0558C}"/>
              </a:ext>
            </a:extLst>
          </p:cNvPr>
          <p:cNvSpPr/>
          <p:nvPr/>
        </p:nvSpPr>
        <p:spPr>
          <a:xfrm>
            <a:off x="10540366" y="5293938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6" name="矩形 1155">
            <a:extLst>
              <a:ext uri="{FF2B5EF4-FFF2-40B4-BE49-F238E27FC236}">
                <a16:creationId xmlns:a16="http://schemas.microsoft.com/office/drawing/2014/main" id="{B9638260-C11E-41BB-91FB-3FA54FC12605}"/>
              </a:ext>
            </a:extLst>
          </p:cNvPr>
          <p:cNvSpPr/>
          <p:nvPr/>
        </p:nvSpPr>
        <p:spPr>
          <a:xfrm>
            <a:off x="10671046" y="529441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7" name="矩形 1156">
            <a:extLst>
              <a:ext uri="{FF2B5EF4-FFF2-40B4-BE49-F238E27FC236}">
                <a16:creationId xmlns:a16="http://schemas.microsoft.com/office/drawing/2014/main" id="{4DE795C5-236A-4F64-A401-CF3E1621B140}"/>
              </a:ext>
            </a:extLst>
          </p:cNvPr>
          <p:cNvSpPr/>
          <p:nvPr/>
        </p:nvSpPr>
        <p:spPr>
          <a:xfrm>
            <a:off x="10795073" y="5293938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8" name="矩形 1157">
            <a:extLst>
              <a:ext uri="{FF2B5EF4-FFF2-40B4-BE49-F238E27FC236}">
                <a16:creationId xmlns:a16="http://schemas.microsoft.com/office/drawing/2014/main" id="{F9236935-467D-4657-AEC8-76B36D6BCA29}"/>
              </a:ext>
            </a:extLst>
          </p:cNvPr>
          <p:cNvSpPr/>
          <p:nvPr/>
        </p:nvSpPr>
        <p:spPr>
          <a:xfrm>
            <a:off x="10925753" y="529441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59" name="直接连接符 1158">
            <a:extLst>
              <a:ext uri="{FF2B5EF4-FFF2-40B4-BE49-F238E27FC236}">
                <a16:creationId xmlns:a16="http://schemas.microsoft.com/office/drawing/2014/main" id="{DC7419D3-2CED-42CD-86FA-F1175A5D5442}"/>
              </a:ext>
            </a:extLst>
          </p:cNvPr>
          <p:cNvCxnSpPr>
            <a:cxnSpLocks/>
          </p:cNvCxnSpPr>
          <p:nvPr/>
        </p:nvCxnSpPr>
        <p:spPr>
          <a:xfrm>
            <a:off x="9900528" y="5567397"/>
            <a:ext cx="0" cy="141335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60" name="矩形 1159">
            <a:extLst>
              <a:ext uri="{FF2B5EF4-FFF2-40B4-BE49-F238E27FC236}">
                <a16:creationId xmlns:a16="http://schemas.microsoft.com/office/drawing/2014/main" id="{CA182D89-B21C-4BCB-AD52-38F1FE3C55AF}"/>
              </a:ext>
            </a:extLst>
          </p:cNvPr>
          <p:cNvSpPr/>
          <p:nvPr/>
        </p:nvSpPr>
        <p:spPr>
          <a:xfrm>
            <a:off x="10143993" y="578266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1" name="矩形 1160">
            <a:extLst>
              <a:ext uri="{FF2B5EF4-FFF2-40B4-BE49-F238E27FC236}">
                <a16:creationId xmlns:a16="http://schemas.microsoft.com/office/drawing/2014/main" id="{CF7FCCDB-808A-4D9E-BF87-754B53859AED}"/>
              </a:ext>
            </a:extLst>
          </p:cNvPr>
          <p:cNvSpPr/>
          <p:nvPr/>
        </p:nvSpPr>
        <p:spPr>
          <a:xfrm>
            <a:off x="10274622" y="578266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2" name="矩形 1161">
            <a:extLst>
              <a:ext uri="{FF2B5EF4-FFF2-40B4-BE49-F238E27FC236}">
                <a16:creationId xmlns:a16="http://schemas.microsoft.com/office/drawing/2014/main" id="{82EE7BF2-91AF-41CA-8B99-CBD8C8424FBB}"/>
              </a:ext>
            </a:extLst>
          </p:cNvPr>
          <p:cNvSpPr/>
          <p:nvPr/>
        </p:nvSpPr>
        <p:spPr>
          <a:xfrm>
            <a:off x="10404514" y="578266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3" name="矩形 1162">
            <a:extLst>
              <a:ext uri="{FF2B5EF4-FFF2-40B4-BE49-F238E27FC236}">
                <a16:creationId xmlns:a16="http://schemas.microsoft.com/office/drawing/2014/main" id="{6652FD29-8C8E-471A-A061-CDBE26FEEFDA}"/>
              </a:ext>
            </a:extLst>
          </p:cNvPr>
          <p:cNvSpPr/>
          <p:nvPr/>
        </p:nvSpPr>
        <p:spPr>
          <a:xfrm>
            <a:off x="10535834" y="578218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4" name="矩形 1163">
            <a:extLst>
              <a:ext uri="{FF2B5EF4-FFF2-40B4-BE49-F238E27FC236}">
                <a16:creationId xmlns:a16="http://schemas.microsoft.com/office/drawing/2014/main" id="{BFC9A6ED-E656-4538-96D6-A3334203BA59}"/>
              </a:ext>
            </a:extLst>
          </p:cNvPr>
          <p:cNvSpPr/>
          <p:nvPr/>
        </p:nvSpPr>
        <p:spPr>
          <a:xfrm>
            <a:off x="10666514" y="578266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5" name="矩形 1164">
            <a:extLst>
              <a:ext uri="{FF2B5EF4-FFF2-40B4-BE49-F238E27FC236}">
                <a16:creationId xmlns:a16="http://schemas.microsoft.com/office/drawing/2014/main" id="{7DA44BD9-212E-4497-8EA0-FC8B5C148512}"/>
              </a:ext>
            </a:extLst>
          </p:cNvPr>
          <p:cNvSpPr/>
          <p:nvPr/>
        </p:nvSpPr>
        <p:spPr>
          <a:xfrm>
            <a:off x="10790541" y="578218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6" name="矩形 1165">
            <a:extLst>
              <a:ext uri="{FF2B5EF4-FFF2-40B4-BE49-F238E27FC236}">
                <a16:creationId xmlns:a16="http://schemas.microsoft.com/office/drawing/2014/main" id="{224BD03A-AC01-423E-B6E0-BAF0A533E1E2}"/>
              </a:ext>
            </a:extLst>
          </p:cNvPr>
          <p:cNvSpPr/>
          <p:nvPr/>
        </p:nvSpPr>
        <p:spPr>
          <a:xfrm>
            <a:off x="10921221" y="578266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7" name="矩形 1166">
            <a:extLst>
              <a:ext uri="{FF2B5EF4-FFF2-40B4-BE49-F238E27FC236}">
                <a16:creationId xmlns:a16="http://schemas.microsoft.com/office/drawing/2014/main" id="{41C08433-BD3C-4680-9582-93E701E88F27}"/>
              </a:ext>
            </a:extLst>
          </p:cNvPr>
          <p:cNvSpPr/>
          <p:nvPr/>
        </p:nvSpPr>
        <p:spPr>
          <a:xfrm>
            <a:off x="10148498" y="6300888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8" name="矩形 1167">
            <a:extLst>
              <a:ext uri="{FF2B5EF4-FFF2-40B4-BE49-F238E27FC236}">
                <a16:creationId xmlns:a16="http://schemas.microsoft.com/office/drawing/2014/main" id="{026625F4-88A9-488A-81F8-1D10A64402AB}"/>
              </a:ext>
            </a:extLst>
          </p:cNvPr>
          <p:cNvSpPr/>
          <p:nvPr/>
        </p:nvSpPr>
        <p:spPr>
          <a:xfrm>
            <a:off x="10279126" y="6300888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9" name="矩形 1168">
            <a:extLst>
              <a:ext uri="{FF2B5EF4-FFF2-40B4-BE49-F238E27FC236}">
                <a16:creationId xmlns:a16="http://schemas.microsoft.com/office/drawing/2014/main" id="{AC3D8F02-6740-4A5A-AF8D-5C6DECFFF50B}"/>
              </a:ext>
            </a:extLst>
          </p:cNvPr>
          <p:cNvSpPr/>
          <p:nvPr/>
        </p:nvSpPr>
        <p:spPr>
          <a:xfrm>
            <a:off x="10409019" y="6300888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0" name="矩形 1169">
            <a:extLst>
              <a:ext uri="{FF2B5EF4-FFF2-40B4-BE49-F238E27FC236}">
                <a16:creationId xmlns:a16="http://schemas.microsoft.com/office/drawing/2014/main" id="{3C778B99-DB25-43D3-ABB6-1FEE1E072CFA}"/>
              </a:ext>
            </a:extLst>
          </p:cNvPr>
          <p:cNvSpPr/>
          <p:nvPr/>
        </p:nvSpPr>
        <p:spPr>
          <a:xfrm>
            <a:off x="10540337" y="6300409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1" name="矩形 1170">
            <a:extLst>
              <a:ext uri="{FF2B5EF4-FFF2-40B4-BE49-F238E27FC236}">
                <a16:creationId xmlns:a16="http://schemas.microsoft.com/office/drawing/2014/main" id="{B5F05F84-D575-4364-8D47-10AB13063064}"/>
              </a:ext>
            </a:extLst>
          </p:cNvPr>
          <p:cNvSpPr/>
          <p:nvPr/>
        </p:nvSpPr>
        <p:spPr>
          <a:xfrm>
            <a:off x="10671017" y="630088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5C1B5200-C753-4D40-8E71-A665602E34D3}"/>
              </a:ext>
            </a:extLst>
          </p:cNvPr>
          <p:cNvSpPr/>
          <p:nvPr/>
        </p:nvSpPr>
        <p:spPr>
          <a:xfrm>
            <a:off x="10795044" y="6300409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3" name="矩形 1172">
            <a:extLst>
              <a:ext uri="{FF2B5EF4-FFF2-40B4-BE49-F238E27FC236}">
                <a16:creationId xmlns:a16="http://schemas.microsoft.com/office/drawing/2014/main" id="{BA1CA8E9-C4DF-40C2-8468-A0FA91528A1B}"/>
              </a:ext>
            </a:extLst>
          </p:cNvPr>
          <p:cNvSpPr/>
          <p:nvPr/>
        </p:nvSpPr>
        <p:spPr>
          <a:xfrm>
            <a:off x="10925724" y="630088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6" name="文本框 1175">
            <a:extLst>
              <a:ext uri="{FF2B5EF4-FFF2-40B4-BE49-F238E27FC236}">
                <a16:creationId xmlns:a16="http://schemas.microsoft.com/office/drawing/2014/main" id="{4CF6C173-FF03-4D15-9D15-95B4B877C66B}"/>
              </a:ext>
            </a:extLst>
          </p:cNvPr>
          <p:cNvSpPr txBox="1"/>
          <p:nvPr/>
        </p:nvSpPr>
        <p:spPr>
          <a:xfrm>
            <a:off x="10544790" y="5488981"/>
            <a:ext cx="638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Pull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79" name="文本框 1178">
            <a:extLst>
              <a:ext uri="{FF2B5EF4-FFF2-40B4-BE49-F238E27FC236}">
                <a16:creationId xmlns:a16="http://schemas.microsoft.com/office/drawing/2014/main" id="{B5423BBF-D9A8-4720-9DA5-368BD6651016}"/>
              </a:ext>
            </a:extLst>
          </p:cNvPr>
          <p:cNvSpPr txBox="1"/>
          <p:nvPr/>
        </p:nvSpPr>
        <p:spPr>
          <a:xfrm>
            <a:off x="10455510" y="5991633"/>
            <a:ext cx="787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Push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84" name="矩形 1183">
            <a:extLst>
              <a:ext uri="{FF2B5EF4-FFF2-40B4-BE49-F238E27FC236}">
                <a16:creationId xmlns:a16="http://schemas.microsoft.com/office/drawing/2014/main" id="{E79E0EA2-0346-41B4-8002-359F917D9DBA}"/>
              </a:ext>
            </a:extLst>
          </p:cNvPr>
          <p:cNvSpPr/>
          <p:nvPr/>
        </p:nvSpPr>
        <p:spPr>
          <a:xfrm>
            <a:off x="11224178" y="5290950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5" name="矩形 1184">
            <a:extLst>
              <a:ext uri="{FF2B5EF4-FFF2-40B4-BE49-F238E27FC236}">
                <a16:creationId xmlns:a16="http://schemas.microsoft.com/office/drawing/2014/main" id="{1CE71AAC-4B34-4110-BF73-DE1CF467773D}"/>
              </a:ext>
            </a:extLst>
          </p:cNvPr>
          <p:cNvSpPr/>
          <p:nvPr/>
        </p:nvSpPr>
        <p:spPr>
          <a:xfrm>
            <a:off x="11354806" y="5290950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6" name="矩形 1185">
            <a:extLst>
              <a:ext uri="{FF2B5EF4-FFF2-40B4-BE49-F238E27FC236}">
                <a16:creationId xmlns:a16="http://schemas.microsoft.com/office/drawing/2014/main" id="{512A18CE-5B97-4B29-96F9-9B9341896DE0}"/>
              </a:ext>
            </a:extLst>
          </p:cNvPr>
          <p:cNvSpPr/>
          <p:nvPr/>
        </p:nvSpPr>
        <p:spPr>
          <a:xfrm>
            <a:off x="11484699" y="5290950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7" name="矩形 1186">
            <a:extLst>
              <a:ext uri="{FF2B5EF4-FFF2-40B4-BE49-F238E27FC236}">
                <a16:creationId xmlns:a16="http://schemas.microsoft.com/office/drawing/2014/main" id="{5207091A-48F4-4D93-A6E7-2D50E85FD4E3}"/>
              </a:ext>
            </a:extLst>
          </p:cNvPr>
          <p:cNvSpPr/>
          <p:nvPr/>
        </p:nvSpPr>
        <p:spPr>
          <a:xfrm>
            <a:off x="11616018" y="5290470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88" name="矩形 1187">
            <a:extLst>
              <a:ext uri="{FF2B5EF4-FFF2-40B4-BE49-F238E27FC236}">
                <a16:creationId xmlns:a16="http://schemas.microsoft.com/office/drawing/2014/main" id="{40690B6C-1200-4705-A687-BFECF64AB910}"/>
              </a:ext>
            </a:extLst>
          </p:cNvPr>
          <p:cNvSpPr/>
          <p:nvPr/>
        </p:nvSpPr>
        <p:spPr>
          <a:xfrm>
            <a:off x="11746698" y="5290949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9" name="矩形 1188">
            <a:extLst>
              <a:ext uri="{FF2B5EF4-FFF2-40B4-BE49-F238E27FC236}">
                <a16:creationId xmlns:a16="http://schemas.microsoft.com/office/drawing/2014/main" id="{5E5E4A82-18D5-46C4-83CB-05D1DBFC6E1E}"/>
              </a:ext>
            </a:extLst>
          </p:cNvPr>
          <p:cNvSpPr/>
          <p:nvPr/>
        </p:nvSpPr>
        <p:spPr>
          <a:xfrm>
            <a:off x="11866192" y="5290470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0" name="矩形 1189">
            <a:extLst>
              <a:ext uri="{FF2B5EF4-FFF2-40B4-BE49-F238E27FC236}">
                <a16:creationId xmlns:a16="http://schemas.microsoft.com/office/drawing/2014/main" id="{2AEF31EE-0459-4577-8AC7-6427BBE8528C}"/>
              </a:ext>
            </a:extLst>
          </p:cNvPr>
          <p:cNvSpPr/>
          <p:nvPr/>
        </p:nvSpPr>
        <p:spPr>
          <a:xfrm>
            <a:off x="12001405" y="5290949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1" name="矩形 1190">
            <a:extLst>
              <a:ext uri="{FF2B5EF4-FFF2-40B4-BE49-F238E27FC236}">
                <a16:creationId xmlns:a16="http://schemas.microsoft.com/office/drawing/2014/main" id="{F4DC668D-F4CC-41C5-B25E-A665780CA055}"/>
              </a:ext>
            </a:extLst>
          </p:cNvPr>
          <p:cNvSpPr/>
          <p:nvPr/>
        </p:nvSpPr>
        <p:spPr>
          <a:xfrm>
            <a:off x="11218953" y="5778173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2" name="矩形 1191">
            <a:extLst>
              <a:ext uri="{FF2B5EF4-FFF2-40B4-BE49-F238E27FC236}">
                <a16:creationId xmlns:a16="http://schemas.microsoft.com/office/drawing/2014/main" id="{E6512464-FE1C-489C-87A4-B506014B1B54}"/>
              </a:ext>
            </a:extLst>
          </p:cNvPr>
          <p:cNvSpPr/>
          <p:nvPr/>
        </p:nvSpPr>
        <p:spPr>
          <a:xfrm>
            <a:off x="11349581" y="5778173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3" name="矩形 1192">
            <a:extLst>
              <a:ext uri="{FF2B5EF4-FFF2-40B4-BE49-F238E27FC236}">
                <a16:creationId xmlns:a16="http://schemas.microsoft.com/office/drawing/2014/main" id="{4A368FB0-C464-4979-9B2C-6231ECFF547C}"/>
              </a:ext>
            </a:extLst>
          </p:cNvPr>
          <p:cNvSpPr/>
          <p:nvPr/>
        </p:nvSpPr>
        <p:spPr>
          <a:xfrm>
            <a:off x="11479475" y="5778173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4" name="矩形 1193">
            <a:extLst>
              <a:ext uri="{FF2B5EF4-FFF2-40B4-BE49-F238E27FC236}">
                <a16:creationId xmlns:a16="http://schemas.microsoft.com/office/drawing/2014/main" id="{4315F45B-104D-4B8F-9984-AAE3A4C40708}"/>
              </a:ext>
            </a:extLst>
          </p:cNvPr>
          <p:cNvSpPr/>
          <p:nvPr/>
        </p:nvSpPr>
        <p:spPr>
          <a:xfrm>
            <a:off x="11610793" y="5777693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5" name="矩形 1194">
            <a:extLst>
              <a:ext uri="{FF2B5EF4-FFF2-40B4-BE49-F238E27FC236}">
                <a16:creationId xmlns:a16="http://schemas.microsoft.com/office/drawing/2014/main" id="{B314D594-D753-4474-AC4E-6308C685982D}"/>
              </a:ext>
            </a:extLst>
          </p:cNvPr>
          <p:cNvSpPr/>
          <p:nvPr/>
        </p:nvSpPr>
        <p:spPr>
          <a:xfrm>
            <a:off x="11741473" y="5778173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6" name="矩形 1195">
            <a:extLst>
              <a:ext uri="{FF2B5EF4-FFF2-40B4-BE49-F238E27FC236}">
                <a16:creationId xmlns:a16="http://schemas.microsoft.com/office/drawing/2014/main" id="{FBAC5458-6866-495E-AC20-8110B541CC7D}"/>
              </a:ext>
            </a:extLst>
          </p:cNvPr>
          <p:cNvSpPr/>
          <p:nvPr/>
        </p:nvSpPr>
        <p:spPr>
          <a:xfrm>
            <a:off x="11865500" y="5777693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7" name="矩形 1196">
            <a:extLst>
              <a:ext uri="{FF2B5EF4-FFF2-40B4-BE49-F238E27FC236}">
                <a16:creationId xmlns:a16="http://schemas.microsoft.com/office/drawing/2014/main" id="{74134EEF-BE34-4AF5-8968-9D5EEC314EEF}"/>
              </a:ext>
            </a:extLst>
          </p:cNvPr>
          <p:cNvSpPr/>
          <p:nvPr/>
        </p:nvSpPr>
        <p:spPr>
          <a:xfrm>
            <a:off x="11996180" y="5778173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8" name="矩形 1197">
            <a:extLst>
              <a:ext uri="{FF2B5EF4-FFF2-40B4-BE49-F238E27FC236}">
                <a16:creationId xmlns:a16="http://schemas.microsoft.com/office/drawing/2014/main" id="{77BCDDB4-CFDC-496E-B2F0-9482968EECEC}"/>
              </a:ext>
            </a:extLst>
          </p:cNvPr>
          <p:cNvSpPr/>
          <p:nvPr/>
        </p:nvSpPr>
        <p:spPr>
          <a:xfrm>
            <a:off x="11239486" y="6300121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9" name="矩形 1198">
            <a:extLst>
              <a:ext uri="{FF2B5EF4-FFF2-40B4-BE49-F238E27FC236}">
                <a16:creationId xmlns:a16="http://schemas.microsoft.com/office/drawing/2014/main" id="{7A372F35-3FC7-47FE-92BB-2146F5BD179A}"/>
              </a:ext>
            </a:extLst>
          </p:cNvPr>
          <p:cNvSpPr/>
          <p:nvPr/>
        </p:nvSpPr>
        <p:spPr>
          <a:xfrm>
            <a:off x="11370113" y="6300121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0" name="矩形 1199">
            <a:extLst>
              <a:ext uri="{FF2B5EF4-FFF2-40B4-BE49-F238E27FC236}">
                <a16:creationId xmlns:a16="http://schemas.microsoft.com/office/drawing/2014/main" id="{6AF7986F-2F4E-43AD-B01D-8E427349152F}"/>
              </a:ext>
            </a:extLst>
          </p:cNvPr>
          <p:cNvSpPr/>
          <p:nvPr/>
        </p:nvSpPr>
        <p:spPr>
          <a:xfrm>
            <a:off x="11500007" y="6300121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1" name="矩形 1200">
            <a:extLst>
              <a:ext uri="{FF2B5EF4-FFF2-40B4-BE49-F238E27FC236}">
                <a16:creationId xmlns:a16="http://schemas.microsoft.com/office/drawing/2014/main" id="{03FE8187-CB99-44BB-9BEE-A18FE5C6702A}"/>
              </a:ext>
            </a:extLst>
          </p:cNvPr>
          <p:cNvSpPr/>
          <p:nvPr/>
        </p:nvSpPr>
        <p:spPr>
          <a:xfrm>
            <a:off x="11631326" y="6299642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02" name="矩形 1201">
            <a:extLst>
              <a:ext uri="{FF2B5EF4-FFF2-40B4-BE49-F238E27FC236}">
                <a16:creationId xmlns:a16="http://schemas.microsoft.com/office/drawing/2014/main" id="{08E4756E-7C06-4268-8BE2-623BDB5C060C}"/>
              </a:ext>
            </a:extLst>
          </p:cNvPr>
          <p:cNvSpPr/>
          <p:nvPr/>
        </p:nvSpPr>
        <p:spPr>
          <a:xfrm>
            <a:off x="11762006" y="6300120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3" name="矩形 1202">
            <a:extLst>
              <a:ext uri="{FF2B5EF4-FFF2-40B4-BE49-F238E27FC236}">
                <a16:creationId xmlns:a16="http://schemas.microsoft.com/office/drawing/2014/main" id="{C2347046-70B8-42DF-AA37-AD4518E37C70}"/>
              </a:ext>
            </a:extLst>
          </p:cNvPr>
          <p:cNvSpPr/>
          <p:nvPr/>
        </p:nvSpPr>
        <p:spPr>
          <a:xfrm>
            <a:off x="11886032" y="6299642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04" name="矩形 1203">
            <a:extLst>
              <a:ext uri="{FF2B5EF4-FFF2-40B4-BE49-F238E27FC236}">
                <a16:creationId xmlns:a16="http://schemas.microsoft.com/office/drawing/2014/main" id="{43DB8B96-DE5D-46E1-B375-A23A9A5117E3}"/>
              </a:ext>
            </a:extLst>
          </p:cNvPr>
          <p:cNvSpPr/>
          <p:nvPr/>
        </p:nvSpPr>
        <p:spPr>
          <a:xfrm>
            <a:off x="12016712" y="6300120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05" name="直接箭头连接符 1204">
            <a:extLst>
              <a:ext uri="{FF2B5EF4-FFF2-40B4-BE49-F238E27FC236}">
                <a16:creationId xmlns:a16="http://schemas.microsoft.com/office/drawing/2014/main" id="{BEBED11F-B619-46F4-BDF1-35A12A5337D6}"/>
              </a:ext>
            </a:extLst>
          </p:cNvPr>
          <p:cNvCxnSpPr>
            <a:cxnSpLocks/>
          </p:cNvCxnSpPr>
          <p:nvPr/>
        </p:nvCxnSpPr>
        <p:spPr>
          <a:xfrm>
            <a:off x="11638168" y="5448336"/>
            <a:ext cx="0" cy="140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6" name="直接箭头连接符 1205">
            <a:extLst>
              <a:ext uri="{FF2B5EF4-FFF2-40B4-BE49-F238E27FC236}">
                <a16:creationId xmlns:a16="http://schemas.microsoft.com/office/drawing/2014/main" id="{B6B6F8BB-AA32-4D21-89C5-7A179F41ACA0}"/>
              </a:ext>
            </a:extLst>
          </p:cNvPr>
          <p:cNvCxnSpPr>
            <a:cxnSpLocks/>
          </p:cNvCxnSpPr>
          <p:nvPr/>
        </p:nvCxnSpPr>
        <p:spPr>
          <a:xfrm flipV="1">
            <a:off x="11639052" y="5621918"/>
            <a:ext cx="1455" cy="146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直接箭头连接符 1206">
            <a:extLst>
              <a:ext uri="{FF2B5EF4-FFF2-40B4-BE49-F238E27FC236}">
                <a16:creationId xmlns:a16="http://schemas.microsoft.com/office/drawing/2014/main" id="{AB307150-A166-4C9A-B14F-830EA6174200}"/>
              </a:ext>
            </a:extLst>
          </p:cNvPr>
          <p:cNvCxnSpPr>
            <a:cxnSpLocks/>
          </p:cNvCxnSpPr>
          <p:nvPr/>
        </p:nvCxnSpPr>
        <p:spPr>
          <a:xfrm>
            <a:off x="11640743" y="6129263"/>
            <a:ext cx="4643" cy="158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8" name="直接箭头连接符 1207">
            <a:extLst>
              <a:ext uri="{FF2B5EF4-FFF2-40B4-BE49-F238E27FC236}">
                <a16:creationId xmlns:a16="http://schemas.microsoft.com/office/drawing/2014/main" id="{E4FB0656-4B05-4953-BD3C-BC8D08BE90C1}"/>
              </a:ext>
            </a:extLst>
          </p:cNvPr>
          <p:cNvCxnSpPr>
            <a:cxnSpLocks/>
          </p:cNvCxnSpPr>
          <p:nvPr/>
        </p:nvCxnSpPr>
        <p:spPr>
          <a:xfrm flipV="1">
            <a:off x="11639040" y="5934706"/>
            <a:ext cx="0" cy="159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文本框 454">
            <a:extLst>
              <a:ext uri="{FF2B5EF4-FFF2-40B4-BE49-F238E27FC236}">
                <a16:creationId xmlns:a16="http://schemas.microsoft.com/office/drawing/2014/main" id="{C0A83A60-4283-4536-8A78-E5DBD0EE095A}"/>
              </a:ext>
            </a:extLst>
          </p:cNvPr>
          <p:cNvSpPr txBox="1"/>
          <p:nvPr/>
        </p:nvSpPr>
        <p:spPr>
          <a:xfrm>
            <a:off x="3613999" y="1047445"/>
            <a:ext cx="2725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Intra-Behavior Weighting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A86A0A-2262-4C8F-889D-0E22FD981694}"/>
                  </a:ext>
                </a:extLst>
              </p:cNvPr>
              <p:cNvSpPr txBox="1"/>
              <p:nvPr/>
            </p:nvSpPr>
            <p:spPr>
              <a:xfrm>
                <a:off x="6573625" y="1678581"/>
                <a:ext cx="45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A86A0A-2262-4C8F-889D-0E22FD981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625" y="1678581"/>
                <a:ext cx="45719" cy="369332"/>
              </a:xfrm>
              <a:prstGeom prst="rect">
                <a:avLst/>
              </a:prstGeom>
              <a:blipFill>
                <a:blip r:embed="rId16"/>
                <a:stretch>
                  <a:fillRect l="-150000" r="-637500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形 13">
            <a:extLst>
              <a:ext uri="{FF2B5EF4-FFF2-40B4-BE49-F238E27FC236}">
                <a16:creationId xmlns:a16="http://schemas.microsoft.com/office/drawing/2014/main" id="{6065DBD1-E918-4A86-B538-08B4E3E355C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78128" y="1359671"/>
            <a:ext cx="359938" cy="359938"/>
          </a:xfrm>
          <a:prstGeom prst="rect">
            <a:avLst/>
          </a:prstGeom>
        </p:spPr>
      </p:pic>
      <p:pic>
        <p:nvPicPr>
          <p:cNvPr id="21" name="图形 20">
            <a:extLst>
              <a:ext uri="{FF2B5EF4-FFF2-40B4-BE49-F238E27FC236}">
                <a16:creationId xmlns:a16="http://schemas.microsoft.com/office/drawing/2014/main" id="{9412C474-3235-4A5A-A1F1-B33DEC7C3DC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940999" y="1359731"/>
            <a:ext cx="357763" cy="357763"/>
          </a:xfrm>
          <a:prstGeom prst="rect">
            <a:avLst/>
          </a:prstGeom>
        </p:spPr>
      </p:pic>
      <p:pic>
        <p:nvPicPr>
          <p:cNvPr id="457" name="图形 456">
            <a:extLst>
              <a:ext uri="{FF2B5EF4-FFF2-40B4-BE49-F238E27FC236}">
                <a16:creationId xmlns:a16="http://schemas.microsoft.com/office/drawing/2014/main" id="{5F28CBAA-EA74-4C10-9F98-B15E06915C2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60958" y="2552515"/>
            <a:ext cx="359938" cy="359938"/>
          </a:xfrm>
          <a:prstGeom prst="rect">
            <a:avLst/>
          </a:prstGeom>
        </p:spPr>
      </p:pic>
      <p:pic>
        <p:nvPicPr>
          <p:cNvPr id="458" name="图形 457">
            <a:extLst>
              <a:ext uri="{FF2B5EF4-FFF2-40B4-BE49-F238E27FC236}">
                <a16:creationId xmlns:a16="http://schemas.microsoft.com/office/drawing/2014/main" id="{7049A98E-D770-4C16-8946-858D472A2E8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959227" y="2553271"/>
            <a:ext cx="357763" cy="357763"/>
          </a:xfrm>
          <a:prstGeom prst="rect">
            <a:avLst/>
          </a:prstGeom>
        </p:spPr>
      </p:pic>
      <p:pic>
        <p:nvPicPr>
          <p:cNvPr id="460" name="图形 459">
            <a:extLst>
              <a:ext uri="{FF2B5EF4-FFF2-40B4-BE49-F238E27FC236}">
                <a16:creationId xmlns:a16="http://schemas.microsoft.com/office/drawing/2014/main" id="{667DCB45-3A73-499D-BD94-083E2307664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41855" y="3740836"/>
            <a:ext cx="359938" cy="359938"/>
          </a:xfrm>
          <a:prstGeom prst="rect">
            <a:avLst/>
          </a:prstGeom>
        </p:spPr>
      </p:pic>
      <p:pic>
        <p:nvPicPr>
          <p:cNvPr id="461" name="图形 460">
            <a:extLst>
              <a:ext uri="{FF2B5EF4-FFF2-40B4-BE49-F238E27FC236}">
                <a16:creationId xmlns:a16="http://schemas.microsoft.com/office/drawing/2014/main" id="{A586A843-78FD-4050-824C-4964A73B037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912325" y="3744766"/>
            <a:ext cx="357763" cy="357763"/>
          </a:xfrm>
          <a:prstGeom prst="rect">
            <a:avLst/>
          </a:prstGeom>
        </p:spPr>
      </p:pic>
      <p:pic>
        <p:nvPicPr>
          <p:cNvPr id="42" name="图形 41">
            <a:extLst>
              <a:ext uri="{FF2B5EF4-FFF2-40B4-BE49-F238E27FC236}">
                <a16:creationId xmlns:a16="http://schemas.microsoft.com/office/drawing/2014/main" id="{07258733-939D-4F27-A915-73EAE711F04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08251" y="2010738"/>
            <a:ext cx="369944" cy="369944"/>
          </a:xfrm>
          <a:prstGeom prst="rect">
            <a:avLst/>
          </a:prstGeom>
        </p:spPr>
      </p:pic>
      <p:pic>
        <p:nvPicPr>
          <p:cNvPr id="45" name="图形 44">
            <a:extLst>
              <a:ext uri="{FF2B5EF4-FFF2-40B4-BE49-F238E27FC236}">
                <a16:creationId xmlns:a16="http://schemas.microsoft.com/office/drawing/2014/main" id="{47D7FAB1-6F70-415C-BF12-06AB1CDE808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508280" y="2000792"/>
            <a:ext cx="341725" cy="341725"/>
          </a:xfrm>
          <a:prstGeom prst="rect">
            <a:avLst/>
          </a:prstGeom>
        </p:spPr>
      </p:pic>
      <p:pic>
        <p:nvPicPr>
          <p:cNvPr id="47" name="图形 46">
            <a:extLst>
              <a:ext uri="{FF2B5EF4-FFF2-40B4-BE49-F238E27FC236}">
                <a16:creationId xmlns:a16="http://schemas.microsoft.com/office/drawing/2014/main" id="{26D13A32-5E89-463F-A729-7848B8FCCEB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7784" y="2022599"/>
            <a:ext cx="329461" cy="329461"/>
          </a:xfrm>
          <a:prstGeom prst="rect">
            <a:avLst/>
          </a:prstGeom>
        </p:spPr>
      </p:pic>
      <p:pic>
        <p:nvPicPr>
          <p:cNvPr id="51" name="图形 50">
            <a:extLst>
              <a:ext uri="{FF2B5EF4-FFF2-40B4-BE49-F238E27FC236}">
                <a16:creationId xmlns:a16="http://schemas.microsoft.com/office/drawing/2014/main" id="{4F4A135B-81D8-4C57-AD5C-DCB55927935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561881" y="1360422"/>
            <a:ext cx="365379" cy="365379"/>
          </a:xfrm>
          <a:prstGeom prst="rect">
            <a:avLst/>
          </a:prstGeom>
        </p:spPr>
      </p:pic>
      <p:pic>
        <p:nvPicPr>
          <p:cNvPr id="482" name="图形 481">
            <a:extLst>
              <a:ext uri="{FF2B5EF4-FFF2-40B4-BE49-F238E27FC236}">
                <a16:creationId xmlns:a16="http://schemas.microsoft.com/office/drawing/2014/main" id="{C1DBBF5A-DEE5-4AB2-A6C1-3376D1E28A33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567541" y="2552211"/>
            <a:ext cx="365379" cy="365379"/>
          </a:xfrm>
          <a:prstGeom prst="rect">
            <a:avLst/>
          </a:prstGeom>
        </p:spPr>
      </p:pic>
      <p:pic>
        <p:nvPicPr>
          <p:cNvPr id="483" name="图形 482">
            <a:extLst>
              <a:ext uri="{FF2B5EF4-FFF2-40B4-BE49-F238E27FC236}">
                <a16:creationId xmlns:a16="http://schemas.microsoft.com/office/drawing/2014/main" id="{9953B503-C53D-405E-BB95-E747B43B0F5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16173" y="3142252"/>
            <a:ext cx="369944" cy="369944"/>
          </a:xfrm>
          <a:prstGeom prst="rect">
            <a:avLst/>
          </a:prstGeom>
        </p:spPr>
      </p:pic>
      <p:pic>
        <p:nvPicPr>
          <p:cNvPr id="484" name="图形 483">
            <a:extLst>
              <a:ext uri="{FF2B5EF4-FFF2-40B4-BE49-F238E27FC236}">
                <a16:creationId xmlns:a16="http://schemas.microsoft.com/office/drawing/2014/main" id="{46A4D1F3-424F-43D5-989A-4E1B83E9193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539171" y="3169937"/>
            <a:ext cx="341725" cy="341725"/>
          </a:xfrm>
          <a:prstGeom prst="rect">
            <a:avLst/>
          </a:prstGeom>
        </p:spPr>
      </p:pic>
      <p:pic>
        <p:nvPicPr>
          <p:cNvPr id="490" name="图形 489">
            <a:extLst>
              <a:ext uri="{FF2B5EF4-FFF2-40B4-BE49-F238E27FC236}">
                <a16:creationId xmlns:a16="http://schemas.microsoft.com/office/drawing/2014/main" id="{5BED175D-9723-4171-99F2-5C5310850F48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29555" y="3194687"/>
            <a:ext cx="329461" cy="329461"/>
          </a:xfrm>
          <a:prstGeom prst="rect">
            <a:avLst/>
          </a:prstGeom>
        </p:spPr>
      </p:pic>
      <p:pic>
        <p:nvPicPr>
          <p:cNvPr id="493" name="图形 492">
            <a:extLst>
              <a:ext uri="{FF2B5EF4-FFF2-40B4-BE49-F238E27FC236}">
                <a16:creationId xmlns:a16="http://schemas.microsoft.com/office/drawing/2014/main" id="{7EE1C575-BF2E-45B7-A972-5FEC671495E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29149" y="4323142"/>
            <a:ext cx="369944" cy="369944"/>
          </a:xfrm>
          <a:prstGeom prst="rect">
            <a:avLst/>
          </a:prstGeom>
        </p:spPr>
      </p:pic>
      <p:pic>
        <p:nvPicPr>
          <p:cNvPr id="494" name="图形 493">
            <a:extLst>
              <a:ext uri="{FF2B5EF4-FFF2-40B4-BE49-F238E27FC236}">
                <a16:creationId xmlns:a16="http://schemas.microsoft.com/office/drawing/2014/main" id="{9404594A-6ACC-4064-AD1F-06058213527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552148" y="4350829"/>
            <a:ext cx="341725" cy="341725"/>
          </a:xfrm>
          <a:prstGeom prst="rect">
            <a:avLst/>
          </a:prstGeom>
        </p:spPr>
      </p:pic>
      <p:pic>
        <p:nvPicPr>
          <p:cNvPr id="501" name="图形 500">
            <a:extLst>
              <a:ext uri="{FF2B5EF4-FFF2-40B4-BE49-F238E27FC236}">
                <a16:creationId xmlns:a16="http://schemas.microsoft.com/office/drawing/2014/main" id="{03ADF9AC-2559-4DDC-BAE1-E0DA896DCA9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42532" y="4375579"/>
            <a:ext cx="329461" cy="329461"/>
          </a:xfrm>
          <a:prstGeom prst="rect">
            <a:avLst/>
          </a:prstGeom>
        </p:spPr>
      </p:pic>
      <p:pic>
        <p:nvPicPr>
          <p:cNvPr id="502" name="图形 501">
            <a:extLst>
              <a:ext uri="{FF2B5EF4-FFF2-40B4-BE49-F238E27FC236}">
                <a16:creationId xmlns:a16="http://schemas.microsoft.com/office/drawing/2014/main" id="{8D67E94D-582C-4A2E-B03A-7788AD9BDF4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564821" y="3743369"/>
            <a:ext cx="365379" cy="365379"/>
          </a:xfrm>
          <a:prstGeom prst="rect">
            <a:avLst/>
          </a:prstGeom>
        </p:spPr>
      </p:pic>
      <p:pic>
        <p:nvPicPr>
          <p:cNvPr id="504" name="图形 503">
            <a:extLst>
              <a:ext uri="{FF2B5EF4-FFF2-40B4-BE49-F238E27FC236}">
                <a16:creationId xmlns:a16="http://schemas.microsoft.com/office/drawing/2014/main" id="{A6E8F4EA-FE89-427D-B8E6-9FD171522E1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45669" y="5148535"/>
            <a:ext cx="359938" cy="359938"/>
          </a:xfrm>
          <a:prstGeom prst="rect">
            <a:avLst/>
          </a:prstGeom>
        </p:spPr>
      </p:pic>
      <p:pic>
        <p:nvPicPr>
          <p:cNvPr id="505" name="图形 504">
            <a:extLst>
              <a:ext uri="{FF2B5EF4-FFF2-40B4-BE49-F238E27FC236}">
                <a16:creationId xmlns:a16="http://schemas.microsoft.com/office/drawing/2014/main" id="{C54E3D3D-ECE5-4C02-953F-2D706655219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912627" y="5150581"/>
            <a:ext cx="357763" cy="357763"/>
          </a:xfrm>
          <a:prstGeom prst="rect">
            <a:avLst/>
          </a:prstGeom>
        </p:spPr>
      </p:pic>
      <p:pic>
        <p:nvPicPr>
          <p:cNvPr id="507" name="图形 506">
            <a:extLst>
              <a:ext uri="{FF2B5EF4-FFF2-40B4-BE49-F238E27FC236}">
                <a16:creationId xmlns:a16="http://schemas.microsoft.com/office/drawing/2014/main" id="{47FE25E4-8017-4F16-B218-205A8253E23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532829" y="5149894"/>
            <a:ext cx="365379" cy="365379"/>
          </a:xfrm>
          <a:prstGeom prst="rect">
            <a:avLst/>
          </a:prstGeom>
        </p:spPr>
      </p:pic>
      <p:sp>
        <p:nvSpPr>
          <p:cNvPr id="559" name="矩形: 圆角 558">
            <a:extLst>
              <a:ext uri="{FF2B5EF4-FFF2-40B4-BE49-F238E27FC236}">
                <a16:creationId xmlns:a16="http://schemas.microsoft.com/office/drawing/2014/main" id="{43C7522E-7E70-4843-9BE0-94F1FABFA495}"/>
              </a:ext>
            </a:extLst>
          </p:cNvPr>
          <p:cNvSpPr/>
          <p:nvPr/>
        </p:nvSpPr>
        <p:spPr>
          <a:xfrm>
            <a:off x="3805550" y="1320741"/>
            <a:ext cx="225553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60" name="直接连接符 559">
            <a:extLst>
              <a:ext uri="{FF2B5EF4-FFF2-40B4-BE49-F238E27FC236}">
                <a16:creationId xmlns:a16="http://schemas.microsoft.com/office/drawing/2014/main" id="{28AB5B47-DDD1-45C3-8057-F1D81CB75E73}"/>
              </a:ext>
            </a:extLst>
          </p:cNvPr>
          <p:cNvCxnSpPr>
            <a:cxnSpLocks/>
          </p:cNvCxnSpPr>
          <p:nvPr/>
        </p:nvCxnSpPr>
        <p:spPr>
          <a:xfrm flipH="1">
            <a:off x="4050154" y="1722994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61" name="图形 560">
            <a:extLst>
              <a:ext uri="{FF2B5EF4-FFF2-40B4-BE49-F238E27FC236}">
                <a16:creationId xmlns:a16="http://schemas.microsoft.com/office/drawing/2014/main" id="{47987D7A-17ED-45AD-90D9-9007D68B54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1635" y="1953138"/>
            <a:ext cx="460789" cy="460789"/>
          </a:xfrm>
          <a:prstGeom prst="rect">
            <a:avLst/>
          </a:prstGeom>
        </p:spPr>
      </p:pic>
      <p:pic>
        <p:nvPicPr>
          <p:cNvPr id="562" name="图形 561">
            <a:extLst>
              <a:ext uri="{FF2B5EF4-FFF2-40B4-BE49-F238E27FC236}">
                <a16:creationId xmlns:a16="http://schemas.microsoft.com/office/drawing/2014/main" id="{B0ED384D-3E7E-4110-85AF-4F332694FA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04467" y="1935460"/>
            <a:ext cx="430225" cy="430225"/>
          </a:xfrm>
          <a:prstGeom prst="rect">
            <a:avLst/>
          </a:prstGeom>
        </p:spPr>
      </p:pic>
      <p:cxnSp>
        <p:nvCxnSpPr>
          <p:cNvPr id="563" name="直接连接符 562">
            <a:extLst>
              <a:ext uri="{FF2B5EF4-FFF2-40B4-BE49-F238E27FC236}">
                <a16:creationId xmlns:a16="http://schemas.microsoft.com/office/drawing/2014/main" id="{C009DE84-A365-4293-A81E-19440676583E}"/>
              </a:ext>
            </a:extLst>
          </p:cNvPr>
          <p:cNvCxnSpPr>
            <a:cxnSpLocks/>
          </p:cNvCxnSpPr>
          <p:nvPr/>
        </p:nvCxnSpPr>
        <p:spPr>
          <a:xfrm>
            <a:off x="4240646" y="1723006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4" name="直接连接符 563">
            <a:extLst>
              <a:ext uri="{FF2B5EF4-FFF2-40B4-BE49-F238E27FC236}">
                <a16:creationId xmlns:a16="http://schemas.microsoft.com/office/drawing/2014/main" id="{9A784BBE-B53A-4659-BB59-3D68AD795640}"/>
              </a:ext>
            </a:extLst>
          </p:cNvPr>
          <p:cNvCxnSpPr>
            <a:cxnSpLocks/>
          </p:cNvCxnSpPr>
          <p:nvPr/>
        </p:nvCxnSpPr>
        <p:spPr>
          <a:xfrm>
            <a:off x="4240660" y="1722994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5" name="直接连接符 564">
            <a:extLst>
              <a:ext uri="{FF2B5EF4-FFF2-40B4-BE49-F238E27FC236}">
                <a16:creationId xmlns:a16="http://schemas.microsoft.com/office/drawing/2014/main" id="{08ABCD45-7762-4C2D-8AAF-8170EC74B2F2}"/>
              </a:ext>
            </a:extLst>
          </p:cNvPr>
          <p:cNvCxnSpPr>
            <a:cxnSpLocks/>
          </p:cNvCxnSpPr>
          <p:nvPr/>
        </p:nvCxnSpPr>
        <p:spPr>
          <a:xfrm flipH="1">
            <a:off x="4459918" y="1734949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6" name="直接连接符 565">
            <a:extLst>
              <a:ext uri="{FF2B5EF4-FFF2-40B4-BE49-F238E27FC236}">
                <a16:creationId xmlns:a16="http://schemas.microsoft.com/office/drawing/2014/main" id="{6D33460F-B4C2-48B0-9B41-ECA5AD972286}"/>
              </a:ext>
            </a:extLst>
          </p:cNvPr>
          <p:cNvCxnSpPr>
            <a:cxnSpLocks/>
          </p:cNvCxnSpPr>
          <p:nvPr/>
        </p:nvCxnSpPr>
        <p:spPr>
          <a:xfrm>
            <a:off x="4885208" y="1734949"/>
            <a:ext cx="97324" cy="32638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7" name="直接连接符 566">
            <a:extLst>
              <a:ext uri="{FF2B5EF4-FFF2-40B4-BE49-F238E27FC236}">
                <a16:creationId xmlns:a16="http://schemas.microsoft.com/office/drawing/2014/main" id="{D74604C8-ED82-4F8A-A2C4-2CE19F4D90E8}"/>
              </a:ext>
            </a:extLst>
          </p:cNvPr>
          <p:cNvCxnSpPr>
            <a:cxnSpLocks/>
          </p:cNvCxnSpPr>
          <p:nvPr/>
        </p:nvCxnSpPr>
        <p:spPr>
          <a:xfrm>
            <a:off x="4873884" y="1737586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8" name="直接连接符 567">
            <a:extLst>
              <a:ext uri="{FF2B5EF4-FFF2-40B4-BE49-F238E27FC236}">
                <a16:creationId xmlns:a16="http://schemas.microsoft.com/office/drawing/2014/main" id="{53494B95-2C20-408E-A01E-788DB662A8A0}"/>
              </a:ext>
            </a:extLst>
          </p:cNvPr>
          <p:cNvCxnSpPr>
            <a:cxnSpLocks/>
          </p:cNvCxnSpPr>
          <p:nvPr/>
        </p:nvCxnSpPr>
        <p:spPr>
          <a:xfrm>
            <a:off x="4885209" y="1734946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9" name="直接连接符 568">
            <a:extLst>
              <a:ext uri="{FF2B5EF4-FFF2-40B4-BE49-F238E27FC236}">
                <a16:creationId xmlns:a16="http://schemas.microsoft.com/office/drawing/2014/main" id="{3603C5C1-4433-4207-ADD1-4AF6076E96D5}"/>
              </a:ext>
            </a:extLst>
          </p:cNvPr>
          <p:cNvCxnSpPr>
            <a:cxnSpLocks/>
            <a:stCxn id="576" idx="2"/>
          </p:cNvCxnSpPr>
          <p:nvPr/>
        </p:nvCxnSpPr>
        <p:spPr>
          <a:xfrm>
            <a:off x="5523604" y="1714286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571" name="图形 570">
            <a:extLst>
              <a:ext uri="{FF2B5EF4-FFF2-40B4-BE49-F238E27FC236}">
                <a16:creationId xmlns:a16="http://schemas.microsoft.com/office/drawing/2014/main" id="{DF888A4B-7C3C-4B59-BA2D-0CF6A9B00E3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057161" y="1348172"/>
            <a:ext cx="359938" cy="359938"/>
          </a:xfrm>
          <a:prstGeom prst="rect">
            <a:avLst/>
          </a:prstGeom>
        </p:spPr>
      </p:pic>
      <p:pic>
        <p:nvPicPr>
          <p:cNvPr id="572" name="图形 571">
            <a:extLst>
              <a:ext uri="{FF2B5EF4-FFF2-40B4-BE49-F238E27FC236}">
                <a16:creationId xmlns:a16="http://schemas.microsoft.com/office/drawing/2014/main" id="{AED34527-FADC-4C82-8EC1-EE97AECF6CE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720030" y="1348229"/>
            <a:ext cx="357763" cy="357763"/>
          </a:xfrm>
          <a:prstGeom prst="rect">
            <a:avLst/>
          </a:prstGeom>
        </p:spPr>
      </p:pic>
      <p:pic>
        <p:nvPicPr>
          <p:cNvPr id="573" name="图形 572">
            <a:extLst>
              <a:ext uri="{FF2B5EF4-FFF2-40B4-BE49-F238E27FC236}">
                <a16:creationId xmlns:a16="http://schemas.microsoft.com/office/drawing/2014/main" id="{6A3FF752-5A65-47B5-B8F9-64542CFAD21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887284" y="1999238"/>
            <a:ext cx="369944" cy="369944"/>
          </a:xfrm>
          <a:prstGeom prst="rect">
            <a:avLst/>
          </a:prstGeom>
        </p:spPr>
      </p:pic>
      <p:pic>
        <p:nvPicPr>
          <p:cNvPr id="574" name="图形 573">
            <a:extLst>
              <a:ext uri="{FF2B5EF4-FFF2-40B4-BE49-F238E27FC236}">
                <a16:creationId xmlns:a16="http://schemas.microsoft.com/office/drawing/2014/main" id="{1EFC6D4D-FAC0-42E5-AC0D-12B3FCD2BBB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287315" y="1989294"/>
            <a:ext cx="341725" cy="341725"/>
          </a:xfrm>
          <a:prstGeom prst="rect">
            <a:avLst/>
          </a:prstGeom>
        </p:spPr>
      </p:pic>
      <p:pic>
        <p:nvPicPr>
          <p:cNvPr id="575" name="图形 574">
            <a:extLst>
              <a:ext uri="{FF2B5EF4-FFF2-40B4-BE49-F238E27FC236}">
                <a16:creationId xmlns:a16="http://schemas.microsoft.com/office/drawing/2014/main" id="{4640C781-E0E2-4072-A77C-5406093B4F78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586817" y="2011099"/>
            <a:ext cx="329461" cy="329461"/>
          </a:xfrm>
          <a:prstGeom prst="rect">
            <a:avLst/>
          </a:prstGeom>
        </p:spPr>
      </p:pic>
      <p:pic>
        <p:nvPicPr>
          <p:cNvPr id="576" name="图形 575">
            <a:extLst>
              <a:ext uri="{FF2B5EF4-FFF2-40B4-BE49-F238E27FC236}">
                <a16:creationId xmlns:a16="http://schemas.microsoft.com/office/drawing/2014/main" id="{B4D6A8FD-729E-447F-B43F-8C23D7DE7E2E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340914" y="1348920"/>
            <a:ext cx="365379" cy="365379"/>
          </a:xfrm>
          <a:prstGeom prst="rect">
            <a:avLst/>
          </a:prstGeom>
        </p:spPr>
      </p:pic>
      <p:sp>
        <p:nvSpPr>
          <p:cNvPr id="577" name="矩形: 圆角 576">
            <a:extLst>
              <a:ext uri="{FF2B5EF4-FFF2-40B4-BE49-F238E27FC236}">
                <a16:creationId xmlns:a16="http://schemas.microsoft.com/office/drawing/2014/main" id="{A8F8DD41-4395-4070-9AA5-E4642E513166}"/>
              </a:ext>
            </a:extLst>
          </p:cNvPr>
          <p:cNvSpPr/>
          <p:nvPr/>
        </p:nvSpPr>
        <p:spPr>
          <a:xfrm>
            <a:off x="3814858" y="2501374"/>
            <a:ext cx="224621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78" name="图形 577">
            <a:extLst>
              <a:ext uri="{FF2B5EF4-FFF2-40B4-BE49-F238E27FC236}">
                <a16:creationId xmlns:a16="http://schemas.microsoft.com/office/drawing/2014/main" id="{FD9EFADA-D3E0-4D26-89F3-92E06D9D9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7980" y="3140400"/>
            <a:ext cx="460789" cy="460789"/>
          </a:xfrm>
          <a:prstGeom prst="rect">
            <a:avLst/>
          </a:prstGeom>
        </p:spPr>
      </p:pic>
      <p:pic>
        <p:nvPicPr>
          <p:cNvPr id="579" name="图形 578">
            <a:extLst>
              <a:ext uri="{FF2B5EF4-FFF2-40B4-BE49-F238E27FC236}">
                <a16:creationId xmlns:a16="http://schemas.microsoft.com/office/drawing/2014/main" id="{EC2140A3-8EF4-40B1-82D5-BE8BEC921B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80764" y="3143957"/>
            <a:ext cx="430225" cy="430225"/>
          </a:xfrm>
          <a:prstGeom prst="rect">
            <a:avLst/>
          </a:prstGeom>
        </p:spPr>
      </p:pic>
      <p:cxnSp>
        <p:nvCxnSpPr>
          <p:cNvPr id="580" name="直接连接符 579">
            <a:extLst>
              <a:ext uri="{FF2B5EF4-FFF2-40B4-BE49-F238E27FC236}">
                <a16:creationId xmlns:a16="http://schemas.microsoft.com/office/drawing/2014/main" id="{28AD743B-5DF8-48BF-AE0A-830CB0A89568}"/>
              </a:ext>
            </a:extLst>
          </p:cNvPr>
          <p:cNvCxnSpPr>
            <a:cxnSpLocks/>
          </p:cNvCxnSpPr>
          <p:nvPr/>
        </p:nvCxnSpPr>
        <p:spPr>
          <a:xfrm flipH="1">
            <a:off x="4020637" y="2917158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1" name="直接连接符 580">
            <a:extLst>
              <a:ext uri="{FF2B5EF4-FFF2-40B4-BE49-F238E27FC236}">
                <a16:creationId xmlns:a16="http://schemas.microsoft.com/office/drawing/2014/main" id="{2698394E-E2E6-4CBB-9FC0-3A7D02AB4959}"/>
              </a:ext>
            </a:extLst>
          </p:cNvPr>
          <p:cNvCxnSpPr>
            <a:cxnSpLocks/>
          </p:cNvCxnSpPr>
          <p:nvPr/>
        </p:nvCxnSpPr>
        <p:spPr>
          <a:xfrm>
            <a:off x="4166461" y="2930633"/>
            <a:ext cx="656553" cy="3148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2" name="直接连接符 581">
            <a:extLst>
              <a:ext uri="{FF2B5EF4-FFF2-40B4-BE49-F238E27FC236}">
                <a16:creationId xmlns:a16="http://schemas.microsoft.com/office/drawing/2014/main" id="{D5D27A08-A5B9-432A-A9AA-A1F097AAC271}"/>
              </a:ext>
            </a:extLst>
          </p:cNvPr>
          <p:cNvCxnSpPr>
            <a:cxnSpLocks/>
          </p:cNvCxnSpPr>
          <p:nvPr/>
        </p:nvCxnSpPr>
        <p:spPr>
          <a:xfrm flipH="1">
            <a:off x="4852341" y="2927751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3" name="直接连接符 582">
            <a:extLst>
              <a:ext uri="{FF2B5EF4-FFF2-40B4-BE49-F238E27FC236}">
                <a16:creationId xmlns:a16="http://schemas.microsoft.com/office/drawing/2014/main" id="{134C7715-16BD-4283-B2D4-9F2EA02F28FD}"/>
              </a:ext>
            </a:extLst>
          </p:cNvPr>
          <p:cNvCxnSpPr>
            <a:cxnSpLocks/>
          </p:cNvCxnSpPr>
          <p:nvPr/>
        </p:nvCxnSpPr>
        <p:spPr>
          <a:xfrm>
            <a:off x="4867718" y="2929059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4" name="直接连接符 583">
            <a:extLst>
              <a:ext uri="{FF2B5EF4-FFF2-40B4-BE49-F238E27FC236}">
                <a16:creationId xmlns:a16="http://schemas.microsoft.com/office/drawing/2014/main" id="{1E8B4581-06B8-4AA0-A2F0-050EC1C63213}"/>
              </a:ext>
            </a:extLst>
          </p:cNvPr>
          <p:cNvCxnSpPr>
            <a:cxnSpLocks/>
          </p:cNvCxnSpPr>
          <p:nvPr/>
        </p:nvCxnSpPr>
        <p:spPr>
          <a:xfrm>
            <a:off x="5520623" y="2927319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586" name="图形 585">
            <a:extLst>
              <a:ext uri="{FF2B5EF4-FFF2-40B4-BE49-F238E27FC236}">
                <a16:creationId xmlns:a16="http://schemas.microsoft.com/office/drawing/2014/main" id="{FA88EE30-84E3-4496-BB76-139516F9717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991221" y="2552094"/>
            <a:ext cx="359938" cy="359938"/>
          </a:xfrm>
          <a:prstGeom prst="rect">
            <a:avLst/>
          </a:prstGeom>
        </p:spPr>
      </p:pic>
      <p:pic>
        <p:nvPicPr>
          <p:cNvPr id="587" name="图形 586">
            <a:extLst>
              <a:ext uri="{FF2B5EF4-FFF2-40B4-BE49-F238E27FC236}">
                <a16:creationId xmlns:a16="http://schemas.microsoft.com/office/drawing/2014/main" id="{7147233C-01A7-4BCD-8F1D-B117EB344CD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689489" y="2552848"/>
            <a:ext cx="357763" cy="357763"/>
          </a:xfrm>
          <a:prstGeom prst="rect">
            <a:avLst/>
          </a:prstGeom>
        </p:spPr>
      </p:pic>
      <p:pic>
        <p:nvPicPr>
          <p:cNvPr id="588" name="图形 587">
            <a:extLst>
              <a:ext uri="{FF2B5EF4-FFF2-40B4-BE49-F238E27FC236}">
                <a16:creationId xmlns:a16="http://schemas.microsoft.com/office/drawing/2014/main" id="{8A4C7F9F-D902-43E9-A3D5-B351752DA94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297803" y="2551789"/>
            <a:ext cx="365379" cy="365379"/>
          </a:xfrm>
          <a:prstGeom prst="rect">
            <a:avLst/>
          </a:prstGeom>
        </p:spPr>
      </p:pic>
      <p:pic>
        <p:nvPicPr>
          <p:cNvPr id="589" name="图形 588">
            <a:extLst>
              <a:ext uri="{FF2B5EF4-FFF2-40B4-BE49-F238E27FC236}">
                <a16:creationId xmlns:a16="http://schemas.microsoft.com/office/drawing/2014/main" id="{142EF6B0-0CB0-4385-8BEB-EFE120A1583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846433" y="3141830"/>
            <a:ext cx="369944" cy="369944"/>
          </a:xfrm>
          <a:prstGeom prst="rect">
            <a:avLst/>
          </a:prstGeom>
        </p:spPr>
      </p:pic>
      <p:pic>
        <p:nvPicPr>
          <p:cNvPr id="590" name="图形 589">
            <a:extLst>
              <a:ext uri="{FF2B5EF4-FFF2-40B4-BE49-F238E27FC236}">
                <a16:creationId xmlns:a16="http://schemas.microsoft.com/office/drawing/2014/main" id="{95C22444-C6BD-4776-89B7-1CB666B5035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269435" y="3169517"/>
            <a:ext cx="341725" cy="341725"/>
          </a:xfrm>
          <a:prstGeom prst="rect">
            <a:avLst/>
          </a:prstGeom>
        </p:spPr>
      </p:pic>
      <p:pic>
        <p:nvPicPr>
          <p:cNvPr id="591" name="图形 590">
            <a:extLst>
              <a:ext uri="{FF2B5EF4-FFF2-40B4-BE49-F238E27FC236}">
                <a16:creationId xmlns:a16="http://schemas.microsoft.com/office/drawing/2014/main" id="{ADABDCB2-F9E8-4084-AE45-D4BE57F77C76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559815" y="3194266"/>
            <a:ext cx="329461" cy="329461"/>
          </a:xfrm>
          <a:prstGeom prst="rect">
            <a:avLst/>
          </a:prstGeom>
        </p:spPr>
      </p:pic>
      <p:sp>
        <p:nvSpPr>
          <p:cNvPr id="606" name="矩形: 圆角 605">
            <a:extLst>
              <a:ext uri="{FF2B5EF4-FFF2-40B4-BE49-F238E27FC236}">
                <a16:creationId xmlns:a16="http://schemas.microsoft.com/office/drawing/2014/main" id="{FF4EB361-27AF-443B-B049-5B0B17401320}"/>
              </a:ext>
            </a:extLst>
          </p:cNvPr>
          <p:cNvSpPr/>
          <p:nvPr/>
        </p:nvSpPr>
        <p:spPr>
          <a:xfrm>
            <a:off x="3816921" y="3684361"/>
            <a:ext cx="2249071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07" name="图形 606">
            <a:extLst>
              <a:ext uri="{FF2B5EF4-FFF2-40B4-BE49-F238E27FC236}">
                <a16:creationId xmlns:a16="http://schemas.microsoft.com/office/drawing/2014/main" id="{F5D16682-9C40-4096-9565-8181D3A7E7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7852" y="4328928"/>
            <a:ext cx="460789" cy="460789"/>
          </a:xfrm>
          <a:prstGeom prst="rect">
            <a:avLst/>
          </a:prstGeom>
        </p:spPr>
      </p:pic>
      <p:pic>
        <p:nvPicPr>
          <p:cNvPr id="608" name="图形 607">
            <a:extLst>
              <a:ext uri="{FF2B5EF4-FFF2-40B4-BE49-F238E27FC236}">
                <a16:creationId xmlns:a16="http://schemas.microsoft.com/office/drawing/2014/main" id="{4ED057D2-3BE4-4861-8E4A-CEDAF2D07B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78172" y="4354061"/>
            <a:ext cx="430225" cy="430225"/>
          </a:xfrm>
          <a:prstGeom prst="rect">
            <a:avLst/>
          </a:prstGeom>
        </p:spPr>
      </p:pic>
      <p:cxnSp>
        <p:nvCxnSpPr>
          <p:cNvPr id="609" name="直接连接符 608">
            <a:extLst>
              <a:ext uri="{FF2B5EF4-FFF2-40B4-BE49-F238E27FC236}">
                <a16:creationId xmlns:a16="http://schemas.microsoft.com/office/drawing/2014/main" id="{4596EB4C-30FF-409C-A0E1-361F1DA317CD}"/>
              </a:ext>
            </a:extLst>
          </p:cNvPr>
          <p:cNvCxnSpPr>
            <a:cxnSpLocks/>
          </p:cNvCxnSpPr>
          <p:nvPr/>
        </p:nvCxnSpPr>
        <p:spPr>
          <a:xfrm flipH="1">
            <a:off x="4022701" y="4109340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0" name="直接连接符 609">
            <a:extLst>
              <a:ext uri="{FF2B5EF4-FFF2-40B4-BE49-F238E27FC236}">
                <a16:creationId xmlns:a16="http://schemas.microsoft.com/office/drawing/2014/main" id="{8DAD9278-C908-484F-A96F-36887C5755B9}"/>
              </a:ext>
            </a:extLst>
          </p:cNvPr>
          <p:cNvCxnSpPr>
            <a:cxnSpLocks/>
            <a:stCxn id="614" idx="2"/>
          </p:cNvCxnSpPr>
          <p:nvPr/>
        </p:nvCxnSpPr>
        <p:spPr>
          <a:xfrm>
            <a:off x="4156196" y="4107585"/>
            <a:ext cx="286153" cy="2894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1" name="直接连接符 610">
            <a:extLst>
              <a:ext uri="{FF2B5EF4-FFF2-40B4-BE49-F238E27FC236}">
                <a16:creationId xmlns:a16="http://schemas.microsoft.com/office/drawing/2014/main" id="{C551050F-14CC-48AA-A0DD-2BBB3E59F635}"/>
              </a:ext>
            </a:extLst>
          </p:cNvPr>
          <p:cNvCxnSpPr>
            <a:cxnSpLocks/>
          </p:cNvCxnSpPr>
          <p:nvPr/>
        </p:nvCxnSpPr>
        <p:spPr>
          <a:xfrm>
            <a:off x="4861424" y="4110728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12" name="直接连接符 611">
            <a:extLst>
              <a:ext uri="{FF2B5EF4-FFF2-40B4-BE49-F238E27FC236}">
                <a16:creationId xmlns:a16="http://schemas.microsoft.com/office/drawing/2014/main" id="{1D568E56-A513-4761-BB2C-378DCFC3002A}"/>
              </a:ext>
            </a:extLst>
          </p:cNvPr>
          <p:cNvCxnSpPr>
            <a:cxnSpLocks/>
          </p:cNvCxnSpPr>
          <p:nvPr/>
        </p:nvCxnSpPr>
        <p:spPr>
          <a:xfrm>
            <a:off x="4869783" y="4112046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14" name="图形 613">
            <a:extLst>
              <a:ext uri="{FF2B5EF4-FFF2-40B4-BE49-F238E27FC236}">
                <a16:creationId xmlns:a16="http://schemas.microsoft.com/office/drawing/2014/main" id="{9D6D8E6D-2602-4103-8B6F-E1352398369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976215" y="3747649"/>
            <a:ext cx="359938" cy="359938"/>
          </a:xfrm>
          <a:prstGeom prst="rect">
            <a:avLst/>
          </a:prstGeom>
        </p:spPr>
      </p:pic>
      <p:pic>
        <p:nvPicPr>
          <p:cNvPr id="615" name="图形 614">
            <a:extLst>
              <a:ext uri="{FF2B5EF4-FFF2-40B4-BE49-F238E27FC236}">
                <a16:creationId xmlns:a16="http://schemas.microsoft.com/office/drawing/2014/main" id="{F4435BFD-4114-4589-80F6-E246307D9EC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646682" y="3751575"/>
            <a:ext cx="357763" cy="357763"/>
          </a:xfrm>
          <a:prstGeom prst="rect">
            <a:avLst/>
          </a:prstGeom>
        </p:spPr>
      </p:pic>
      <p:pic>
        <p:nvPicPr>
          <p:cNvPr id="616" name="图形 615">
            <a:extLst>
              <a:ext uri="{FF2B5EF4-FFF2-40B4-BE49-F238E27FC236}">
                <a16:creationId xmlns:a16="http://schemas.microsoft.com/office/drawing/2014/main" id="{D46B4873-E7CD-479E-910D-9E0FE2E2564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863507" y="4329954"/>
            <a:ext cx="369944" cy="369944"/>
          </a:xfrm>
          <a:prstGeom prst="rect">
            <a:avLst/>
          </a:prstGeom>
        </p:spPr>
      </p:pic>
      <p:pic>
        <p:nvPicPr>
          <p:cNvPr id="617" name="图形 616">
            <a:extLst>
              <a:ext uri="{FF2B5EF4-FFF2-40B4-BE49-F238E27FC236}">
                <a16:creationId xmlns:a16="http://schemas.microsoft.com/office/drawing/2014/main" id="{C4F157E3-E425-4306-8187-7C337CD33FA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286510" y="4357643"/>
            <a:ext cx="341725" cy="341725"/>
          </a:xfrm>
          <a:prstGeom prst="rect">
            <a:avLst/>
          </a:prstGeom>
        </p:spPr>
      </p:pic>
      <p:pic>
        <p:nvPicPr>
          <p:cNvPr id="618" name="图形 617">
            <a:extLst>
              <a:ext uri="{FF2B5EF4-FFF2-40B4-BE49-F238E27FC236}">
                <a16:creationId xmlns:a16="http://schemas.microsoft.com/office/drawing/2014/main" id="{3E2E1114-77AC-45BD-A9B2-F1DFF9A9E56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576890" y="4382390"/>
            <a:ext cx="329461" cy="329461"/>
          </a:xfrm>
          <a:prstGeom prst="rect">
            <a:avLst/>
          </a:prstGeom>
        </p:spPr>
      </p:pic>
      <p:pic>
        <p:nvPicPr>
          <p:cNvPr id="619" name="图形 618">
            <a:extLst>
              <a:ext uri="{FF2B5EF4-FFF2-40B4-BE49-F238E27FC236}">
                <a16:creationId xmlns:a16="http://schemas.microsoft.com/office/drawing/2014/main" id="{475CBA42-3497-483C-9919-1EA5003A0FD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299178" y="3750182"/>
            <a:ext cx="365379" cy="36537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25" name="文本框 624">
                <a:extLst>
                  <a:ext uri="{FF2B5EF4-FFF2-40B4-BE49-F238E27FC236}">
                    <a16:creationId xmlns:a16="http://schemas.microsoft.com/office/drawing/2014/main" id="{D7047E6F-5401-49B0-868F-CCCEFF2293C1}"/>
                  </a:ext>
                </a:extLst>
              </p:cNvPr>
              <p:cNvSpPr txBox="1"/>
              <p:nvPr/>
            </p:nvSpPr>
            <p:spPr>
              <a:xfrm rot="18087063">
                <a:off x="764693" y="1760196"/>
                <a:ext cx="102783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9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𝒑</m:t>
                          </m:r>
                        </m:sup>
                      </m:sSup>
                      <m:r>
                        <a:rPr lang="en-US" altLang="zh-CN" sz="9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9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</m:oMath>
                  </m:oMathPara>
                </a14:m>
                <a:endParaRPr lang="zh-CN" altLang="en-US" sz="900" dirty="0"/>
              </a:p>
            </p:txBody>
          </p:sp>
        </mc:Choice>
        <mc:Fallback>
          <p:sp>
            <p:nvSpPr>
              <p:cNvPr id="625" name="文本框 624">
                <a:extLst>
                  <a:ext uri="{FF2B5EF4-FFF2-40B4-BE49-F238E27FC236}">
                    <a16:creationId xmlns:a16="http://schemas.microsoft.com/office/drawing/2014/main" id="{D7047E6F-5401-49B0-868F-CCCEFF229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087063">
                <a:off x="764693" y="1760196"/>
                <a:ext cx="1027831" cy="2308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6" name="文本框 625">
                <a:extLst>
                  <a:ext uri="{FF2B5EF4-FFF2-40B4-BE49-F238E27FC236}">
                    <a16:creationId xmlns:a16="http://schemas.microsoft.com/office/drawing/2014/main" id="{AC04F0AD-B158-47C9-85BB-765E2D33F82C}"/>
                  </a:ext>
                </a:extLst>
              </p:cNvPr>
              <p:cNvSpPr txBox="1"/>
              <p:nvPr/>
            </p:nvSpPr>
            <p:spPr>
              <a:xfrm rot="18009076">
                <a:off x="722573" y="2920035"/>
                <a:ext cx="102783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9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</m:t>
                          </m:r>
                        </m:sup>
                      </m:sSup>
                      <m:r>
                        <a:rPr lang="en-US" altLang="zh-CN" sz="9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9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</m:oMath>
                  </m:oMathPara>
                </a14:m>
                <a:endParaRPr lang="zh-CN" altLang="en-US" sz="900" dirty="0"/>
              </a:p>
            </p:txBody>
          </p:sp>
        </mc:Choice>
        <mc:Fallback>
          <p:sp>
            <p:nvSpPr>
              <p:cNvPr id="626" name="文本框 625">
                <a:extLst>
                  <a:ext uri="{FF2B5EF4-FFF2-40B4-BE49-F238E27FC236}">
                    <a16:creationId xmlns:a16="http://schemas.microsoft.com/office/drawing/2014/main" id="{AC04F0AD-B158-47C9-85BB-765E2D33F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009076">
                <a:off x="722573" y="2920035"/>
                <a:ext cx="1027831" cy="2308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7" name="文本框 626">
                <a:extLst>
                  <a:ext uri="{FF2B5EF4-FFF2-40B4-BE49-F238E27FC236}">
                    <a16:creationId xmlns:a16="http://schemas.microsoft.com/office/drawing/2014/main" id="{CB0C44FB-7C0E-4C0E-9627-070C26D8A8BA}"/>
                  </a:ext>
                </a:extLst>
              </p:cNvPr>
              <p:cNvSpPr txBox="1"/>
              <p:nvPr/>
            </p:nvSpPr>
            <p:spPr>
              <a:xfrm rot="17861849">
                <a:off x="718954" y="4104866"/>
                <a:ext cx="1027831" cy="2360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9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sup>
                      </m:sSup>
                      <m:r>
                        <a:rPr lang="en-US" altLang="zh-CN" sz="9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9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900" dirty="0"/>
              </a:p>
            </p:txBody>
          </p:sp>
        </mc:Choice>
        <mc:Fallback>
          <p:sp>
            <p:nvSpPr>
              <p:cNvPr id="627" name="文本框 626">
                <a:extLst>
                  <a:ext uri="{FF2B5EF4-FFF2-40B4-BE49-F238E27FC236}">
                    <a16:creationId xmlns:a16="http://schemas.microsoft.com/office/drawing/2014/main" id="{CB0C44FB-7C0E-4C0E-9627-070C26D8A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861849">
                <a:off x="718954" y="4104866"/>
                <a:ext cx="1027831" cy="23609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28" name="图形 627">
            <a:extLst>
              <a:ext uri="{FF2B5EF4-FFF2-40B4-BE49-F238E27FC236}">
                <a16:creationId xmlns:a16="http://schemas.microsoft.com/office/drawing/2014/main" id="{2245F707-D462-4159-90C0-388DC336A7D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65955" y="5845754"/>
            <a:ext cx="369944" cy="369944"/>
          </a:xfrm>
          <a:prstGeom prst="rect">
            <a:avLst/>
          </a:prstGeom>
        </p:spPr>
      </p:pic>
      <p:pic>
        <p:nvPicPr>
          <p:cNvPr id="629" name="图形 628">
            <a:extLst>
              <a:ext uri="{FF2B5EF4-FFF2-40B4-BE49-F238E27FC236}">
                <a16:creationId xmlns:a16="http://schemas.microsoft.com/office/drawing/2014/main" id="{30380456-B3B9-4BB8-8873-7AEB206DA54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493399" y="5853308"/>
            <a:ext cx="341725" cy="341725"/>
          </a:xfrm>
          <a:prstGeom prst="rect">
            <a:avLst/>
          </a:prstGeom>
        </p:spPr>
      </p:pic>
      <p:pic>
        <p:nvPicPr>
          <p:cNvPr id="630" name="图形 629">
            <a:extLst>
              <a:ext uri="{FF2B5EF4-FFF2-40B4-BE49-F238E27FC236}">
                <a16:creationId xmlns:a16="http://schemas.microsoft.com/office/drawing/2014/main" id="{F52F1606-8F5A-4534-83B5-EE47B5FBB4A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777806" y="5878871"/>
            <a:ext cx="329461" cy="329461"/>
          </a:xfrm>
          <a:prstGeom prst="rect">
            <a:avLst/>
          </a:prstGeom>
        </p:spPr>
      </p:pic>
      <p:cxnSp>
        <p:nvCxnSpPr>
          <p:cNvPr id="655" name="直接连接符 654">
            <a:extLst>
              <a:ext uri="{FF2B5EF4-FFF2-40B4-BE49-F238E27FC236}">
                <a16:creationId xmlns:a16="http://schemas.microsoft.com/office/drawing/2014/main" id="{413F3E65-93C3-4220-8980-6A117ED439C3}"/>
              </a:ext>
            </a:extLst>
          </p:cNvPr>
          <p:cNvCxnSpPr>
            <a:cxnSpLocks/>
          </p:cNvCxnSpPr>
          <p:nvPr/>
        </p:nvCxnSpPr>
        <p:spPr>
          <a:xfrm>
            <a:off x="4409468" y="1516505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6" name="直接连接符 655">
            <a:extLst>
              <a:ext uri="{FF2B5EF4-FFF2-40B4-BE49-F238E27FC236}">
                <a16:creationId xmlns:a16="http://schemas.microsoft.com/office/drawing/2014/main" id="{37F515FD-587F-4301-B1D8-F5584BB81DF3}"/>
              </a:ext>
            </a:extLst>
          </p:cNvPr>
          <p:cNvCxnSpPr>
            <a:cxnSpLocks/>
          </p:cNvCxnSpPr>
          <p:nvPr/>
        </p:nvCxnSpPr>
        <p:spPr>
          <a:xfrm>
            <a:off x="4367932" y="2723647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7" name="直接连接符 656">
            <a:extLst>
              <a:ext uri="{FF2B5EF4-FFF2-40B4-BE49-F238E27FC236}">
                <a16:creationId xmlns:a16="http://schemas.microsoft.com/office/drawing/2014/main" id="{3FBDB8EF-37BC-4CAB-99A6-D31E2CC07668}"/>
              </a:ext>
            </a:extLst>
          </p:cNvPr>
          <p:cNvCxnSpPr>
            <a:cxnSpLocks/>
          </p:cNvCxnSpPr>
          <p:nvPr/>
        </p:nvCxnSpPr>
        <p:spPr>
          <a:xfrm>
            <a:off x="4339561" y="3949255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58" name="文本框 657">
                <a:extLst>
                  <a:ext uri="{FF2B5EF4-FFF2-40B4-BE49-F238E27FC236}">
                    <a16:creationId xmlns:a16="http://schemas.microsoft.com/office/drawing/2014/main" id="{8C27EF7E-BF8F-423B-9175-A351D3782C50}"/>
                  </a:ext>
                </a:extLst>
              </p:cNvPr>
              <p:cNvSpPr txBox="1"/>
              <p:nvPr/>
            </p:nvSpPr>
            <p:spPr>
              <a:xfrm>
                <a:off x="5711689" y="1323529"/>
                <a:ext cx="315383" cy="299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658" name="文本框 657">
                <a:extLst>
                  <a:ext uri="{FF2B5EF4-FFF2-40B4-BE49-F238E27FC236}">
                    <a16:creationId xmlns:a16="http://schemas.microsoft.com/office/drawing/2014/main" id="{8C27EF7E-BF8F-423B-9175-A351D3782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1689" y="1323529"/>
                <a:ext cx="315383" cy="29931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9" name="文本框 658">
                <a:extLst>
                  <a:ext uri="{FF2B5EF4-FFF2-40B4-BE49-F238E27FC236}">
                    <a16:creationId xmlns:a16="http://schemas.microsoft.com/office/drawing/2014/main" id="{40400878-58F1-4451-A911-8D8B847EEE3A}"/>
                  </a:ext>
                </a:extLst>
              </p:cNvPr>
              <p:cNvSpPr txBox="1"/>
              <p:nvPr/>
            </p:nvSpPr>
            <p:spPr>
              <a:xfrm>
                <a:off x="5710117" y="2509030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659" name="文本框 658">
                <a:extLst>
                  <a:ext uri="{FF2B5EF4-FFF2-40B4-BE49-F238E27FC236}">
                    <a16:creationId xmlns:a16="http://schemas.microsoft.com/office/drawing/2014/main" id="{40400878-58F1-4451-A911-8D8B847EE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117" y="2509030"/>
                <a:ext cx="315383" cy="276999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0" name="文本框 659">
                <a:extLst>
                  <a:ext uri="{FF2B5EF4-FFF2-40B4-BE49-F238E27FC236}">
                    <a16:creationId xmlns:a16="http://schemas.microsoft.com/office/drawing/2014/main" id="{46E960EC-B53E-4628-84A8-59BC49CE2D0F}"/>
                  </a:ext>
                </a:extLst>
              </p:cNvPr>
              <p:cNvSpPr txBox="1"/>
              <p:nvPr/>
            </p:nvSpPr>
            <p:spPr>
              <a:xfrm>
                <a:off x="5703867" y="3690544"/>
                <a:ext cx="315383" cy="291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660" name="文本框 659">
                <a:extLst>
                  <a:ext uri="{FF2B5EF4-FFF2-40B4-BE49-F238E27FC236}">
                    <a16:creationId xmlns:a16="http://schemas.microsoft.com/office/drawing/2014/main" id="{46E960EC-B53E-4628-84A8-59BC49CE2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3867" y="3690544"/>
                <a:ext cx="315383" cy="291811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任意多边形: 形状 135">
            <a:extLst>
              <a:ext uri="{FF2B5EF4-FFF2-40B4-BE49-F238E27FC236}">
                <a16:creationId xmlns:a16="http://schemas.microsoft.com/office/drawing/2014/main" id="{3B589DE1-C3BB-4449-9D08-B2252E91B324}"/>
              </a:ext>
            </a:extLst>
          </p:cNvPr>
          <p:cNvSpPr/>
          <p:nvPr/>
        </p:nvSpPr>
        <p:spPr>
          <a:xfrm>
            <a:off x="4273265" y="2780622"/>
            <a:ext cx="567557" cy="403235"/>
          </a:xfrm>
          <a:custGeom>
            <a:avLst/>
            <a:gdLst>
              <a:gd name="connsiteX0" fmla="*/ 16164 w 567557"/>
              <a:gd name="connsiteY0" fmla="*/ 146059 h 403235"/>
              <a:gd name="connsiteX1" fmla="*/ 530514 w 567557"/>
              <a:gd name="connsiteY1" fmla="*/ 403234 h 403235"/>
              <a:gd name="connsiteX2" fmla="*/ 511464 w 567557"/>
              <a:gd name="connsiteY2" fmla="*/ 149234 h 403235"/>
              <a:gd name="connsiteX3" fmla="*/ 387639 w 567557"/>
              <a:gd name="connsiteY3" fmla="*/ 15884 h 403235"/>
              <a:gd name="connsiteX4" fmla="*/ 149514 w 567557"/>
              <a:gd name="connsiteY4" fmla="*/ 15884 h 403235"/>
              <a:gd name="connsiteX5" fmla="*/ 16164 w 567557"/>
              <a:gd name="connsiteY5" fmla="*/ 146059 h 403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7557" h="403235">
                <a:moveTo>
                  <a:pt x="16164" y="146059"/>
                </a:moveTo>
                <a:cubicBezTo>
                  <a:pt x="79664" y="210617"/>
                  <a:pt x="447964" y="402705"/>
                  <a:pt x="530514" y="403234"/>
                </a:cubicBezTo>
                <a:cubicBezTo>
                  <a:pt x="613064" y="403763"/>
                  <a:pt x="535276" y="213792"/>
                  <a:pt x="511464" y="149234"/>
                </a:cubicBezTo>
                <a:cubicBezTo>
                  <a:pt x="487652" y="84676"/>
                  <a:pt x="447964" y="38109"/>
                  <a:pt x="387639" y="15884"/>
                </a:cubicBezTo>
                <a:cubicBezTo>
                  <a:pt x="327314" y="-6341"/>
                  <a:pt x="206135" y="-4224"/>
                  <a:pt x="149514" y="15884"/>
                </a:cubicBezTo>
                <a:cubicBezTo>
                  <a:pt x="92893" y="35992"/>
                  <a:pt x="-47336" y="81501"/>
                  <a:pt x="16164" y="146059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5" name="文本框 664">
            <a:extLst>
              <a:ext uri="{FF2B5EF4-FFF2-40B4-BE49-F238E27FC236}">
                <a16:creationId xmlns:a16="http://schemas.microsoft.com/office/drawing/2014/main" id="{F4A84F21-DBB6-469B-A670-323C379A3086}"/>
              </a:ext>
            </a:extLst>
          </p:cNvPr>
          <p:cNvSpPr txBox="1"/>
          <p:nvPr/>
        </p:nvSpPr>
        <p:spPr>
          <a:xfrm rot="19578038">
            <a:off x="4583191" y="1652735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6" name="文本框 665">
            <a:extLst>
              <a:ext uri="{FF2B5EF4-FFF2-40B4-BE49-F238E27FC236}">
                <a16:creationId xmlns:a16="http://schemas.microsoft.com/office/drawing/2014/main" id="{079CC7E1-6EB7-4331-8554-6CD836B6A43F}"/>
              </a:ext>
            </a:extLst>
          </p:cNvPr>
          <p:cNvSpPr txBox="1"/>
          <p:nvPr/>
        </p:nvSpPr>
        <p:spPr>
          <a:xfrm rot="18139359">
            <a:off x="3966885" y="1731458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7" name="文本框 666">
            <a:extLst>
              <a:ext uri="{FF2B5EF4-FFF2-40B4-BE49-F238E27FC236}">
                <a16:creationId xmlns:a16="http://schemas.microsoft.com/office/drawing/2014/main" id="{FBAD6B1F-C5D0-4BBB-B872-70629600AC9F}"/>
              </a:ext>
            </a:extLst>
          </p:cNvPr>
          <p:cNvSpPr txBox="1"/>
          <p:nvPr/>
        </p:nvSpPr>
        <p:spPr>
          <a:xfrm rot="3187128">
            <a:off x="4144343" y="1833502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8" name="文本框 667">
            <a:extLst>
              <a:ext uri="{FF2B5EF4-FFF2-40B4-BE49-F238E27FC236}">
                <a16:creationId xmlns:a16="http://schemas.microsoft.com/office/drawing/2014/main" id="{A04418CD-42B5-44F0-B676-08867D63EBC4}"/>
              </a:ext>
            </a:extLst>
          </p:cNvPr>
          <p:cNvSpPr txBox="1"/>
          <p:nvPr/>
        </p:nvSpPr>
        <p:spPr>
          <a:xfrm rot="1783072">
            <a:off x="4317132" y="1689620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9" name="文本框 668">
            <a:extLst>
              <a:ext uri="{FF2B5EF4-FFF2-40B4-BE49-F238E27FC236}">
                <a16:creationId xmlns:a16="http://schemas.microsoft.com/office/drawing/2014/main" id="{BEA85EB0-B7B1-4F1C-8730-A40BFF356CC7}"/>
              </a:ext>
            </a:extLst>
          </p:cNvPr>
          <p:cNvSpPr txBox="1"/>
          <p:nvPr/>
        </p:nvSpPr>
        <p:spPr>
          <a:xfrm rot="215747">
            <a:off x="4768602" y="1793643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0" name="文本框 669">
            <a:extLst>
              <a:ext uri="{FF2B5EF4-FFF2-40B4-BE49-F238E27FC236}">
                <a16:creationId xmlns:a16="http://schemas.microsoft.com/office/drawing/2014/main" id="{DBB9E95B-2D1A-4619-91C4-FC6D1A6648E6}"/>
              </a:ext>
            </a:extLst>
          </p:cNvPr>
          <p:cNvSpPr txBox="1"/>
          <p:nvPr/>
        </p:nvSpPr>
        <p:spPr>
          <a:xfrm rot="1736926">
            <a:off x="4985597" y="1812486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1" name="文本框 670">
            <a:extLst>
              <a:ext uri="{FF2B5EF4-FFF2-40B4-BE49-F238E27FC236}">
                <a16:creationId xmlns:a16="http://schemas.microsoft.com/office/drawing/2014/main" id="{7184DECD-0F1D-4764-98A6-F2FDB6ABECAF}"/>
              </a:ext>
            </a:extLst>
          </p:cNvPr>
          <p:cNvSpPr txBox="1"/>
          <p:nvPr/>
        </p:nvSpPr>
        <p:spPr>
          <a:xfrm rot="832048">
            <a:off x="5217718" y="1698183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2" name="文本框 671">
            <a:extLst>
              <a:ext uri="{FF2B5EF4-FFF2-40B4-BE49-F238E27FC236}">
                <a16:creationId xmlns:a16="http://schemas.microsoft.com/office/drawing/2014/main" id="{36F7DEB2-258E-45C2-9577-65A19DDE856F}"/>
              </a:ext>
            </a:extLst>
          </p:cNvPr>
          <p:cNvSpPr txBox="1"/>
          <p:nvPr/>
        </p:nvSpPr>
        <p:spPr>
          <a:xfrm rot="17933637">
            <a:off x="3852017" y="2921683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3" name="文本框 672">
                <a:extLst>
                  <a:ext uri="{FF2B5EF4-FFF2-40B4-BE49-F238E27FC236}">
                    <a16:creationId xmlns:a16="http://schemas.microsoft.com/office/drawing/2014/main" id="{01BDF4D8-F9E7-402D-A71C-C821BEC5BA57}"/>
                  </a:ext>
                </a:extLst>
              </p:cNvPr>
              <p:cNvSpPr txBox="1"/>
              <p:nvPr/>
            </p:nvSpPr>
            <p:spPr>
              <a:xfrm rot="1499992">
                <a:off x="3956512" y="3010888"/>
                <a:ext cx="94697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9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(1+1)</a:t>
                </a:r>
                <a14:m>
                  <m:oMath xmlns:m="http://schemas.openxmlformats.org/officeDocument/2006/math">
                    <m:r>
                      <a:rPr lang="en-US" altLang="zh-CN" sz="9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9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en-US" altLang="zh-CN" sz="9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=2</a:t>
                </a:r>
                <a:endParaRPr lang="zh-CN" altLang="en-US" sz="9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73" name="文本框 672">
                <a:extLst>
                  <a:ext uri="{FF2B5EF4-FFF2-40B4-BE49-F238E27FC236}">
                    <a16:creationId xmlns:a16="http://schemas.microsoft.com/office/drawing/2014/main" id="{01BDF4D8-F9E7-402D-A71C-C821BEC5B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499992">
                <a:off x="3956512" y="3010888"/>
                <a:ext cx="946975" cy="2308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5" name="文本框 674">
            <a:extLst>
              <a:ext uri="{FF2B5EF4-FFF2-40B4-BE49-F238E27FC236}">
                <a16:creationId xmlns:a16="http://schemas.microsoft.com/office/drawing/2014/main" id="{09A10B22-29E4-4D38-88F7-3BECE1F4D1AC}"/>
              </a:ext>
            </a:extLst>
          </p:cNvPr>
          <p:cNvSpPr txBox="1"/>
          <p:nvPr/>
        </p:nvSpPr>
        <p:spPr>
          <a:xfrm rot="5400000">
            <a:off x="4724921" y="2981366"/>
            <a:ext cx="51849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6" name="文本框 675">
                <a:extLst>
                  <a:ext uri="{FF2B5EF4-FFF2-40B4-BE49-F238E27FC236}">
                    <a16:creationId xmlns:a16="http://schemas.microsoft.com/office/drawing/2014/main" id="{59307E90-5B3E-409B-B8B4-3ED2C6FC73F9}"/>
                  </a:ext>
                </a:extLst>
              </p:cNvPr>
              <p:cNvSpPr txBox="1"/>
              <p:nvPr/>
            </p:nvSpPr>
            <p:spPr>
              <a:xfrm rot="1166177">
                <a:off x="5008386" y="2885951"/>
                <a:ext cx="659827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900" b="1" dirty="0">
                    <a:solidFill>
                      <a:srgbClr val="217BB7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(1+0) </a:t>
                </a:r>
                <a14:m>
                  <m:oMath xmlns:m="http://schemas.openxmlformats.org/officeDocument/2006/math">
                    <m:r>
                      <a:rPr lang="en-US" altLang="zh-CN" sz="900" b="1" i="1">
                        <a:solidFill>
                          <a:srgbClr val="217BB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900" b="1" i="1">
                        <a:solidFill>
                          <a:srgbClr val="217BB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endParaRPr lang="zh-CN" altLang="en-US" sz="900" b="1" dirty="0">
                  <a:solidFill>
                    <a:srgbClr val="217BB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76" name="文本框 675">
                <a:extLst>
                  <a:ext uri="{FF2B5EF4-FFF2-40B4-BE49-F238E27FC236}">
                    <a16:creationId xmlns:a16="http://schemas.microsoft.com/office/drawing/2014/main" id="{59307E90-5B3E-409B-B8B4-3ED2C6FC7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166177">
                <a:off x="5008386" y="2885951"/>
                <a:ext cx="659827" cy="2308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7" name="文本框 676">
            <a:extLst>
              <a:ext uri="{FF2B5EF4-FFF2-40B4-BE49-F238E27FC236}">
                <a16:creationId xmlns:a16="http://schemas.microsoft.com/office/drawing/2014/main" id="{AF6AAD5F-C0ED-40C0-9295-E1BD19D9DB0A}"/>
              </a:ext>
            </a:extLst>
          </p:cNvPr>
          <p:cNvSpPr txBox="1"/>
          <p:nvPr/>
        </p:nvSpPr>
        <p:spPr>
          <a:xfrm rot="3243918">
            <a:off x="5617055" y="1729501"/>
            <a:ext cx="2055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8" name="文本框 677">
            <a:extLst>
              <a:ext uri="{FF2B5EF4-FFF2-40B4-BE49-F238E27FC236}">
                <a16:creationId xmlns:a16="http://schemas.microsoft.com/office/drawing/2014/main" id="{83FDD222-CE96-487B-869D-3631E7A13879}"/>
              </a:ext>
            </a:extLst>
          </p:cNvPr>
          <p:cNvSpPr txBox="1"/>
          <p:nvPr/>
        </p:nvSpPr>
        <p:spPr>
          <a:xfrm rot="3122556">
            <a:off x="5601214" y="2904945"/>
            <a:ext cx="2055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9" name="文本框 678">
            <a:extLst>
              <a:ext uri="{FF2B5EF4-FFF2-40B4-BE49-F238E27FC236}">
                <a16:creationId xmlns:a16="http://schemas.microsoft.com/office/drawing/2014/main" id="{4A008897-576C-4CB3-A3D6-EA0DF7E0B70F}"/>
              </a:ext>
            </a:extLst>
          </p:cNvPr>
          <p:cNvSpPr txBox="1"/>
          <p:nvPr/>
        </p:nvSpPr>
        <p:spPr>
          <a:xfrm rot="17933637">
            <a:off x="3820930" y="4115681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0" name="文本框 679">
            <a:extLst>
              <a:ext uri="{FF2B5EF4-FFF2-40B4-BE49-F238E27FC236}">
                <a16:creationId xmlns:a16="http://schemas.microsoft.com/office/drawing/2014/main" id="{498914B6-092A-4D9E-8077-EC5C06E0F6E2}"/>
              </a:ext>
            </a:extLst>
          </p:cNvPr>
          <p:cNvSpPr txBox="1"/>
          <p:nvPr/>
        </p:nvSpPr>
        <p:spPr>
          <a:xfrm rot="2566792">
            <a:off x="4184776" y="4101358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1" name="文本框 680">
            <a:extLst>
              <a:ext uri="{FF2B5EF4-FFF2-40B4-BE49-F238E27FC236}">
                <a16:creationId xmlns:a16="http://schemas.microsoft.com/office/drawing/2014/main" id="{6CB70863-94C1-4CD5-BC52-7C21118E5698}"/>
              </a:ext>
            </a:extLst>
          </p:cNvPr>
          <p:cNvSpPr txBox="1"/>
          <p:nvPr/>
        </p:nvSpPr>
        <p:spPr>
          <a:xfrm rot="1252548">
            <a:off x="5274451" y="4106931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2" name="文本框 681">
            <a:extLst>
              <a:ext uri="{FF2B5EF4-FFF2-40B4-BE49-F238E27FC236}">
                <a16:creationId xmlns:a16="http://schemas.microsoft.com/office/drawing/2014/main" id="{46424178-B289-4D2E-B0BA-68FF18FB788C}"/>
              </a:ext>
            </a:extLst>
          </p:cNvPr>
          <p:cNvSpPr txBox="1"/>
          <p:nvPr/>
        </p:nvSpPr>
        <p:spPr>
          <a:xfrm>
            <a:off x="4857435" y="4190992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3" name="矩形: 圆角 682">
            <a:extLst>
              <a:ext uri="{FF2B5EF4-FFF2-40B4-BE49-F238E27FC236}">
                <a16:creationId xmlns:a16="http://schemas.microsoft.com/office/drawing/2014/main" id="{974F59C5-AA53-4ABA-BB92-C72B1103C131}"/>
              </a:ext>
            </a:extLst>
          </p:cNvPr>
          <p:cNvSpPr/>
          <p:nvPr/>
        </p:nvSpPr>
        <p:spPr>
          <a:xfrm>
            <a:off x="6930723" y="1354474"/>
            <a:ext cx="225553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84" name="直接连接符 683">
            <a:extLst>
              <a:ext uri="{FF2B5EF4-FFF2-40B4-BE49-F238E27FC236}">
                <a16:creationId xmlns:a16="http://schemas.microsoft.com/office/drawing/2014/main" id="{98862129-8396-4EC5-ADF6-C82E3B07AFE0}"/>
              </a:ext>
            </a:extLst>
          </p:cNvPr>
          <p:cNvCxnSpPr>
            <a:cxnSpLocks/>
          </p:cNvCxnSpPr>
          <p:nvPr/>
        </p:nvCxnSpPr>
        <p:spPr>
          <a:xfrm flipH="1">
            <a:off x="7140174" y="1768896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85" name="图形 684">
            <a:extLst>
              <a:ext uri="{FF2B5EF4-FFF2-40B4-BE49-F238E27FC236}">
                <a16:creationId xmlns:a16="http://schemas.microsoft.com/office/drawing/2014/main" id="{C2935729-6D94-45B5-B49A-80A76E648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1654" y="1999040"/>
            <a:ext cx="460789" cy="460789"/>
          </a:xfrm>
          <a:prstGeom prst="rect">
            <a:avLst/>
          </a:prstGeom>
        </p:spPr>
      </p:pic>
      <p:pic>
        <p:nvPicPr>
          <p:cNvPr id="686" name="图形 685">
            <a:extLst>
              <a:ext uri="{FF2B5EF4-FFF2-40B4-BE49-F238E27FC236}">
                <a16:creationId xmlns:a16="http://schemas.microsoft.com/office/drawing/2014/main" id="{01151A3C-12C7-4114-A5C0-F4A1C595D4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4487" y="1981363"/>
            <a:ext cx="430225" cy="430225"/>
          </a:xfrm>
          <a:prstGeom prst="rect">
            <a:avLst/>
          </a:prstGeom>
        </p:spPr>
      </p:pic>
      <p:cxnSp>
        <p:nvCxnSpPr>
          <p:cNvPr id="687" name="直接连接符 686">
            <a:extLst>
              <a:ext uri="{FF2B5EF4-FFF2-40B4-BE49-F238E27FC236}">
                <a16:creationId xmlns:a16="http://schemas.microsoft.com/office/drawing/2014/main" id="{0BF0F215-CEA3-4B74-A084-AC6E776879D4}"/>
              </a:ext>
            </a:extLst>
          </p:cNvPr>
          <p:cNvCxnSpPr>
            <a:cxnSpLocks/>
          </p:cNvCxnSpPr>
          <p:nvPr/>
        </p:nvCxnSpPr>
        <p:spPr>
          <a:xfrm>
            <a:off x="7330666" y="1768910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8" name="直接连接符 687">
            <a:extLst>
              <a:ext uri="{FF2B5EF4-FFF2-40B4-BE49-F238E27FC236}">
                <a16:creationId xmlns:a16="http://schemas.microsoft.com/office/drawing/2014/main" id="{EC330D8F-33A1-4E18-A52F-7C719F6A68C8}"/>
              </a:ext>
            </a:extLst>
          </p:cNvPr>
          <p:cNvCxnSpPr>
            <a:cxnSpLocks/>
          </p:cNvCxnSpPr>
          <p:nvPr/>
        </p:nvCxnSpPr>
        <p:spPr>
          <a:xfrm>
            <a:off x="7330679" y="1768897"/>
            <a:ext cx="593567" cy="325106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9" name="直接连接符 688">
            <a:extLst>
              <a:ext uri="{FF2B5EF4-FFF2-40B4-BE49-F238E27FC236}">
                <a16:creationId xmlns:a16="http://schemas.microsoft.com/office/drawing/2014/main" id="{5B5FB6FD-147C-44A8-BDCD-75629C7D1446}"/>
              </a:ext>
            </a:extLst>
          </p:cNvPr>
          <p:cNvCxnSpPr>
            <a:cxnSpLocks/>
          </p:cNvCxnSpPr>
          <p:nvPr/>
        </p:nvCxnSpPr>
        <p:spPr>
          <a:xfrm flipH="1">
            <a:off x="7549936" y="1780853"/>
            <a:ext cx="425290" cy="273527"/>
          </a:xfrm>
          <a:prstGeom prst="line">
            <a:avLst/>
          </a:prstGeom>
          <a:ln>
            <a:solidFill>
              <a:srgbClr val="217BB7"/>
            </a:solidFill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0" name="直接连接符 689">
            <a:extLst>
              <a:ext uri="{FF2B5EF4-FFF2-40B4-BE49-F238E27FC236}">
                <a16:creationId xmlns:a16="http://schemas.microsoft.com/office/drawing/2014/main" id="{03197E6B-004D-4462-9FD3-B33D04768036}"/>
              </a:ext>
            </a:extLst>
          </p:cNvPr>
          <p:cNvCxnSpPr>
            <a:cxnSpLocks/>
          </p:cNvCxnSpPr>
          <p:nvPr/>
        </p:nvCxnSpPr>
        <p:spPr>
          <a:xfrm>
            <a:off x="7975238" y="1780851"/>
            <a:ext cx="50995" cy="32325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1" name="直接连接符 690">
            <a:extLst>
              <a:ext uri="{FF2B5EF4-FFF2-40B4-BE49-F238E27FC236}">
                <a16:creationId xmlns:a16="http://schemas.microsoft.com/office/drawing/2014/main" id="{CF75757C-6243-4A24-82AB-658B9FFEE212}"/>
              </a:ext>
            </a:extLst>
          </p:cNvPr>
          <p:cNvCxnSpPr>
            <a:cxnSpLocks/>
          </p:cNvCxnSpPr>
          <p:nvPr/>
        </p:nvCxnSpPr>
        <p:spPr>
          <a:xfrm>
            <a:off x="7963904" y="1783490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2" name="直接连接符 691">
            <a:extLst>
              <a:ext uri="{FF2B5EF4-FFF2-40B4-BE49-F238E27FC236}">
                <a16:creationId xmlns:a16="http://schemas.microsoft.com/office/drawing/2014/main" id="{D4F10A59-6B89-4B38-8705-A39CA852102E}"/>
              </a:ext>
            </a:extLst>
          </p:cNvPr>
          <p:cNvCxnSpPr>
            <a:cxnSpLocks/>
          </p:cNvCxnSpPr>
          <p:nvPr/>
        </p:nvCxnSpPr>
        <p:spPr>
          <a:xfrm>
            <a:off x="7975227" y="1780850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3" name="直接连接符 692">
            <a:extLst>
              <a:ext uri="{FF2B5EF4-FFF2-40B4-BE49-F238E27FC236}">
                <a16:creationId xmlns:a16="http://schemas.microsoft.com/office/drawing/2014/main" id="{CB197AF9-EDAD-47B3-B63F-F4F99BAF6FAE}"/>
              </a:ext>
            </a:extLst>
          </p:cNvPr>
          <p:cNvCxnSpPr>
            <a:cxnSpLocks/>
            <a:stCxn id="700" idx="2"/>
          </p:cNvCxnSpPr>
          <p:nvPr/>
        </p:nvCxnSpPr>
        <p:spPr>
          <a:xfrm>
            <a:off x="8613623" y="1760191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4" name="文本框 693">
                <a:extLst>
                  <a:ext uri="{FF2B5EF4-FFF2-40B4-BE49-F238E27FC236}">
                    <a16:creationId xmlns:a16="http://schemas.microsoft.com/office/drawing/2014/main" id="{CF7FEEDF-3DE0-46D5-AFA8-0BFD8D3B721E}"/>
                  </a:ext>
                </a:extLst>
              </p:cNvPr>
              <p:cNvSpPr txBox="1"/>
              <p:nvPr/>
            </p:nvSpPr>
            <p:spPr>
              <a:xfrm>
                <a:off x="8745058" y="1316736"/>
                <a:ext cx="315383" cy="322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694" name="文本框 693">
                <a:extLst>
                  <a:ext uri="{FF2B5EF4-FFF2-40B4-BE49-F238E27FC236}">
                    <a16:creationId xmlns:a16="http://schemas.microsoft.com/office/drawing/2014/main" id="{CF7FEEDF-3DE0-46D5-AFA8-0BFD8D3B7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5058" y="1316736"/>
                <a:ext cx="315383" cy="322589"/>
              </a:xfrm>
              <a:prstGeom prst="rect">
                <a:avLst/>
              </a:prstGeom>
              <a:blipFill>
                <a:blip r:embed="rId36"/>
                <a:stretch>
                  <a:fillRect r="-490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95" name="图形 694">
            <a:extLst>
              <a:ext uri="{FF2B5EF4-FFF2-40B4-BE49-F238E27FC236}">
                <a16:creationId xmlns:a16="http://schemas.microsoft.com/office/drawing/2014/main" id="{DFDDD79F-B027-418E-AE1E-0C9FC1545A5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47180" y="1394074"/>
            <a:ext cx="359938" cy="359938"/>
          </a:xfrm>
          <a:prstGeom prst="rect">
            <a:avLst/>
          </a:prstGeom>
        </p:spPr>
      </p:pic>
      <p:pic>
        <p:nvPicPr>
          <p:cNvPr id="696" name="图形 695">
            <a:extLst>
              <a:ext uri="{FF2B5EF4-FFF2-40B4-BE49-F238E27FC236}">
                <a16:creationId xmlns:a16="http://schemas.microsoft.com/office/drawing/2014/main" id="{426CC4CB-7983-4E12-805F-C19ED1F7BA9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810049" y="1394133"/>
            <a:ext cx="357763" cy="357763"/>
          </a:xfrm>
          <a:prstGeom prst="rect">
            <a:avLst/>
          </a:prstGeom>
        </p:spPr>
      </p:pic>
      <p:pic>
        <p:nvPicPr>
          <p:cNvPr id="697" name="图形 696">
            <a:extLst>
              <a:ext uri="{FF2B5EF4-FFF2-40B4-BE49-F238E27FC236}">
                <a16:creationId xmlns:a16="http://schemas.microsoft.com/office/drawing/2014/main" id="{4FB891EE-0F1B-469C-93E3-AB9A0A4151A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977302" y="2045140"/>
            <a:ext cx="369944" cy="369944"/>
          </a:xfrm>
          <a:prstGeom prst="rect">
            <a:avLst/>
          </a:prstGeom>
        </p:spPr>
      </p:pic>
      <p:pic>
        <p:nvPicPr>
          <p:cNvPr id="698" name="图形 697">
            <a:extLst>
              <a:ext uri="{FF2B5EF4-FFF2-40B4-BE49-F238E27FC236}">
                <a16:creationId xmlns:a16="http://schemas.microsoft.com/office/drawing/2014/main" id="{942D0010-9C1E-45CF-A0A1-536158EBDDD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377335" y="2035195"/>
            <a:ext cx="341725" cy="341725"/>
          </a:xfrm>
          <a:prstGeom prst="rect">
            <a:avLst/>
          </a:prstGeom>
        </p:spPr>
      </p:pic>
      <p:pic>
        <p:nvPicPr>
          <p:cNvPr id="699" name="图形 698">
            <a:extLst>
              <a:ext uri="{FF2B5EF4-FFF2-40B4-BE49-F238E27FC236}">
                <a16:creationId xmlns:a16="http://schemas.microsoft.com/office/drawing/2014/main" id="{706C122B-B368-413B-AAAC-6CF4728070B6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676835" y="2057002"/>
            <a:ext cx="329461" cy="329461"/>
          </a:xfrm>
          <a:prstGeom prst="rect">
            <a:avLst/>
          </a:prstGeom>
        </p:spPr>
      </p:pic>
      <p:pic>
        <p:nvPicPr>
          <p:cNvPr id="700" name="图形 699">
            <a:extLst>
              <a:ext uri="{FF2B5EF4-FFF2-40B4-BE49-F238E27FC236}">
                <a16:creationId xmlns:a16="http://schemas.microsoft.com/office/drawing/2014/main" id="{AB6788A2-EFF9-42EC-88BE-6ED70A7171F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430934" y="1394824"/>
            <a:ext cx="365379" cy="365379"/>
          </a:xfrm>
          <a:prstGeom prst="rect">
            <a:avLst/>
          </a:prstGeom>
        </p:spPr>
      </p:pic>
      <p:sp>
        <p:nvSpPr>
          <p:cNvPr id="701" name="文本框 700">
            <a:extLst>
              <a:ext uri="{FF2B5EF4-FFF2-40B4-BE49-F238E27FC236}">
                <a16:creationId xmlns:a16="http://schemas.microsoft.com/office/drawing/2014/main" id="{ED1B9420-3465-4D99-9A1B-7A6590E61FF5}"/>
              </a:ext>
            </a:extLst>
          </p:cNvPr>
          <p:cNvSpPr txBox="1"/>
          <p:nvPr/>
        </p:nvSpPr>
        <p:spPr>
          <a:xfrm rot="18187159">
            <a:off x="6873282" y="1721395"/>
            <a:ext cx="673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6+1=7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3" name="文本框 702">
            <a:extLst>
              <a:ext uri="{FF2B5EF4-FFF2-40B4-BE49-F238E27FC236}">
                <a16:creationId xmlns:a16="http://schemas.microsoft.com/office/drawing/2014/main" id="{F070EAE8-2189-47DE-B3FB-DF3E48712F33}"/>
              </a:ext>
            </a:extLst>
          </p:cNvPr>
          <p:cNvSpPr txBox="1"/>
          <p:nvPr/>
        </p:nvSpPr>
        <p:spPr>
          <a:xfrm rot="3471750">
            <a:off x="7124720" y="1882181"/>
            <a:ext cx="60737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4" name="文本框 703">
            <a:extLst>
              <a:ext uri="{FF2B5EF4-FFF2-40B4-BE49-F238E27FC236}">
                <a16:creationId xmlns:a16="http://schemas.microsoft.com/office/drawing/2014/main" id="{5BA3AF6E-F1A4-4B72-8A9B-D110F2582DC4}"/>
              </a:ext>
            </a:extLst>
          </p:cNvPr>
          <p:cNvSpPr txBox="1"/>
          <p:nvPr/>
        </p:nvSpPr>
        <p:spPr>
          <a:xfrm rot="1306858">
            <a:off x="7311568" y="1668103"/>
            <a:ext cx="35165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5" name="文本框 704">
            <a:extLst>
              <a:ext uri="{FF2B5EF4-FFF2-40B4-BE49-F238E27FC236}">
                <a16:creationId xmlns:a16="http://schemas.microsoft.com/office/drawing/2014/main" id="{0192C358-4ABD-41C3-9C35-D9A053828B5C}"/>
              </a:ext>
            </a:extLst>
          </p:cNvPr>
          <p:cNvSpPr txBox="1"/>
          <p:nvPr/>
        </p:nvSpPr>
        <p:spPr>
          <a:xfrm rot="19691586">
            <a:off x="7666745" y="1683490"/>
            <a:ext cx="3859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6" name="文本框 705">
            <a:extLst>
              <a:ext uri="{FF2B5EF4-FFF2-40B4-BE49-F238E27FC236}">
                <a16:creationId xmlns:a16="http://schemas.microsoft.com/office/drawing/2014/main" id="{4C7D813A-A92D-4595-93DE-ED987FF330F5}"/>
              </a:ext>
            </a:extLst>
          </p:cNvPr>
          <p:cNvSpPr txBox="1"/>
          <p:nvPr/>
        </p:nvSpPr>
        <p:spPr>
          <a:xfrm>
            <a:off x="7847996" y="1858204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8" name="文本框 707">
            <a:extLst>
              <a:ext uri="{FF2B5EF4-FFF2-40B4-BE49-F238E27FC236}">
                <a16:creationId xmlns:a16="http://schemas.microsoft.com/office/drawing/2014/main" id="{D2FCA29D-D483-4C69-8C6D-92FE775618E5}"/>
              </a:ext>
            </a:extLst>
          </p:cNvPr>
          <p:cNvSpPr txBox="1"/>
          <p:nvPr/>
        </p:nvSpPr>
        <p:spPr>
          <a:xfrm rot="21411695">
            <a:off x="8049418" y="1854587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9" name="文本框 708">
            <a:extLst>
              <a:ext uri="{FF2B5EF4-FFF2-40B4-BE49-F238E27FC236}">
                <a16:creationId xmlns:a16="http://schemas.microsoft.com/office/drawing/2014/main" id="{94359E4A-0AA0-45AD-A529-3558DF1C303F}"/>
              </a:ext>
            </a:extLst>
          </p:cNvPr>
          <p:cNvSpPr txBox="1"/>
          <p:nvPr/>
        </p:nvSpPr>
        <p:spPr>
          <a:xfrm rot="1147766">
            <a:off x="7995026" y="1755239"/>
            <a:ext cx="8890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1+4=5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3" name="矩形: 圆角 712">
            <a:extLst>
              <a:ext uri="{FF2B5EF4-FFF2-40B4-BE49-F238E27FC236}">
                <a16:creationId xmlns:a16="http://schemas.microsoft.com/office/drawing/2014/main" id="{CAFCC101-2CC0-43CB-9913-BD080A186A04}"/>
              </a:ext>
            </a:extLst>
          </p:cNvPr>
          <p:cNvSpPr/>
          <p:nvPr/>
        </p:nvSpPr>
        <p:spPr>
          <a:xfrm>
            <a:off x="6922801" y="2519930"/>
            <a:ext cx="224621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14" name="图形 713">
            <a:extLst>
              <a:ext uri="{FF2B5EF4-FFF2-40B4-BE49-F238E27FC236}">
                <a16:creationId xmlns:a16="http://schemas.microsoft.com/office/drawing/2014/main" id="{3F58F3FD-1692-4456-A6C7-305B4FA74C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55923" y="3158956"/>
            <a:ext cx="460789" cy="460789"/>
          </a:xfrm>
          <a:prstGeom prst="rect">
            <a:avLst/>
          </a:prstGeom>
        </p:spPr>
      </p:pic>
      <p:pic>
        <p:nvPicPr>
          <p:cNvPr id="715" name="图形 714">
            <a:extLst>
              <a:ext uri="{FF2B5EF4-FFF2-40B4-BE49-F238E27FC236}">
                <a16:creationId xmlns:a16="http://schemas.microsoft.com/office/drawing/2014/main" id="{98F4A58E-0327-4AC2-849E-2E719F8549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88706" y="3162514"/>
            <a:ext cx="430225" cy="430225"/>
          </a:xfrm>
          <a:prstGeom prst="rect">
            <a:avLst/>
          </a:prstGeom>
        </p:spPr>
      </p:pic>
      <p:cxnSp>
        <p:nvCxnSpPr>
          <p:cNvPr id="716" name="直接连接符 715">
            <a:extLst>
              <a:ext uri="{FF2B5EF4-FFF2-40B4-BE49-F238E27FC236}">
                <a16:creationId xmlns:a16="http://schemas.microsoft.com/office/drawing/2014/main" id="{3C780878-C891-4764-A16F-BBB3C94C6A27}"/>
              </a:ext>
            </a:extLst>
          </p:cNvPr>
          <p:cNvCxnSpPr>
            <a:cxnSpLocks/>
          </p:cNvCxnSpPr>
          <p:nvPr/>
        </p:nvCxnSpPr>
        <p:spPr>
          <a:xfrm flipH="1">
            <a:off x="7128578" y="2935712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7" name="直接连接符 716">
            <a:extLst>
              <a:ext uri="{FF2B5EF4-FFF2-40B4-BE49-F238E27FC236}">
                <a16:creationId xmlns:a16="http://schemas.microsoft.com/office/drawing/2014/main" id="{8B9876A9-31DB-48C8-B5D0-FA79A0B10774}"/>
              </a:ext>
            </a:extLst>
          </p:cNvPr>
          <p:cNvCxnSpPr>
            <a:cxnSpLocks/>
          </p:cNvCxnSpPr>
          <p:nvPr/>
        </p:nvCxnSpPr>
        <p:spPr>
          <a:xfrm>
            <a:off x="7274405" y="2949189"/>
            <a:ext cx="656553" cy="314898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8" name="直接连接符 717">
            <a:extLst>
              <a:ext uri="{FF2B5EF4-FFF2-40B4-BE49-F238E27FC236}">
                <a16:creationId xmlns:a16="http://schemas.microsoft.com/office/drawing/2014/main" id="{898E610B-1D75-4809-B853-3E255DB3AB06}"/>
              </a:ext>
            </a:extLst>
          </p:cNvPr>
          <p:cNvCxnSpPr>
            <a:cxnSpLocks/>
          </p:cNvCxnSpPr>
          <p:nvPr/>
        </p:nvCxnSpPr>
        <p:spPr>
          <a:xfrm flipH="1">
            <a:off x="7960285" y="2946309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9" name="直接连接符 718">
            <a:extLst>
              <a:ext uri="{FF2B5EF4-FFF2-40B4-BE49-F238E27FC236}">
                <a16:creationId xmlns:a16="http://schemas.microsoft.com/office/drawing/2014/main" id="{2D68386E-06CF-435F-93E1-40D8ACA945BB}"/>
              </a:ext>
            </a:extLst>
          </p:cNvPr>
          <p:cNvCxnSpPr>
            <a:cxnSpLocks/>
          </p:cNvCxnSpPr>
          <p:nvPr/>
        </p:nvCxnSpPr>
        <p:spPr>
          <a:xfrm>
            <a:off x="7975661" y="2947616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0" name="直接连接符 719">
            <a:extLst>
              <a:ext uri="{FF2B5EF4-FFF2-40B4-BE49-F238E27FC236}">
                <a16:creationId xmlns:a16="http://schemas.microsoft.com/office/drawing/2014/main" id="{B993CFFF-8700-4963-8BF0-4B99C2AE02F4}"/>
              </a:ext>
            </a:extLst>
          </p:cNvPr>
          <p:cNvCxnSpPr>
            <a:cxnSpLocks/>
          </p:cNvCxnSpPr>
          <p:nvPr/>
        </p:nvCxnSpPr>
        <p:spPr>
          <a:xfrm>
            <a:off x="8628567" y="2945875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21" name="文本框 720">
                <a:extLst>
                  <a:ext uri="{FF2B5EF4-FFF2-40B4-BE49-F238E27FC236}">
                    <a16:creationId xmlns:a16="http://schemas.microsoft.com/office/drawing/2014/main" id="{E7DA9567-0B31-4EAA-A7AE-40E574D2F5D7}"/>
                  </a:ext>
                </a:extLst>
              </p:cNvPr>
              <p:cNvSpPr txBox="1"/>
              <p:nvPr/>
            </p:nvSpPr>
            <p:spPr>
              <a:xfrm>
                <a:off x="8750339" y="2494276"/>
                <a:ext cx="315383" cy="309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721" name="文本框 720">
                <a:extLst>
                  <a:ext uri="{FF2B5EF4-FFF2-40B4-BE49-F238E27FC236}">
                    <a16:creationId xmlns:a16="http://schemas.microsoft.com/office/drawing/2014/main" id="{E7DA9567-0B31-4EAA-A7AE-40E574D2F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339" y="2494276"/>
                <a:ext cx="315383" cy="309957"/>
              </a:xfrm>
              <a:prstGeom prst="rect">
                <a:avLst/>
              </a:prstGeom>
              <a:blipFill>
                <a:blip r:embed="rId37"/>
                <a:stretch>
                  <a:fillRect r="-44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22" name="图形 721">
            <a:extLst>
              <a:ext uri="{FF2B5EF4-FFF2-40B4-BE49-F238E27FC236}">
                <a16:creationId xmlns:a16="http://schemas.microsoft.com/office/drawing/2014/main" id="{15C8BAB5-8588-43D5-BCB5-F9FF061ECE5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099163" y="2570652"/>
            <a:ext cx="359938" cy="359938"/>
          </a:xfrm>
          <a:prstGeom prst="rect">
            <a:avLst/>
          </a:prstGeom>
        </p:spPr>
      </p:pic>
      <p:pic>
        <p:nvPicPr>
          <p:cNvPr id="723" name="图形 722">
            <a:extLst>
              <a:ext uri="{FF2B5EF4-FFF2-40B4-BE49-F238E27FC236}">
                <a16:creationId xmlns:a16="http://schemas.microsoft.com/office/drawing/2014/main" id="{0F86E8C6-25AA-42D9-A59C-A9AB47009CC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797432" y="2571404"/>
            <a:ext cx="357763" cy="357763"/>
          </a:xfrm>
          <a:prstGeom prst="rect">
            <a:avLst/>
          </a:prstGeom>
        </p:spPr>
      </p:pic>
      <p:pic>
        <p:nvPicPr>
          <p:cNvPr id="724" name="图形 723">
            <a:extLst>
              <a:ext uri="{FF2B5EF4-FFF2-40B4-BE49-F238E27FC236}">
                <a16:creationId xmlns:a16="http://schemas.microsoft.com/office/drawing/2014/main" id="{D61C6D79-D969-4543-A646-F679D8921425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405745" y="2570346"/>
            <a:ext cx="365379" cy="365379"/>
          </a:xfrm>
          <a:prstGeom prst="rect">
            <a:avLst/>
          </a:prstGeom>
        </p:spPr>
      </p:pic>
      <p:pic>
        <p:nvPicPr>
          <p:cNvPr id="725" name="图形 724">
            <a:extLst>
              <a:ext uri="{FF2B5EF4-FFF2-40B4-BE49-F238E27FC236}">
                <a16:creationId xmlns:a16="http://schemas.microsoft.com/office/drawing/2014/main" id="{ED964015-596A-423E-BA8A-74044FA85FA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954377" y="3160388"/>
            <a:ext cx="369944" cy="369944"/>
          </a:xfrm>
          <a:prstGeom prst="rect">
            <a:avLst/>
          </a:prstGeom>
        </p:spPr>
      </p:pic>
      <p:pic>
        <p:nvPicPr>
          <p:cNvPr id="726" name="图形 725">
            <a:extLst>
              <a:ext uri="{FF2B5EF4-FFF2-40B4-BE49-F238E27FC236}">
                <a16:creationId xmlns:a16="http://schemas.microsoft.com/office/drawing/2014/main" id="{F57DDEAB-9853-4073-9ACA-3A09302E63D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377377" y="3188073"/>
            <a:ext cx="341725" cy="341725"/>
          </a:xfrm>
          <a:prstGeom prst="rect">
            <a:avLst/>
          </a:prstGeom>
        </p:spPr>
      </p:pic>
      <p:pic>
        <p:nvPicPr>
          <p:cNvPr id="727" name="图形 726">
            <a:extLst>
              <a:ext uri="{FF2B5EF4-FFF2-40B4-BE49-F238E27FC236}">
                <a16:creationId xmlns:a16="http://schemas.microsoft.com/office/drawing/2014/main" id="{50661C9A-6F8B-42C5-B144-5B84E2FAA4A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667759" y="3212822"/>
            <a:ext cx="329461" cy="329461"/>
          </a:xfrm>
          <a:prstGeom prst="rect">
            <a:avLst/>
          </a:prstGeom>
        </p:spPr>
      </p:pic>
      <p:sp>
        <p:nvSpPr>
          <p:cNvPr id="728" name="文本框 727">
            <a:extLst>
              <a:ext uri="{FF2B5EF4-FFF2-40B4-BE49-F238E27FC236}">
                <a16:creationId xmlns:a16="http://schemas.microsoft.com/office/drawing/2014/main" id="{5A1E721C-BF1D-4FCB-BB51-C11D1AB5532A}"/>
              </a:ext>
            </a:extLst>
          </p:cNvPr>
          <p:cNvSpPr txBox="1"/>
          <p:nvPr/>
        </p:nvSpPr>
        <p:spPr>
          <a:xfrm rot="18187159">
            <a:off x="6813006" y="2949415"/>
            <a:ext cx="5736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6+1=7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9" name="文本框 728">
            <a:extLst>
              <a:ext uri="{FF2B5EF4-FFF2-40B4-BE49-F238E27FC236}">
                <a16:creationId xmlns:a16="http://schemas.microsoft.com/office/drawing/2014/main" id="{E9500C45-DF02-4352-96CE-98E385F9DE0F}"/>
              </a:ext>
            </a:extLst>
          </p:cNvPr>
          <p:cNvSpPr txBox="1"/>
          <p:nvPr/>
        </p:nvSpPr>
        <p:spPr>
          <a:xfrm rot="1535018">
            <a:off x="7238336" y="2910303"/>
            <a:ext cx="74823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0" name="文本框 729">
            <a:extLst>
              <a:ext uri="{FF2B5EF4-FFF2-40B4-BE49-F238E27FC236}">
                <a16:creationId xmlns:a16="http://schemas.microsoft.com/office/drawing/2014/main" id="{A1723BB3-E13E-47A1-882A-7FFECA9A188D}"/>
              </a:ext>
            </a:extLst>
          </p:cNvPr>
          <p:cNvSpPr txBox="1"/>
          <p:nvPr/>
        </p:nvSpPr>
        <p:spPr>
          <a:xfrm rot="5400000">
            <a:off x="7589546" y="3038795"/>
            <a:ext cx="62789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2+4=6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2" name="文本框 731">
            <a:extLst>
              <a:ext uri="{FF2B5EF4-FFF2-40B4-BE49-F238E27FC236}">
                <a16:creationId xmlns:a16="http://schemas.microsoft.com/office/drawing/2014/main" id="{D05D4EA1-1AF1-40FC-83E9-4052556AE311}"/>
              </a:ext>
            </a:extLst>
          </p:cNvPr>
          <p:cNvSpPr txBox="1"/>
          <p:nvPr/>
        </p:nvSpPr>
        <p:spPr>
          <a:xfrm>
            <a:off x="8238883" y="2895397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4" name="矩形: 圆角 733">
            <a:extLst>
              <a:ext uri="{FF2B5EF4-FFF2-40B4-BE49-F238E27FC236}">
                <a16:creationId xmlns:a16="http://schemas.microsoft.com/office/drawing/2014/main" id="{EA278693-20AF-46E9-8588-C0E971DB1C9A}"/>
              </a:ext>
            </a:extLst>
          </p:cNvPr>
          <p:cNvSpPr/>
          <p:nvPr/>
        </p:nvSpPr>
        <p:spPr>
          <a:xfrm>
            <a:off x="6928427" y="3701489"/>
            <a:ext cx="2249071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35" name="图形 734">
            <a:extLst>
              <a:ext uri="{FF2B5EF4-FFF2-40B4-BE49-F238E27FC236}">
                <a16:creationId xmlns:a16="http://schemas.microsoft.com/office/drawing/2014/main" id="{5FFEA025-80D1-4FFB-B31D-E52C43B062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9356" y="4346056"/>
            <a:ext cx="460789" cy="460789"/>
          </a:xfrm>
          <a:prstGeom prst="rect">
            <a:avLst/>
          </a:prstGeom>
        </p:spPr>
      </p:pic>
      <p:pic>
        <p:nvPicPr>
          <p:cNvPr id="736" name="图形 735">
            <a:extLst>
              <a:ext uri="{FF2B5EF4-FFF2-40B4-BE49-F238E27FC236}">
                <a16:creationId xmlns:a16="http://schemas.microsoft.com/office/drawing/2014/main" id="{40948C61-6877-4A07-80A2-98B60B958F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89680" y="4371187"/>
            <a:ext cx="430225" cy="430225"/>
          </a:xfrm>
          <a:prstGeom prst="rect">
            <a:avLst/>
          </a:prstGeom>
        </p:spPr>
      </p:pic>
      <p:cxnSp>
        <p:nvCxnSpPr>
          <p:cNvPr id="737" name="直接连接符 736">
            <a:extLst>
              <a:ext uri="{FF2B5EF4-FFF2-40B4-BE49-F238E27FC236}">
                <a16:creationId xmlns:a16="http://schemas.microsoft.com/office/drawing/2014/main" id="{613A8C63-5728-4460-A5B5-8EBA84DE49A7}"/>
              </a:ext>
            </a:extLst>
          </p:cNvPr>
          <p:cNvCxnSpPr>
            <a:cxnSpLocks/>
          </p:cNvCxnSpPr>
          <p:nvPr/>
        </p:nvCxnSpPr>
        <p:spPr>
          <a:xfrm flipH="1">
            <a:off x="7134206" y="4126468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8" name="直接连接符 737">
            <a:extLst>
              <a:ext uri="{FF2B5EF4-FFF2-40B4-BE49-F238E27FC236}">
                <a16:creationId xmlns:a16="http://schemas.microsoft.com/office/drawing/2014/main" id="{532B3A5A-4AFF-4C03-846D-2C583E3FDB64}"/>
              </a:ext>
            </a:extLst>
          </p:cNvPr>
          <p:cNvCxnSpPr>
            <a:cxnSpLocks/>
          </p:cNvCxnSpPr>
          <p:nvPr/>
        </p:nvCxnSpPr>
        <p:spPr>
          <a:xfrm>
            <a:off x="7276501" y="4110429"/>
            <a:ext cx="290401" cy="27561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9" name="直接连接符 738">
            <a:extLst>
              <a:ext uri="{FF2B5EF4-FFF2-40B4-BE49-F238E27FC236}">
                <a16:creationId xmlns:a16="http://schemas.microsoft.com/office/drawing/2014/main" id="{CC702980-1E8E-4A2B-89DC-C2A7232CA2E3}"/>
              </a:ext>
            </a:extLst>
          </p:cNvPr>
          <p:cNvCxnSpPr>
            <a:cxnSpLocks/>
          </p:cNvCxnSpPr>
          <p:nvPr/>
        </p:nvCxnSpPr>
        <p:spPr>
          <a:xfrm>
            <a:off x="7972930" y="4127855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40" name="直接连接符 739">
            <a:extLst>
              <a:ext uri="{FF2B5EF4-FFF2-40B4-BE49-F238E27FC236}">
                <a16:creationId xmlns:a16="http://schemas.microsoft.com/office/drawing/2014/main" id="{E3CE9461-A952-4EE2-852F-451229E7DBB7}"/>
              </a:ext>
            </a:extLst>
          </p:cNvPr>
          <p:cNvCxnSpPr>
            <a:cxnSpLocks/>
          </p:cNvCxnSpPr>
          <p:nvPr/>
        </p:nvCxnSpPr>
        <p:spPr>
          <a:xfrm>
            <a:off x="7981288" y="4129173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41" name="文本框 740">
                <a:extLst>
                  <a:ext uri="{FF2B5EF4-FFF2-40B4-BE49-F238E27FC236}">
                    <a16:creationId xmlns:a16="http://schemas.microsoft.com/office/drawing/2014/main" id="{1CF64EB3-454E-49BF-8370-BFC42DE2BC77}"/>
                  </a:ext>
                </a:extLst>
              </p:cNvPr>
              <p:cNvSpPr txBox="1"/>
              <p:nvPr/>
            </p:nvSpPr>
            <p:spPr>
              <a:xfrm>
                <a:off x="8735944" y="3674010"/>
                <a:ext cx="315383" cy="309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741" name="文本框 740">
                <a:extLst>
                  <a:ext uri="{FF2B5EF4-FFF2-40B4-BE49-F238E27FC236}">
                    <a16:creationId xmlns:a16="http://schemas.microsoft.com/office/drawing/2014/main" id="{1CF64EB3-454E-49BF-8370-BFC42DE2B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5944" y="3674010"/>
                <a:ext cx="315383" cy="309957"/>
              </a:xfrm>
              <a:prstGeom prst="rect">
                <a:avLst/>
              </a:prstGeom>
              <a:blipFill>
                <a:blip r:embed="rId38"/>
                <a:stretch>
                  <a:fillRect r="-48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42" name="图形 741">
            <a:extLst>
              <a:ext uri="{FF2B5EF4-FFF2-40B4-BE49-F238E27FC236}">
                <a16:creationId xmlns:a16="http://schemas.microsoft.com/office/drawing/2014/main" id="{F8CC40D6-ECE6-4282-A5EE-604F00D9BA5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00769" y="3736621"/>
            <a:ext cx="359938" cy="359938"/>
          </a:xfrm>
          <a:prstGeom prst="rect">
            <a:avLst/>
          </a:prstGeom>
        </p:spPr>
      </p:pic>
      <p:pic>
        <p:nvPicPr>
          <p:cNvPr id="743" name="图形 742">
            <a:extLst>
              <a:ext uri="{FF2B5EF4-FFF2-40B4-BE49-F238E27FC236}">
                <a16:creationId xmlns:a16="http://schemas.microsoft.com/office/drawing/2014/main" id="{29961053-E490-488C-8EE5-1042737DC99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797005" y="3740849"/>
            <a:ext cx="357763" cy="357763"/>
          </a:xfrm>
          <a:prstGeom prst="rect">
            <a:avLst/>
          </a:prstGeom>
        </p:spPr>
      </p:pic>
      <p:pic>
        <p:nvPicPr>
          <p:cNvPr id="744" name="图形 743">
            <a:extLst>
              <a:ext uri="{FF2B5EF4-FFF2-40B4-BE49-F238E27FC236}">
                <a16:creationId xmlns:a16="http://schemas.microsoft.com/office/drawing/2014/main" id="{970A9933-15AE-4326-9E88-919656C3C03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975015" y="4347082"/>
            <a:ext cx="369944" cy="369944"/>
          </a:xfrm>
          <a:prstGeom prst="rect">
            <a:avLst/>
          </a:prstGeom>
        </p:spPr>
      </p:pic>
      <p:pic>
        <p:nvPicPr>
          <p:cNvPr id="745" name="图形 744">
            <a:extLst>
              <a:ext uri="{FF2B5EF4-FFF2-40B4-BE49-F238E27FC236}">
                <a16:creationId xmlns:a16="http://schemas.microsoft.com/office/drawing/2014/main" id="{14636A1B-B99D-404A-B082-70B185E0401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398016" y="4374769"/>
            <a:ext cx="341725" cy="341725"/>
          </a:xfrm>
          <a:prstGeom prst="rect">
            <a:avLst/>
          </a:prstGeom>
        </p:spPr>
      </p:pic>
      <p:pic>
        <p:nvPicPr>
          <p:cNvPr id="746" name="图形 745">
            <a:extLst>
              <a:ext uri="{FF2B5EF4-FFF2-40B4-BE49-F238E27FC236}">
                <a16:creationId xmlns:a16="http://schemas.microsoft.com/office/drawing/2014/main" id="{FE767AF1-50AA-4635-8BC2-4362770291D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688395" y="4399516"/>
            <a:ext cx="329461" cy="329461"/>
          </a:xfrm>
          <a:prstGeom prst="rect">
            <a:avLst/>
          </a:prstGeom>
        </p:spPr>
      </p:pic>
      <p:pic>
        <p:nvPicPr>
          <p:cNvPr id="747" name="图形 746">
            <a:extLst>
              <a:ext uri="{FF2B5EF4-FFF2-40B4-BE49-F238E27FC236}">
                <a16:creationId xmlns:a16="http://schemas.microsoft.com/office/drawing/2014/main" id="{E4BEF44A-AF5A-4F11-ACF2-D21D0029175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400879" y="3739954"/>
            <a:ext cx="365379" cy="365379"/>
          </a:xfrm>
          <a:prstGeom prst="rect">
            <a:avLst/>
          </a:prstGeom>
        </p:spPr>
      </p:pic>
      <p:sp>
        <p:nvSpPr>
          <p:cNvPr id="748" name="文本框 747">
            <a:extLst>
              <a:ext uri="{FF2B5EF4-FFF2-40B4-BE49-F238E27FC236}">
                <a16:creationId xmlns:a16="http://schemas.microsoft.com/office/drawing/2014/main" id="{8280C211-28A8-4C7A-95B2-E689AD0F205A}"/>
              </a:ext>
            </a:extLst>
          </p:cNvPr>
          <p:cNvSpPr txBox="1"/>
          <p:nvPr/>
        </p:nvSpPr>
        <p:spPr>
          <a:xfrm rot="17941028">
            <a:off x="6815560" y="4143014"/>
            <a:ext cx="60714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1+6=7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9" name="文本框 748">
            <a:extLst>
              <a:ext uri="{FF2B5EF4-FFF2-40B4-BE49-F238E27FC236}">
                <a16:creationId xmlns:a16="http://schemas.microsoft.com/office/drawing/2014/main" id="{893D8E74-7BC7-49F4-AF83-E0B0CFD9FF26}"/>
              </a:ext>
            </a:extLst>
          </p:cNvPr>
          <p:cNvSpPr txBox="1"/>
          <p:nvPr/>
        </p:nvSpPr>
        <p:spPr>
          <a:xfrm rot="2377545">
            <a:off x="7358643" y="4131757"/>
            <a:ext cx="35165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0" name="文本框 749">
            <a:extLst>
              <a:ext uri="{FF2B5EF4-FFF2-40B4-BE49-F238E27FC236}">
                <a16:creationId xmlns:a16="http://schemas.microsoft.com/office/drawing/2014/main" id="{A586C8E2-24CB-43CC-B486-35910A44BE82}"/>
              </a:ext>
            </a:extLst>
          </p:cNvPr>
          <p:cNvSpPr txBox="1"/>
          <p:nvPr/>
        </p:nvSpPr>
        <p:spPr>
          <a:xfrm rot="2596385">
            <a:off x="7789753" y="4223396"/>
            <a:ext cx="63527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1+4=5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1" name="文本框 750">
            <a:extLst>
              <a:ext uri="{FF2B5EF4-FFF2-40B4-BE49-F238E27FC236}">
                <a16:creationId xmlns:a16="http://schemas.microsoft.com/office/drawing/2014/main" id="{DBAC1E92-44A7-4C2C-8F4F-2F4D8044C7BE}"/>
              </a:ext>
            </a:extLst>
          </p:cNvPr>
          <p:cNvSpPr txBox="1"/>
          <p:nvPr/>
        </p:nvSpPr>
        <p:spPr>
          <a:xfrm>
            <a:off x="8300836" y="4075275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52" name="文本框 751">
                <a:extLst>
                  <a:ext uri="{FF2B5EF4-FFF2-40B4-BE49-F238E27FC236}">
                    <a16:creationId xmlns:a16="http://schemas.microsoft.com/office/drawing/2014/main" id="{69C282AF-89EE-4109-ABD8-02A8557C0F21}"/>
                  </a:ext>
                </a:extLst>
              </p:cNvPr>
              <p:cNvSpPr txBox="1"/>
              <p:nvPr/>
            </p:nvSpPr>
            <p:spPr>
              <a:xfrm>
                <a:off x="3633915" y="4740322"/>
                <a:ext cx="2758186" cy="311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𝒊𝒏𝒕𝒓𝒂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𝒌</m:t>
                          </m:r>
                        </m:sup>
                      </m:sSubSup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altLang="zh-CN" sz="1200" b="1" i="1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Co</m:t>
                          </m:r>
                          <m:r>
                            <m:rPr>
                              <m:nor/>
                            </m:rPr>
                            <a:rPr lang="en-US" altLang="zh-CN" sz="1200" b="1" i="1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CN" sz="1200" b="1" i="1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Intereaction</m:t>
                          </m:r>
                        </m:e>
                      </m:d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52" name="文本框 751">
                <a:extLst>
                  <a:ext uri="{FF2B5EF4-FFF2-40B4-BE49-F238E27FC236}">
                    <a16:creationId xmlns:a16="http://schemas.microsoft.com/office/drawing/2014/main" id="{69C282AF-89EE-4109-ABD8-02A8557C0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3915" y="4740322"/>
                <a:ext cx="2758186" cy="31156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6" name="矩形: 圆角 785">
            <a:extLst>
              <a:ext uri="{FF2B5EF4-FFF2-40B4-BE49-F238E27FC236}">
                <a16:creationId xmlns:a16="http://schemas.microsoft.com/office/drawing/2014/main" id="{359F0392-223E-4E1D-96DE-7EF5C6FCE575}"/>
              </a:ext>
            </a:extLst>
          </p:cNvPr>
          <p:cNvSpPr/>
          <p:nvPr/>
        </p:nvSpPr>
        <p:spPr>
          <a:xfrm>
            <a:off x="6844994" y="5169102"/>
            <a:ext cx="2412121" cy="1442983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87" name="矩形: 圆角 786">
            <a:extLst>
              <a:ext uri="{FF2B5EF4-FFF2-40B4-BE49-F238E27FC236}">
                <a16:creationId xmlns:a16="http://schemas.microsoft.com/office/drawing/2014/main" id="{7FF18FB7-9F2E-4EC2-9D2D-7B287BF2EBB2}"/>
              </a:ext>
            </a:extLst>
          </p:cNvPr>
          <p:cNvSpPr/>
          <p:nvPr/>
        </p:nvSpPr>
        <p:spPr>
          <a:xfrm>
            <a:off x="6944540" y="5243188"/>
            <a:ext cx="2240191" cy="602421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88" name="矩形: 圆角 787">
            <a:extLst>
              <a:ext uri="{FF2B5EF4-FFF2-40B4-BE49-F238E27FC236}">
                <a16:creationId xmlns:a16="http://schemas.microsoft.com/office/drawing/2014/main" id="{5BB617E3-EB8E-4960-AE3C-133075C40165}"/>
              </a:ext>
            </a:extLst>
          </p:cNvPr>
          <p:cNvSpPr/>
          <p:nvPr/>
        </p:nvSpPr>
        <p:spPr>
          <a:xfrm>
            <a:off x="6944540" y="5939490"/>
            <a:ext cx="2240191" cy="599218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89" name="直接连接符 788">
            <a:extLst>
              <a:ext uri="{FF2B5EF4-FFF2-40B4-BE49-F238E27FC236}">
                <a16:creationId xmlns:a16="http://schemas.microsoft.com/office/drawing/2014/main" id="{F1B8EB60-49D0-405D-9CF7-39356F0D2A74}"/>
              </a:ext>
            </a:extLst>
          </p:cNvPr>
          <p:cNvCxnSpPr>
            <a:cxnSpLocks/>
          </p:cNvCxnSpPr>
          <p:nvPr/>
        </p:nvCxnSpPr>
        <p:spPr>
          <a:xfrm>
            <a:off x="7479216" y="5524958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90" name="图形 789">
            <a:extLst>
              <a:ext uri="{FF2B5EF4-FFF2-40B4-BE49-F238E27FC236}">
                <a16:creationId xmlns:a16="http://schemas.microsoft.com/office/drawing/2014/main" id="{4245AAEF-6AA4-4909-AB4E-0CA1D5E31A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0180" y="6000418"/>
            <a:ext cx="460789" cy="460789"/>
          </a:xfrm>
          <a:prstGeom prst="rect">
            <a:avLst/>
          </a:prstGeom>
        </p:spPr>
      </p:pic>
      <p:pic>
        <p:nvPicPr>
          <p:cNvPr id="791" name="图形 790">
            <a:extLst>
              <a:ext uri="{FF2B5EF4-FFF2-40B4-BE49-F238E27FC236}">
                <a16:creationId xmlns:a16="http://schemas.microsoft.com/office/drawing/2014/main" id="{805E87F8-E79A-46AC-9925-F2E91C3BB2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81885" y="6008364"/>
            <a:ext cx="430225" cy="430225"/>
          </a:xfrm>
          <a:prstGeom prst="rect">
            <a:avLst/>
          </a:prstGeom>
        </p:spPr>
      </p:pic>
      <p:cxnSp>
        <p:nvCxnSpPr>
          <p:cNvPr id="792" name="直接连接符 791">
            <a:extLst>
              <a:ext uri="{FF2B5EF4-FFF2-40B4-BE49-F238E27FC236}">
                <a16:creationId xmlns:a16="http://schemas.microsoft.com/office/drawing/2014/main" id="{4B00BF81-B891-4FD3-B2B1-797DBC9E710E}"/>
              </a:ext>
            </a:extLst>
          </p:cNvPr>
          <p:cNvCxnSpPr>
            <a:cxnSpLocks/>
          </p:cNvCxnSpPr>
          <p:nvPr/>
        </p:nvCxnSpPr>
        <p:spPr>
          <a:xfrm>
            <a:off x="7237957" y="6252099"/>
            <a:ext cx="158775" cy="1287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3" name="直接连接符 792">
            <a:extLst>
              <a:ext uri="{FF2B5EF4-FFF2-40B4-BE49-F238E27FC236}">
                <a16:creationId xmlns:a16="http://schemas.microsoft.com/office/drawing/2014/main" id="{4A94DC74-ED9A-4297-8C9B-82BDEC7A30DA}"/>
              </a:ext>
            </a:extLst>
          </p:cNvPr>
          <p:cNvCxnSpPr>
            <a:cxnSpLocks/>
          </p:cNvCxnSpPr>
          <p:nvPr/>
        </p:nvCxnSpPr>
        <p:spPr>
          <a:xfrm>
            <a:off x="7678667" y="6253371"/>
            <a:ext cx="189930" cy="0"/>
          </a:xfrm>
          <a:prstGeom prst="line">
            <a:avLst/>
          </a:prstGeom>
          <a:ln>
            <a:solidFill>
              <a:srgbClr val="674598"/>
            </a:solidFill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4" name="直接连接符 793">
            <a:extLst>
              <a:ext uri="{FF2B5EF4-FFF2-40B4-BE49-F238E27FC236}">
                <a16:creationId xmlns:a16="http://schemas.microsoft.com/office/drawing/2014/main" id="{E789FAD8-AC44-4971-BE8B-87245E103777}"/>
              </a:ext>
            </a:extLst>
          </p:cNvPr>
          <p:cNvCxnSpPr>
            <a:cxnSpLocks/>
          </p:cNvCxnSpPr>
          <p:nvPr/>
        </p:nvCxnSpPr>
        <p:spPr>
          <a:xfrm>
            <a:off x="8522709" y="6251079"/>
            <a:ext cx="211713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95" name="文本框 794">
                <a:extLst>
                  <a:ext uri="{FF2B5EF4-FFF2-40B4-BE49-F238E27FC236}">
                    <a16:creationId xmlns:a16="http://schemas.microsoft.com/office/drawing/2014/main" id="{68583DE0-54D8-4AB4-85F9-6512321E558D}"/>
                  </a:ext>
                </a:extLst>
              </p:cNvPr>
              <p:cNvSpPr txBox="1"/>
              <p:nvPr/>
            </p:nvSpPr>
            <p:spPr>
              <a:xfrm>
                <a:off x="8752092" y="5231602"/>
                <a:ext cx="315383" cy="301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795" name="文本框 794">
                <a:extLst>
                  <a:ext uri="{FF2B5EF4-FFF2-40B4-BE49-F238E27FC236}">
                    <a16:creationId xmlns:a16="http://schemas.microsoft.com/office/drawing/2014/main" id="{68583DE0-54D8-4AB4-85F9-6512321E5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2092" y="5231602"/>
                <a:ext cx="315383" cy="301557"/>
              </a:xfrm>
              <a:prstGeom prst="rect">
                <a:avLst/>
              </a:prstGeom>
              <a:blipFill>
                <a:blip r:embed="rId40"/>
                <a:stretch>
                  <a:fillRect r="-450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97" name="图形 796">
            <a:extLst>
              <a:ext uri="{FF2B5EF4-FFF2-40B4-BE49-F238E27FC236}">
                <a16:creationId xmlns:a16="http://schemas.microsoft.com/office/drawing/2014/main" id="{0093E3E8-7DCA-40D4-839C-0CB7637B796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16374" y="5343760"/>
            <a:ext cx="359938" cy="359938"/>
          </a:xfrm>
          <a:prstGeom prst="rect">
            <a:avLst/>
          </a:prstGeom>
        </p:spPr>
      </p:pic>
      <p:pic>
        <p:nvPicPr>
          <p:cNvPr id="798" name="图形 797">
            <a:extLst>
              <a:ext uri="{FF2B5EF4-FFF2-40B4-BE49-F238E27FC236}">
                <a16:creationId xmlns:a16="http://schemas.microsoft.com/office/drawing/2014/main" id="{3B84BD22-BD17-451D-B06E-588089AB34F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808734" y="5343187"/>
            <a:ext cx="357763" cy="357763"/>
          </a:xfrm>
          <a:prstGeom prst="rect">
            <a:avLst/>
          </a:prstGeom>
        </p:spPr>
      </p:pic>
      <p:pic>
        <p:nvPicPr>
          <p:cNvPr id="799" name="图形 798">
            <a:extLst>
              <a:ext uri="{FF2B5EF4-FFF2-40B4-BE49-F238E27FC236}">
                <a16:creationId xmlns:a16="http://schemas.microsoft.com/office/drawing/2014/main" id="{537B2943-DB79-4A6F-84BB-9C5AA0D283A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450477" y="5347575"/>
            <a:ext cx="365379" cy="365379"/>
          </a:xfrm>
          <a:prstGeom prst="rect">
            <a:avLst/>
          </a:prstGeom>
        </p:spPr>
      </p:pic>
      <p:pic>
        <p:nvPicPr>
          <p:cNvPr id="800" name="图形 799">
            <a:extLst>
              <a:ext uri="{FF2B5EF4-FFF2-40B4-BE49-F238E27FC236}">
                <a16:creationId xmlns:a16="http://schemas.microsoft.com/office/drawing/2014/main" id="{71A55DF3-653B-4148-81E0-AA20E9BFA3C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939672" y="6060691"/>
            <a:ext cx="369944" cy="369944"/>
          </a:xfrm>
          <a:prstGeom prst="rect">
            <a:avLst/>
          </a:prstGeom>
        </p:spPr>
      </p:pic>
      <p:pic>
        <p:nvPicPr>
          <p:cNvPr id="801" name="图形 800">
            <a:extLst>
              <a:ext uri="{FF2B5EF4-FFF2-40B4-BE49-F238E27FC236}">
                <a16:creationId xmlns:a16="http://schemas.microsoft.com/office/drawing/2014/main" id="{5C4C5D78-D98F-4F8C-B0C9-2A26A58C52C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367117" y="6068247"/>
            <a:ext cx="341725" cy="341725"/>
          </a:xfrm>
          <a:prstGeom prst="rect">
            <a:avLst/>
          </a:prstGeom>
        </p:spPr>
      </p:pic>
      <p:pic>
        <p:nvPicPr>
          <p:cNvPr id="802" name="图形 801">
            <a:extLst>
              <a:ext uri="{FF2B5EF4-FFF2-40B4-BE49-F238E27FC236}">
                <a16:creationId xmlns:a16="http://schemas.microsoft.com/office/drawing/2014/main" id="{EFE581C4-1A28-4239-A24A-449988D1D85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704249" y="6071127"/>
            <a:ext cx="329461" cy="329461"/>
          </a:xfrm>
          <a:prstGeom prst="rect">
            <a:avLst/>
          </a:prstGeom>
        </p:spPr>
      </p:pic>
      <p:cxnSp>
        <p:nvCxnSpPr>
          <p:cNvPr id="201" name="连接符: 肘形 200">
            <a:extLst>
              <a:ext uri="{FF2B5EF4-FFF2-40B4-BE49-F238E27FC236}">
                <a16:creationId xmlns:a16="http://schemas.microsoft.com/office/drawing/2014/main" id="{CE20C8E1-3ED2-49F1-884B-0190F5F8D4FF}"/>
              </a:ext>
            </a:extLst>
          </p:cNvPr>
          <p:cNvCxnSpPr>
            <a:cxnSpLocks/>
            <a:endCxn id="786" idx="2"/>
          </p:cNvCxnSpPr>
          <p:nvPr/>
        </p:nvCxnSpPr>
        <p:spPr>
          <a:xfrm>
            <a:off x="3185747" y="6406368"/>
            <a:ext cx="4865309" cy="205717"/>
          </a:xfrm>
          <a:prstGeom prst="bentConnector4">
            <a:avLst>
              <a:gd name="adj1" fmla="val 191"/>
              <a:gd name="adj2" fmla="val 21112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3" name="矩形: 圆角 832">
            <a:extLst>
              <a:ext uri="{FF2B5EF4-FFF2-40B4-BE49-F238E27FC236}">
                <a16:creationId xmlns:a16="http://schemas.microsoft.com/office/drawing/2014/main" id="{F845522C-EBE8-418B-A578-A3BE1DC8E363}"/>
              </a:ext>
            </a:extLst>
          </p:cNvPr>
          <p:cNvSpPr/>
          <p:nvPr/>
        </p:nvSpPr>
        <p:spPr>
          <a:xfrm>
            <a:off x="9556245" y="4003467"/>
            <a:ext cx="1603625" cy="611067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34" name="图形 833">
            <a:extLst>
              <a:ext uri="{FF2B5EF4-FFF2-40B4-BE49-F238E27FC236}">
                <a16:creationId xmlns:a16="http://schemas.microsoft.com/office/drawing/2014/main" id="{7C2A1CBF-ABDE-4CCF-BEE6-D6B0F172B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90030" y="4359736"/>
            <a:ext cx="247535" cy="247535"/>
          </a:xfrm>
          <a:prstGeom prst="rect">
            <a:avLst/>
          </a:prstGeom>
        </p:spPr>
      </p:pic>
      <p:pic>
        <p:nvPicPr>
          <p:cNvPr id="835" name="图形 834">
            <a:extLst>
              <a:ext uri="{FF2B5EF4-FFF2-40B4-BE49-F238E27FC236}">
                <a16:creationId xmlns:a16="http://schemas.microsoft.com/office/drawing/2014/main" id="{214747F8-E2F5-451E-87D5-4EB2431DFE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24557" y="4355038"/>
            <a:ext cx="265180" cy="2651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40" name="文本框 839">
                <a:extLst>
                  <a:ext uri="{FF2B5EF4-FFF2-40B4-BE49-F238E27FC236}">
                    <a16:creationId xmlns:a16="http://schemas.microsoft.com/office/drawing/2014/main" id="{580CA822-0680-4B4B-9149-5C634F3A9461}"/>
                  </a:ext>
                </a:extLst>
              </p:cNvPr>
              <p:cNvSpPr txBox="1"/>
              <p:nvPr/>
            </p:nvSpPr>
            <p:spPr>
              <a:xfrm>
                <a:off x="10893083" y="3993242"/>
                <a:ext cx="252244" cy="2584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0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840" name="文本框 839">
                <a:extLst>
                  <a:ext uri="{FF2B5EF4-FFF2-40B4-BE49-F238E27FC236}">
                    <a16:creationId xmlns:a16="http://schemas.microsoft.com/office/drawing/2014/main" id="{580CA822-0680-4B4B-9149-5C634F3A9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3083" y="3993242"/>
                <a:ext cx="252244" cy="258469"/>
              </a:xfrm>
              <a:prstGeom prst="rect">
                <a:avLst/>
              </a:prstGeom>
              <a:blipFill>
                <a:blip r:embed="rId41"/>
                <a:stretch>
                  <a:fillRect r="-73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41" name="图形 840">
            <a:extLst>
              <a:ext uri="{FF2B5EF4-FFF2-40B4-BE49-F238E27FC236}">
                <a16:creationId xmlns:a16="http://schemas.microsoft.com/office/drawing/2014/main" id="{9571CC4E-5EF5-46E8-8AA0-359B6184E96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758956" y="4035576"/>
            <a:ext cx="221510" cy="221510"/>
          </a:xfrm>
          <a:prstGeom prst="rect">
            <a:avLst/>
          </a:prstGeom>
        </p:spPr>
      </p:pic>
      <p:pic>
        <p:nvPicPr>
          <p:cNvPr id="842" name="图形 841">
            <a:extLst>
              <a:ext uri="{FF2B5EF4-FFF2-40B4-BE49-F238E27FC236}">
                <a16:creationId xmlns:a16="http://schemas.microsoft.com/office/drawing/2014/main" id="{5DB1C574-3571-4923-A8CA-170C8069984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251083" y="4033942"/>
            <a:ext cx="221510" cy="221510"/>
          </a:xfrm>
          <a:prstGeom prst="rect">
            <a:avLst/>
          </a:prstGeom>
        </p:spPr>
      </p:pic>
      <p:pic>
        <p:nvPicPr>
          <p:cNvPr id="843" name="图形 842">
            <a:extLst>
              <a:ext uri="{FF2B5EF4-FFF2-40B4-BE49-F238E27FC236}">
                <a16:creationId xmlns:a16="http://schemas.microsoft.com/office/drawing/2014/main" id="{DB373F93-6FFA-45DF-9EF1-BD8361766A9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606907" y="4375449"/>
            <a:ext cx="210030" cy="210030"/>
          </a:xfrm>
          <a:prstGeom prst="rect">
            <a:avLst/>
          </a:prstGeom>
        </p:spPr>
      </p:pic>
      <p:pic>
        <p:nvPicPr>
          <p:cNvPr id="844" name="图形 843">
            <a:extLst>
              <a:ext uri="{FF2B5EF4-FFF2-40B4-BE49-F238E27FC236}">
                <a16:creationId xmlns:a16="http://schemas.microsoft.com/office/drawing/2014/main" id="{47C526D7-57A1-4C28-87F9-9828538ABE2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941175" y="4383704"/>
            <a:ext cx="184667" cy="184667"/>
          </a:xfrm>
          <a:prstGeom prst="rect">
            <a:avLst/>
          </a:prstGeom>
        </p:spPr>
      </p:pic>
      <p:pic>
        <p:nvPicPr>
          <p:cNvPr id="845" name="图形 844">
            <a:extLst>
              <a:ext uri="{FF2B5EF4-FFF2-40B4-BE49-F238E27FC236}">
                <a16:creationId xmlns:a16="http://schemas.microsoft.com/office/drawing/2014/main" id="{AA73299B-206B-410F-9648-4BD2FE75DDA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909250" y="4373344"/>
            <a:ext cx="215004" cy="215004"/>
          </a:xfrm>
          <a:prstGeom prst="rect">
            <a:avLst/>
          </a:prstGeom>
        </p:spPr>
      </p:pic>
      <p:pic>
        <p:nvPicPr>
          <p:cNvPr id="846" name="图形 845">
            <a:extLst>
              <a:ext uri="{FF2B5EF4-FFF2-40B4-BE49-F238E27FC236}">
                <a16:creationId xmlns:a16="http://schemas.microsoft.com/office/drawing/2014/main" id="{CC93B1D6-8285-449D-9719-AE4147D85B3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698381" y="4033608"/>
            <a:ext cx="221154" cy="221154"/>
          </a:xfrm>
          <a:prstGeom prst="rect">
            <a:avLst/>
          </a:prstGeom>
        </p:spPr>
      </p:pic>
      <p:cxnSp>
        <p:nvCxnSpPr>
          <p:cNvPr id="851" name="直接连接符 850">
            <a:extLst>
              <a:ext uri="{FF2B5EF4-FFF2-40B4-BE49-F238E27FC236}">
                <a16:creationId xmlns:a16="http://schemas.microsoft.com/office/drawing/2014/main" id="{B7E22474-F21C-4D87-94C1-D3C7EB60BAB1}"/>
              </a:ext>
            </a:extLst>
          </p:cNvPr>
          <p:cNvCxnSpPr>
            <a:cxnSpLocks/>
            <a:stCxn id="841" idx="2"/>
            <a:endCxn id="843" idx="0"/>
          </p:cNvCxnSpPr>
          <p:nvPr/>
        </p:nvCxnSpPr>
        <p:spPr>
          <a:xfrm flipH="1">
            <a:off x="9711922" y="4257100"/>
            <a:ext cx="157788" cy="11836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4" name="直接连接符 853">
            <a:extLst>
              <a:ext uri="{FF2B5EF4-FFF2-40B4-BE49-F238E27FC236}">
                <a16:creationId xmlns:a16="http://schemas.microsoft.com/office/drawing/2014/main" id="{DDC9976C-5B4E-4B50-88E3-8EDE769C9104}"/>
              </a:ext>
            </a:extLst>
          </p:cNvPr>
          <p:cNvCxnSpPr>
            <a:cxnSpLocks/>
            <a:endCxn id="844" idx="0"/>
          </p:cNvCxnSpPr>
          <p:nvPr/>
        </p:nvCxnSpPr>
        <p:spPr>
          <a:xfrm>
            <a:off x="9876984" y="4256919"/>
            <a:ext cx="156523" cy="12678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7" name="直接连接符 856">
            <a:extLst>
              <a:ext uri="{FF2B5EF4-FFF2-40B4-BE49-F238E27FC236}">
                <a16:creationId xmlns:a16="http://schemas.microsoft.com/office/drawing/2014/main" id="{CA3DBC58-3D12-4688-819F-B9CDE52E6EA4}"/>
              </a:ext>
            </a:extLst>
          </p:cNvPr>
          <p:cNvCxnSpPr>
            <a:cxnSpLocks/>
            <a:endCxn id="845" idx="0"/>
          </p:cNvCxnSpPr>
          <p:nvPr/>
        </p:nvCxnSpPr>
        <p:spPr>
          <a:xfrm>
            <a:off x="10382769" y="4271768"/>
            <a:ext cx="633982" cy="1015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1" name="直接连接符 860">
            <a:extLst>
              <a:ext uri="{FF2B5EF4-FFF2-40B4-BE49-F238E27FC236}">
                <a16:creationId xmlns:a16="http://schemas.microsoft.com/office/drawing/2014/main" id="{698BFD18-F5F3-4F09-A252-ED0ED94A76C0}"/>
              </a:ext>
            </a:extLst>
          </p:cNvPr>
          <p:cNvCxnSpPr>
            <a:cxnSpLocks/>
          </p:cNvCxnSpPr>
          <p:nvPr/>
        </p:nvCxnSpPr>
        <p:spPr>
          <a:xfrm>
            <a:off x="10376268" y="4262427"/>
            <a:ext cx="203070" cy="19050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67" name="矩形: 圆角 866">
            <a:extLst>
              <a:ext uri="{FF2B5EF4-FFF2-40B4-BE49-F238E27FC236}">
                <a16:creationId xmlns:a16="http://schemas.microsoft.com/office/drawing/2014/main" id="{C17719E2-E506-4B76-BDA7-5A535F36AAC5}"/>
              </a:ext>
            </a:extLst>
          </p:cNvPr>
          <p:cNvSpPr/>
          <p:nvPr/>
        </p:nvSpPr>
        <p:spPr>
          <a:xfrm>
            <a:off x="11249376" y="4001770"/>
            <a:ext cx="1603625" cy="611067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68" name="图形 867">
            <a:extLst>
              <a:ext uri="{FF2B5EF4-FFF2-40B4-BE49-F238E27FC236}">
                <a16:creationId xmlns:a16="http://schemas.microsoft.com/office/drawing/2014/main" id="{98641319-6434-4317-A9F8-3FBD328DE4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83161" y="4358042"/>
            <a:ext cx="247535" cy="247535"/>
          </a:xfrm>
          <a:prstGeom prst="rect">
            <a:avLst/>
          </a:prstGeom>
        </p:spPr>
      </p:pic>
      <p:pic>
        <p:nvPicPr>
          <p:cNvPr id="869" name="图形 868">
            <a:extLst>
              <a:ext uri="{FF2B5EF4-FFF2-40B4-BE49-F238E27FC236}">
                <a16:creationId xmlns:a16="http://schemas.microsoft.com/office/drawing/2014/main" id="{88C3D141-6F48-4E65-888C-00B586AFA2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217686" y="4353342"/>
            <a:ext cx="265180" cy="2651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70" name="文本框 869">
                <a:extLst>
                  <a:ext uri="{FF2B5EF4-FFF2-40B4-BE49-F238E27FC236}">
                    <a16:creationId xmlns:a16="http://schemas.microsoft.com/office/drawing/2014/main" id="{E63EB67B-65F3-4762-B758-0D70351CE1DC}"/>
                  </a:ext>
                </a:extLst>
              </p:cNvPr>
              <p:cNvSpPr txBox="1"/>
              <p:nvPr/>
            </p:nvSpPr>
            <p:spPr>
              <a:xfrm>
                <a:off x="12469709" y="3997914"/>
                <a:ext cx="252244" cy="2659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0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870" name="文本框 869">
                <a:extLst>
                  <a:ext uri="{FF2B5EF4-FFF2-40B4-BE49-F238E27FC236}">
                    <a16:creationId xmlns:a16="http://schemas.microsoft.com/office/drawing/2014/main" id="{E63EB67B-65F3-4762-B758-0D70351CE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9709" y="3997914"/>
                <a:ext cx="252244" cy="265907"/>
              </a:xfrm>
              <a:prstGeom prst="rect">
                <a:avLst/>
              </a:prstGeom>
              <a:blipFill>
                <a:blip r:embed="rId42"/>
                <a:stretch>
                  <a:fillRect r="-536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71" name="图形 870">
            <a:extLst>
              <a:ext uri="{FF2B5EF4-FFF2-40B4-BE49-F238E27FC236}">
                <a16:creationId xmlns:a16="http://schemas.microsoft.com/office/drawing/2014/main" id="{01425641-0506-4220-B0EF-D3DC02BC15E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452087" y="4033881"/>
            <a:ext cx="221510" cy="221510"/>
          </a:xfrm>
          <a:prstGeom prst="rect">
            <a:avLst/>
          </a:prstGeom>
        </p:spPr>
      </p:pic>
      <p:pic>
        <p:nvPicPr>
          <p:cNvPr id="872" name="图形 871">
            <a:extLst>
              <a:ext uri="{FF2B5EF4-FFF2-40B4-BE49-F238E27FC236}">
                <a16:creationId xmlns:a16="http://schemas.microsoft.com/office/drawing/2014/main" id="{7EF91375-0139-4B50-8462-F53CD56E7E7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905824" y="4032819"/>
            <a:ext cx="221510" cy="221510"/>
          </a:xfrm>
          <a:prstGeom prst="rect">
            <a:avLst/>
          </a:prstGeom>
        </p:spPr>
      </p:pic>
      <p:pic>
        <p:nvPicPr>
          <p:cNvPr id="873" name="图形 872">
            <a:extLst>
              <a:ext uri="{FF2B5EF4-FFF2-40B4-BE49-F238E27FC236}">
                <a16:creationId xmlns:a16="http://schemas.microsoft.com/office/drawing/2014/main" id="{FF343E00-4569-4B1A-B5F2-A979DA4A9D8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300038" y="4373755"/>
            <a:ext cx="210030" cy="210030"/>
          </a:xfrm>
          <a:prstGeom prst="rect">
            <a:avLst/>
          </a:prstGeom>
        </p:spPr>
      </p:pic>
      <p:pic>
        <p:nvPicPr>
          <p:cNvPr id="874" name="图形 873">
            <a:extLst>
              <a:ext uri="{FF2B5EF4-FFF2-40B4-BE49-F238E27FC236}">
                <a16:creationId xmlns:a16="http://schemas.microsoft.com/office/drawing/2014/main" id="{02A32C45-7C0C-4F07-9A7B-A6A9EB4B636D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634303" y="4382009"/>
            <a:ext cx="184667" cy="184667"/>
          </a:xfrm>
          <a:prstGeom prst="rect">
            <a:avLst/>
          </a:prstGeom>
        </p:spPr>
      </p:pic>
      <p:pic>
        <p:nvPicPr>
          <p:cNvPr id="875" name="图形 874">
            <a:extLst>
              <a:ext uri="{FF2B5EF4-FFF2-40B4-BE49-F238E27FC236}">
                <a16:creationId xmlns:a16="http://schemas.microsoft.com/office/drawing/2014/main" id="{67385EE9-D797-494E-ACC3-5076B49D192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2602380" y="4371647"/>
            <a:ext cx="215004" cy="215004"/>
          </a:xfrm>
          <a:prstGeom prst="rect">
            <a:avLst/>
          </a:prstGeom>
        </p:spPr>
      </p:pic>
      <p:pic>
        <p:nvPicPr>
          <p:cNvPr id="876" name="图形 875">
            <a:extLst>
              <a:ext uri="{FF2B5EF4-FFF2-40B4-BE49-F238E27FC236}">
                <a16:creationId xmlns:a16="http://schemas.microsoft.com/office/drawing/2014/main" id="{3A2CF375-3649-4139-B439-12A547938233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304275" y="4038053"/>
            <a:ext cx="221154" cy="221154"/>
          </a:xfrm>
          <a:prstGeom prst="rect">
            <a:avLst/>
          </a:prstGeom>
        </p:spPr>
      </p:pic>
      <p:cxnSp>
        <p:nvCxnSpPr>
          <p:cNvPr id="877" name="直接连接符 876">
            <a:extLst>
              <a:ext uri="{FF2B5EF4-FFF2-40B4-BE49-F238E27FC236}">
                <a16:creationId xmlns:a16="http://schemas.microsoft.com/office/drawing/2014/main" id="{01685C92-79CA-4449-987E-913697EF5B46}"/>
              </a:ext>
            </a:extLst>
          </p:cNvPr>
          <p:cNvCxnSpPr>
            <a:cxnSpLocks/>
            <a:stCxn id="871" idx="2"/>
            <a:endCxn id="873" idx="0"/>
          </p:cNvCxnSpPr>
          <p:nvPr/>
        </p:nvCxnSpPr>
        <p:spPr>
          <a:xfrm flipH="1">
            <a:off x="11405054" y="4255404"/>
            <a:ext cx="157788" cy="11836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8" name="直接连接符 877">
            <a:extLst>
              <a:ext uri="{FF2B5EF4-FFF2-40B4-BE49-F238E27FC236}">
                <a16:creationId xmlns:a16="http://schemas.microsoft.com/office/drawing/2014/main" id="{F049C2FA-50B9-4BD0-9A83-68CBE6522577}"/>
              </a:ext>
            </a:extLst>
          </p:cNvPr>
          <p:cNvCxnSpPr>
            <a:cxnSpLocks/>
            <a:endCxn id="874" idx="0"/>
          </p:cNvCxnSpPr>
          <p:nvPr/>
        </p:nvCxnSpPr>
        <p:spPr>
          <a:xfrm>
            <a:off x="11570115" y="4255223"/>
            <a:ext cx="156523" cy="12678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9" name="直接连接符 878">
            <a:extLst>
              <a:ext uri="{FF2B5EF4-FFF2-40B4-BE49-F238E27FC236}">
                <a16:creationId xmlns:a16="http://schemas.microsoft.com/office/drawing/2014/main" id="{5DF3E6AA-B937-42F1-8173-266743469BB3}"/>
              </a:ext>
            </a:extLst>
          </p:cNvPr>
          <p:cNvCxnSpPr>
            <a:cxnSpLocks/>
          </p:cNvCxnSpPr>
          <p:nvPr/>
        </p:nvCxnSpPr>
        <p:spPr>
          <a:xfrm>
            <a:off x="12075901" y="4270074"/>
            <a:ext cx="289772" cy="13303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80" name="直接连接符 879">
            <a:extLst>
              <a:ext uri="{FF2B5EF4-FFF2-40B4-BE49-F238E27FC236}">
                <a16:creationId xmlns:a16="http://schemas.microsoft.com/office/drawing/2014/main" id="{36D2BCA0-6FC0-4078-BEDB-ED65302521A7}"/>
              </a:ext>
            </a:extLst>
          </p:cNvPr>
          <p:cNvCxnSpPr>
            <a:cxnSpLocks/>
          </p:cNvCxnSpPr>
          <p:nvPr/>
        </p:nvCxnSpPr>
        <p:spPr>
          <a:xfrm flipH="1">
            <a:off x="12039828" y="4256186"/>
            <a:ext cx="38571" cy="15047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83" name="图形 882">
            <a:extLst>
              <a:ext uri="{FF2B5EF4-FFF2-40B4-BE49-F238E27FC236}">
                <a16:creationId xmlns:a16="http://schemas.microsoft.com/office/drawing/2014/main" id="{418E6D29-F690-4CA9-A0B0-C96A298F9EC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726348" y="5194574"/>
            <a:ext cx="359938" cy="359938"/>
          </a:xfrm>
          <a:prstGeom prst="rect">
            <a:avLst/>
          </a:prstGeom>
        </p:spPr>
      </p:pic>
      <p:pic>
        <p:nvPicPr>
          <p:cNvPr id="884" name="图形 883">
            <a:extLst>
              <a:ext uri="{FF2B5EF4-FFF2-40B4-BE49-F238E27FC236}">
                <a16:creationId xmlns:a16="http://schemas.microsoft.com/office/drawing/2014/main" id="{B7A8D1ED-CB8A-407C-A178-7C1AD60C16F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724956" y="5702922"/>
            <a:ext cx="357763" cy="357763"/>
          </a:xfrm>
          <a:prstGeom prst="rect">
            <a:avLst/>
          </a:prstGeom>
        </p:spPr>
      </p:pic>
      <p:pic>
        <p:nvPicPr>
          <p:cNvPr id="885" name="图形 884">
            <a:extLst>
              <a:ext uri="{FF2B5EF4-FFF2-40B4-BE49-F238E27FC236}">
                <a16:creationId xmlns:a16="http://schemas.microsoft.com/office/drawing/2014/main" id="{9748BD37-2D23-476D-AB14-CA571BC3F9FF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712544" y="6164645"/>
            <a:ext cx="365379" cy="365379"/>
          </a:xfrm>
          <a:prstGeom prst="rect">
            <a:avLst/>
          </a:prstGeom>
        </p:spPr>
      </p:pic>
      <p:sp>
        <p:nvSpPr>
          <p:cNvPr id="886" name="文本框 885">
            <a:extLst>
              <a:ext uri="{FF2B5EF4-FFF2-40B4-BE49-F238E27FC236}">
                <a16:creationId xmlns:a16="http://schemas.microsoft.com/office/drawing/2014/main" id="{9BFA7A89-C962-46F3-8300-B758F989C11C}"/>
              </a:ext>
            </a:extLst>
          </p:cNvPr>
          <p:cNvSpPr txBox="1"/>
          <p:nvPr/>
        </p:nvSpPr>
        <p:spPr>
          <a:xfrm>
            <a:off x="11740483" y="5477945"/>
            <a:ext cx="500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Pull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87" name="文本框 886">
            <a:extLst>
              <a:ext uri="{FF2B5EF4-FFF2-40B4-BE49-F238E27FC236}">
                <a16:creationId xmlns:a16="http://schemas.microsoft.com/office/drawing/2014/main" id="{FBF92B32-1804-40D9-B652-1EE4AE05A424}"/>
              </a:ext>
            </a:extLst>
          </p:cNvPr>
          <p:cNvSpPr txBox="1"/>
          <p:nvPr/>
        </p:nvSpPr>
        <p:spPr>
          <a:xfrm>
            <a:off x="11725570" y="5987913"/>
            <a:ext cx="585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Push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88" name="直接箭头连接符 887">
            <a:extLst>
              <a:ext uri="{FF2B5EF4-FFF2-40B4-BE49-F238E27FC236}">
                <a16:creationId xmlns:a16="http://schemas.microsoft.com/office/drawing/2014/main" id="{B400AAD6-8755-4AC8-BD09-44F2527069C1}"/>
              </a:ext>
            </a:extLst>
          </p:cNvPr>
          <p:cNvCxnSpPr>
            <a:cxnSpLocks/>
          </p:cNvCxnSpPr>
          <p:nvPr/>
        </p:nvCxnSpPr>
        <p:spPr>
          <a:xfrm>
            <a:off x="10502123" y="5455326"/>
            <a:ext cx="0" cy="140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9" name="直接箭头连接符 888">
            <a:extLst>
              <a:ext uri="{FF2B5EF4-FFF2-40B4-BE49-F238E27FC236}">
                <a16:creationId xmlns:a16="http://schemas.microsoft.com/office/drawing/2014/main" id="{6856AF84-A249-478D-BBB5-5B4C5081D7EC}"/>
              </a:ext>
            </a:extLst>
          </p:cNvPr>
          <p:cNvCxnSpPr>
            <a:cxnSpLocks/>
          </p:cNvCxnSpPr>
          <p:nvPr/>
        </p:nvCxnSpPr>
        <p:spPr>
          <a:xfrm flipV="1">
            <a:off x="10502135" y="5626603"/>
            <a:ext cx="1455" cy="146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0" name="直接箭头连接符 889">
            <a:extLst>
              <a:ext uri="{FF2B5EF4-FFF2-40B4-BE49-F238E27FC236}">
                <a16:creationId xmlns:a16="http://schemas.microsoft.com/office/drawing/2014/main" id="{E1ED10FD-C60A-4EA5-939F-E6C781E2AF30}"/>
              </a:ext>
            </a:extLst>
          </p:cNvPr>
          <p:cNvCxnSpPr>
            <a:cxnSpLocks/>
          </p:cNvCxnSpPr>
          <p:nvPr/>
        </p:nvCxnSpPr>
        <p:spPr>
          <a:xfrm>
            <a:off x="10509636" y="6148806"/>
            <a:ext cx="4643" cy="158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1" name="直接箭头连接符 890">
            <a:extLst>
              <a:ext uri="{FF2B5EF4-FFF2-40B4-BE49-F238E27FC236}">
                <a16:creationId xmlns:a16="http://schemas.microsoft.com/office/drawing/2014/main" id="{24E8FA0F-839E-4D4B-B77B-090CED5A91F3}"/>
              </a:ext>
            </a:extLst>
          </p:cNvPr>
          <p:cNvCxnSpPr>
            <a:cxnSpLocks/>
          </p:cNvCxnSpPr>
          <p:nvPr/>
        </p:nvCxnSpPr>
        <p:spPr>
          <a:xfrm flipV="1">
            <a:off x="10507527" y="5936127"/>
            <a:ext cx="0" cy="159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左大括号 253">
            <a:extLst>
              <a:ext uri="{FF2B5EF4-FFF2-40B4-BE49-F238E27FC236}">
                <a16:creationId xmlns:a16="http://schemas.microsoft.com/office/drawing/2014/main" id="{B46F2F87-6761-4B10-A5C7-C5AE00310B87}"/>
              </a:ext>
            </a:extLst>
          </p:cNvPr>
          <p:cNvSpPr/>
          <p:nvPr/>
        </p:nvSpPr>
        <p:spPr>
          <a:xfrm rot="16200000">
            <a:off x="5825570" y="3948996"/>
            <a:ext cx="407723" cy="5925424"/>
          </a:xfrm>
          <a:custGeom>
            <a:avLst/>
            <a:gdLst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69850 w 318100"/>
              <a:gd name="connsiteY3" fmla="*/ 278048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44450 w 248250"/>
              <a:gd name="connsiteY3" fmla="*/ 2791071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  <a:gd name="connsiteX7" fmla="*/ 248250 w 248250"/>
              <a:gd name="connsiteY7" fmla="*/ 5542084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0 w 248250"/>
              <a:gd name="connsiteY3" fmla="*/ 2780487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8250" h="5542084" stroke="0" extrusionOk="0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132291" y="2791071"/>
                  <a:pt x="44450" y="2791071"/>
                </a:cubicBezTo>
                <a:cubicBezTo>
                  <a:pt x="132291" y="2791071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  <a:lnTo>
                  <a:pt x="248250" y="5542084"/>
                </a:lnTo>
                <a:close/>
              </a:path>
              <a:path w="248250" h="5542084" fill="none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87841" y="2780487"/>
                  <a:pt x="0" y="2780487"/>
                </a:cubicBezTo>
                <a:cubicBezTo>
                  <a:pt x="87841" y="2780487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 algn="ctr"/>
            <a:endParaRPr lang="zh-CN" altLang="en-US"/>
          </a:p>
        </p:txBody>
      </p:sp>
      <p:sp>
        <p:nvSpPr>
          <p:cNvPr id="901" name="文本框 900">
            <a:extLst>
              <a:ext uri="{FF2B5EF4-FFF2-40B4-BE49-F238E27FC236}">
                <a16:creationId xmlns:a16="http://schemas.microsoft.com/office/drawing/2014/main" id="{94DBD248-C8C2-4616-99AD-D5A61AD9292E}"/>
              </a:ext>
            </a:extLst>
          </p:cNvPr>
          <p:cNvSpPr txBox="1"/>
          <p:nvPr/>
        </p:nvSpPr>
        <p:spPr>
          <a:xfrm>
            <a:off x="3708359" y="7122041"/>
            <a:ext cx="4848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Inter- and Intra-Behavior Weighted Denoising Module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3" name="文本框 902">
            <a:extLst>
              <a:ext uri="{FF2B5EF4-FFF2-40B4-BE49-F238E27FC236}">
                <a16:creationId xmlns:a16="http://schemas.microsoft.com/office/drawing/2014/main" id="{2D0D18E9-F0A6-4F69-9000-67F2B0CB13CF}"/>
              </a:ext>
            </a:extLst>
          </p:cNvPr>
          <p:cNvSpPr txBox="1"/>
          <p:nvPr/>
        </p:nvSpPr>
        <p:spPr>
          <a:xfrm>
            <a:off x="8688396" y="7130114"/>
            <a:ext cx="46523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Preference-informed Inter- and Intra-Behavior Representation Enhancement Module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5" name="文本框 494">
                <a:extLst>
                  <a:ext uri="{FF2B5EF4-FFF2-40B4-BE49-F238E27FC236}">
                    <a16:creationId xmlns:a16="http://schemas.microsoft.com/office/drawing/2014/main" id="{F2A47769-9163-4EC4-B86A-358E0F722DE7}"/>
                  </a:ext>
                </a:extLst>
              </p:cNvPr>
              <p:cNvSpPr txBox="1"/>
              <p:nvPr/>
            </p:nvSpPr>
            <p:spPr>
              <a:xfrm>
                <a:off x="3000056" y="5707988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</m:sSub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495" name="文本框 494">
                <a:extLst>
                  <a:ext uri="{FF2B5EF4-FFF2-40B4-BE49-F238E27FC236}">
                    <a16:creationId xmlns:a16="http://schemas.microsoft.com/office/drawing/2014/main" id="{F2A47769-9163-4EC4-B86A-358E0F722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056" y="5707988"/>
                <a:ext cx="315383" cy="276999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9" name="文本框 498">
                <a:extLst>
                  <a:ext uri="{FF2B5EF4-FFF2-40B4-BE49-F238E27FC236}">
                    <a16:creationId xmlns:a16="http://schemas.microsoft.com/office/drawing/2014/main" id="{A5220178-7642-438A-AECA-4E53E4BBFD98}"/>
                  </a:ext>
                </a:extLst>
              </p:cNvPr>
              <p:cNvSpPr txBox="1"/>
              <p:nvPr/>
            </p:nvSpPr>
            <p:spPr>
              <a:xfrm>
                <a:off x="8766399" y="5894315"/>
                <a:ext cx="315383" cy="300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499" name="文本框 498">
                <a:extLst>
                  <a:ext uri="{FF2B5EF4-FFF2-40B4-BE49-F238E27FC236}">
                    <a16:creationId xmlns:a16="http://schemas.microsoft.com/office/drawing/2014/main" id="{A5220178-7642-438A-AECA-4E53E4BBF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6399" y="5894315"/>
                <a:ext cx="315383" cy="300723"/>
              </a:xfrm>
              <a:prstGeom prst="rect">
                <a:avLst/>
              </a:prstGeom>
              <a:blipFill>
                <a:blip r:embed="rId44"/>
                <a:stretch>
                  <a:fillRect r="-4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7" name="直接箭头连接符 486">
            <a:extLst>
              <a:ext uri="{FF2B5EF4-FFF2-40B4-BE49-F238E27FC236}">
                <a16:creationId xmlns:a16="http://schemas.microsoft.com/office/drawing/2014/main" id="{2C58EFC2-1D5F-4559-BC4E-8EFE37901AF4}"/>
              </a:ext>
            </a:extLst>
          </p:cNvPr>
          <p:cNvCxnSpPr>
            <a:cxnSpLocks/>
          </p:cNvCxnSpPr>
          <p:nvPr/>
        </p:nvCxnSpPr>
        <p:spPr>
          <a:xfrm>
            <a:off x="3391263" y="3169505"/>
            <a:ext cx="15465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" name="矩形: 圆角 511">
            <a:extLst>
              <a:ext uri="{FF2B5EF4-FFF2-40B4-BE49-F238E27FC236}">
                <a16:creationId xmlns:a16="http://schemas.microsoft.com/office/drawing/2014/main" id="{86DF7579-EC9E-42CB-A9F6-ED71F243D07D}"/>
              </a:ext>
            </a:extLst>
          </p:cNvPr>
          <p:cNvSpPr/>
          <p:nvPr/>
        </p:nvSpPr>
        <p:spPr>
          <a:xfrm>
            <a:off x="3818583" y="5299929"/>
            <a:ext cx="2271450" cy="1215817"/>
          </a:xfrm>
          <a:prstGeom prst="roundRect">
            <a:avLst>
              <a:gd name="adj" fmla="val 9114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15" name="直接连接符 514">
            <a:extLst>
              <a:ext uri="{FF2B5EF4-FFF2-40B4-BE49-F238E27FC236}">
                <a16:creationId xmlns:a16="http://schemas.microsoft.com/office/drawing/2014/main" id="{2BFA40C5-C3B4-483E-AC1F-B3491EE9B0AC}"/>
              </a:ext>
            </a:extLst>
          </p:cNvPr>
          <p:cNvCxnSpPr>
            <a:cxnSpLocks/>
            <a:stCxn id="522" idx="2"/>
            <a:endCxn id="527" idx="0"/>
          </p:cNvCxnSpPr>
          <p:nvPr/>
        </p:nvCxnSpPr>
        <p:spPr>
          <a:xfrm flipH="1">
            <a:off x="4070891" y="5687461"/>
            <a:ext cx="195322" cy="4156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6" name="直接连接符 515">
            <a:extLst>
              <a:ext uri="{FF2B5EF4-FFF2-40B4-BE49-F238E27FC236}">
                <a16:creationId xmlns:a16="http://schemas.microsoft.com/office/drawing/2014/main" id="{7E85A41B-5FCF-4971-8067-42B82D3C323B}"/>
              </a:ext>
            </a:extLst>
          </p:cNvPr>
          <p:cNvCxnSpPr>
            <a:cxnSpLocks/>
            <a:endCxn id="528" idx="0"/>
          </p:cNvCxnSpPr>
          <p:nvPr/>
        </p:nvCxnSpPr>
        <p:spPr>
          <a:xfrm>
            <a:off x="4267650" y="5699631"/>
            <a:ext cx="232015" cy="41194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7" name="直接连接符 516">
            <a:extLst>
              <a:ext uri="{FF2B5EF4-FFF2-40B4-BE49-F238E27FC236}">
                <a16:creationId xmlns:a16="http://schemas.microsoft.com/office/drawing/2014/main" id="{744C7D61-83A3-4011-8A1F-ECAD9114312E}"/>
              </a:ext>
            </a:extLst>
          </p:cNvPr>
          <p:cNvCxnSpPr>
            <a:cxnSpLocks/>
            <a:stCxn id="523" idx="2"/>
            <a:endCxn id="528" idx="0"/>
          </p:cNvCxnSpPr>
          <p:nvPr/>
        </p:nvCxnSpPr>
        <p:spPr>
          <a:xfrm flipH="1">
            <a:off x="4499665" y="5685334"/>
            <a:ext cx="428331" cy="42624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8" name="直接连接符 517">
            <a:extLst>
              <a:ext uri="{FF2B5EF4-FFF2-40B4-BE49-F238E27FC236}">
                <a16:creationId xmlns:a16="http://schemas.microsoft.com/office/drawing/2014/main" id="{AC2B5D46-1EF5-409D-91E3-D0A81F545F51}"/>
              </a:ext>
            </a:extLst>
          </p:cNvPr>
          <p:cNvCxnSpPr>
            <a:cxnSpLocks/>
          </p:cNvCxnSpPr>
          <p:nvPr/>
        </p:nvCxnSpPr>
        <p:spPr>
          <a:xfrm>
            <a:off x="4933248" y="5697237"/>
            <a:ext cx="46555" cy="45570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9" name="直接连接符 518">
            <a:extLst>
              <a:ext uri="{FF2B5EF4-FFF2-40B4-BE49-F238E27FC236}">
                <a16:creationId xmlns:a16="http://schemas.microsoft.com/office/drawing/2014/main" id="{642B4A3E-26FB-4A13-8C82-C62B20EFFC13}"/>
              </a:ext>
            </a:extLst>
          </p:cNvPr>
          <p:cNvCxnSpPr>
            <a:cxnSpLocks/>
          </p:cNvCxnSpPr>
          <p:nvPr/>
        </p:nvCxnSpPr>
        <p:spPr>
          <a:xfrm>
            <a:off x="4936783" y="5695458"/>
            <a:ext cx="358973" cy="45726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0" name="直接连接符 519">
            <a:extLst>
              <a:ext uri="{FF2B5EF4-FFF2-40B4-BE49-F238E27FC236}">
                <a16:creationId xmlns:a16="http://schemas.microsoft.com/office/drawing/2014/main" id="{5B596697-A3B0-4832-B9E6-C829CE7CF6AF}"/>
              </a:ext>
            </a:extLst>
          </p:cNvPr>
          <p:cNvCxnSpPr>
            <a:cxnSpLocks/>
            <a:stCxn id="523" idx="2"/>
            <a:endCxn id="529" idx="0"/>
          </p:cNvCxnSpPr>
          <p:nvPr/>
        </p:nvCxnSpPr>
        <p:spPr>
          <a:xfrm>
            <a:off x="4927997" y="5685333"/>
            <a:ext cx="837173" cy="42722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21" name="文本框 520">
            <a:extLst>
              <a:ext uri="{FF2B5EF4-FFF2-40B4-BE49-F238E27FC236}">
                <a16:creationId xmlns:a16="http://schemas.microsoft.com/office/drawing/2014/main" id="{8B862C9B-2A14-41D2-A75C-8803E08731C9}"/>
              </a:ext>
            </a:extLst>
          </p:cNvPr>
          <p:cNvSpPr txBox="1"/>
          <p:nvPr/>
        </p:nvSpPr>
        <p:spPr>
          <a:xfrm>
            <a:off x="3916233" y="5052839"/>
            <a:ext cx="2108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Inter-Behavior Weighting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22" name="图形 521">
            <a:extLst>
              <a:ext uri="{FF2B5EF4-FFF2-40B4-BE49-F238E27FC236}">
                <a16:creationId xmlns:a16="http://schemas.microsoft.com/office/drawing/2014/main" id="{55217912-AE5B-4A43-8D73-18B70220996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086244" y="5327523"/>
            <a:ext cx="359938" cy="359938"/>
          </a:xfrm>
          <a:prstGeom prst="rect">
            <a:avLst/>
          </a:prstGeom>
        </p:spPr>
      </p:pic>
      <p:pic>
        <p:nvPicPr>
          <p:cNvPr id="523" name="图形 522">
            <a:extLst>
              <a:ext uri="{FF2B5EF4-FFF2-40B4-BE49-F238E27FC236}">
                <a16:creationId xmlns:a16="http://schemas.microsoft.com/office/drawing/2014/main" id="{882A7016-CAC3-47FC-9B38-402E766F4CB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749113" y="5327582"/>
            <a:ext cx="357763" cy="357763"/>
          </a:xfrm>
          <a:prstGeom prst="rect">
            <a:avLst/>
          </a:prstGeom>
        </p:spPr>
      </p:pic>
      <p:pic>
        <p:nvPicPr>
          <p:cNvPr id="524" name="图形 523">
            <a:extLst>
              <a:ext uri="{FF2B5EF4-FFF2-40B4-BE49-F238E27FC236}">
                <a16:creationId xmlns:a16="http://schemas.microsoft.com/office/drawing/2014/main" id="{87EED835-9D02-4F1E-9C9B-0D00D6DB200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369997" y="5328273"/>
            <a:ext cx="365379" cy="365379"/>
          </a:xfrm>
          <a:prstGeom prst="rect">
            <a:avLst/>
          </a:prstGeom>
        </p:spPr>
      </p:pic>
      <p:pic>
        <p:nvPicPr>
          <p:cNvPr id="525" name="图形 524">
            <a:extLst>
              <a:ext uri="{FF2B5EF4-FFF2-40B4-BE49-F238E27FC236}">
                <a16:creationId xmlns:a16="http://schemas.microsoft.com/office/drawing/2014/main" id="{EEB42CF6-D504-4CE4-93AC-FE869376A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2856" y="6061774"/>
            <a:ext cx="460789" cy="460789"/>
          </a:xfrm>
          <a:prstGeom prst="rect">
            <a:avLst/>
          </a:prstGeom>
        </p:spPr>
      </p:pic>
      <p:pic>
        <p:nvPicPr>
          <p:cNvPr id="526" name="图形 525">
            <a:extLst>
              <a:ext uri="{FF2B5EF4-FFF2-40B4-BE49-F238E27FC236}">
                <a16:creationId xmlns:a16="http://schemas.microsoft.com/office/drawing/2014/main" id="{474834A6-365F-4841-BBD6-7D4F2719AA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50818" y="6067108"/>
            <a:ext cx="430225" cy="430225"/>
          </a:xfrm>
          <a:prstGeom prst="rect">
            <a:avLst/>
          </a:prstGeom>
        </p:spPr>
      </p:pic>
      <p:pic>
        <p:nvPicPr>
          <p:cNvPr id="527" name="图形 526">
            <a:extLst>
              <a:ext uri="{FF2B5EF4-FFF2-40B4-BE49-F238E27FC236}">
                <a16:creationId xmlns:a16="http://schemas.microsoft.com/office/drawing/2014/main" id="{D2C378E1-D281-41DC-9462-DAC634FC1AA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885917" y="6103160"/>
            <a:ext cx="369944" cy="369944"/>
          </a:xfrm>
          <a:prstGeom prst="rect">
            <a:avLst/>
          </a:prstGeom>
        </p:spPr>
      </p:pic>
      <p:pic>
        <p:nvPicPr>
          <p:cNvPr id="528" name="图形 527">
            <a:extLst>
              <a:ext uri="{FF2B5EF4-FFF2-40B4-BE49-F238E27FC236}">
                <a16:creationId xmlns:a16="http://schemas.microsoft.com/office/drawing/2014/main" id="{0E6E1408-15F4-4ABF-867A-BE1C46C75E2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328802" y="6111588"/>
            <a:ext cx="341725" cy="341725"/>
          </a:xfrm>
          <a:prstGeom prst="rect">
            <a:avLst/>
          </a:prstGeom>
        </p:spPr>
      </p:pic>
      <p:pic>
        <p:nvPicPr>
          <p:cNvPr id="529" name="图形 528">
            <a:extLst>
              <a:ext uri="{FF2B5EF4-FFF2-40B4-BE49-F238E27FC236}">
                <a16:creationId xmlns:a16="http://schemas.microsoft.com/office/drawing/2014/main" id="{25B4CDAE-443C-4B7C-8863-14AECCA14A2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600438" y="6112566"/>
            <a:ext cx="329461" cy="329461"/>
          </a:xfrm>
          <a:prstGeom prst="rect">
            <a:avLst/>
          </a:prstGeom>
        </p:spPr>
      </p:pic>
      <p:cxnSp>
        <p:nvCxnSpPr>
          <p:cNvPr id="531" name="直接连接符 530">
            <a:extLst>
              <a:ext uri="{FF2B5EF4-FFF2-40B4-BE49-F238E27FC236}">
                <a16:creationId xmlns:a16="http://schemas.microsoft.com/office/drawing/2014/main" id="{E3BA132C-B1D6-4627-AD02-F3B1B9E29759}"/>
              </a:ext>
            </a:extLst>
          </p:cNvPr>
          <p:cNvCxnSpPr>
            <a:cxnSpLocks/>
            <a:stCxn id="524" idx="2"/>
            <a:endCxn id="529" idx="0"/>
          </p:cNvCxnSpPr>
          <p:nvPr/>
        </p:nvCxnSpPr>
        <p:spPr>
          <a:xfrm>
            <a:off x="5552685" y="5693640"/>
            <a:ext cx="212483" cy="418914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32" name="直接连接符 531">
            <a:extLst>
              <a:ext uri="{FF2B5EF4-FFF2-40B4-BE49-F238E27FC236}">
                <a16:creationId xmlns:a16="http://schemas.microsoft.com/office/drawing/2014/main" id="{E83E87F9-D4BE-48C9-A145-9A668381999A}"/>
              </a:ext>
            </a:extLst>
          </p:cNvPr>
          <p:cNvCxnSpPr>
            <a:cxnSpLocks/>
          </p:cNvCxnSpPr>
          <p:nvPr/>
        </p:nvCxnSpPr>
        <p:spPr>
          <a:xfrm>
            <a:off x="4260670" y="5690425"/>
            <a:ext cx="604692" cy="45097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35" name="文本框 534">
                <a:extLst>
                  <a:ext uri="{FF2B5EF4-FFF2-40B4-BE49-F238E27FC236}">
                    <a16:creationId xmlns:a16="http://schemas.microsoft.com/office/drawing/2014/main" id="{362D0F0E-98D7-4E9C-88AC-83EA7E25E6CA}"/>
                  </a:ext>
                </a:extLst>
              </p:cNvPr>
              <p:cNvSpPr txBox="1"/>
              <p:nvPr/>
            </p:nvSpPr>
            <p:spPr>
              <a:xfrm>
                <a:off x="3532011" y="6445752"/>
                <a:ext cx="2886056" cy="3054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𝒊𝒏𝒕𝒆𝒓</m:t>
                          </m:r>
                        </m:sup>
                      </m:sSubSup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𝒑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</m:sup>
                      </m:sSubSup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p>
                        <m:s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𝒄</m:t>
                          </m:r>
                        </m:sup>
                      </m:sSubSup>
                      <m:r>
                        <a:rPr lang="en-US" altLang="zh-CN" sz="1200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p>
                        <m:s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535" name="文本框 534">
                <a:extLst>
                  <a:ext uri="{FF2B5EF4-FFF2-40B4-BE49-F238E27FC236}">
                    <a16:creationId xmlns:a16="http://schemas.microsoft.com/office/drawing/2014/main" id="{362D0F0E-98D7-4E9C-88AC-83EA7E25E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011" y="6445752"/>
                <a:ext cx="2886056" cy="305468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7" name="文本框 536">
                <a:extLst>
                  <a:ext uri="{FF2B5EF4-FFF2-40B4-BE49-F238E27FC236}">
                    <a16:creationId xmlns:a16="http://schemas.microsoft.com/office/drawing/2014/main" id="{1810620C-CC11-433F-A37F-70F24BB445A5}"/>
                  </a:ext>
                </a:extLst>
              </p:cNvPr>
              <p:cNvSpPr txBox="1"/>
              <p:nvPr/>
            </p:nvSpPr>
            <p:spPr>
              <a:xfrm rot="17876131">
                <a:off x="3590972" y="5794233"/>
                <a:ext cx="886206" cy="234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9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>
                              <a:latin typeface="Cambria Math" panose="02040503050406030204" pitchFamily="18" charset="0"/>
                            </a:rPr>
                            <m:t>𝒊𝒏𝒕𝒆𝒓</m:t>
                          </m:r>
                        </m:sup>
                      </m:sSup>
                      <m:r>
                        <a:rPr lang="en-US" altLang="zh-CN" sz="9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900" b="1" i="1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zh-CN" altLang="en-US" sz="900" b="1" dirty="0"/>
              </a:p>
            </p:txBody>
          </p:sp>
        </mc:Choice>
        <mc:Fallback>
          <p:sp>
            <p:nvSpPr>
              <p:cNvPr id="537" name="文本框 536">
                <a:extLst>
                  <a:ext uri="{FF2B5EF4-FFF2-40B4-BE49-F238E27FC236}">
                    <a16:creationId xmlns:a16="http://schemas.microsoft.com/office/drawing/2014/main" id="{1810620C-CC11-433F-A37F-70F24BB44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876131">
                <a:off x="3590972" y="5794233"/>
                <a:ext cx="886206" cy="234360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8" name="文本框 537">
                <a:extLst>
                  <a:ext uri="{FF2B5EF4-FFF2-40B4-BE49-F238E27FC236}">
                    <a16:creationId xmlns:a16="http://schemas.microsoft.com/office/drawing/2014/main" id="{12B9654F-A3AB-4E52-937E-38A5A5BC79D3}"/>
                  </a:ext>
                </a:extLst>
              </p:cNvPr>
              <p:cNvSpPr txBox="1"/>
              <p:nvPr/>
            </p:nvSpPr>
            <p:spPr>
              <a:xfrm rot="2278121">
                <a:off x="4124167" y="5714570"/>
                <a:ext cx="854223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900" dirty="0"/>
              </a:p>
            </p:txBody>
          </p:sp>
        </mc:Choice>
        <mc:Fallback>
          <p:sp>
            <p:nvSpPr>
              <p:cNvPr id="538" name="文本框 537">
                <a:extLst>
                  <a:ext uri="{FF2B5EF4-FFF2-40B4-BE49-F238E27FC236}">
                    <a16:creationId xmlns:a16="http://schemas.microsoft.com/office/drawing/2014/main" id="{12B9654F-A3AB-4E52-937E-38A5A5BC7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278121">
                <a:off x="4124167" y="5714570"/>
                <a:ext cx="854223" cy="230832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9" name="文本框 538">
            <a:extLst>
              <a:ext uri="{FF2B5EF4-FFF2-40B4-BE49-F238E27FC236}">
                <a16:creationId xmlns:a16="http://schemas.microsoft.com/office/drawing/2014/main" id="{73429C8F-CF46-453D-8B40-BCC94A375485}"/>
              </a:ext>
            </a:extLst>
          </p:cNvPr>
          <p:cNvSpPr txBox="1"/>
          <p:nvPr/>
        </p:nvSpPr>
        <p:spPr>
          <a:xfrm rot="18950264">
            <a:off x="4640850" y="5640786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0" name="文本框 539">
            <a:extLst>
              <a:ext uri="{FF2B5EF4-FFF2-40B4-BE49-F238E27FC236}">
                <a16:creationId xmlns:a16="http://schemas.microsoft.com/office/drawing/2014/main" id="{A6DB7243-B94A-4620-B50B-A36D07A3DC9F}"/>
              </a:ext>
            </a:extLst>
          </p:cNvPr>
          <p:cNvSpPr txBox="1"/>
          <p:nvPr/>
        </p:nvSpPr>
        <p:spPr>
          <a:xfrm rot="4779640">
            <a:off x="4889387" y="5848045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1" name="文本框 540">
            <a:extLst>
              <a:ext uri="{FF2B5EF4-FFF2-40B4-BE49-F238E27FC236}">
                <a16:creationId xmlns:a16="http://schemas.microsoft.com/office/drawing/2014/main" id="{0156D954-9D04-434D-9859-6653EDEA29DC}"/>
              </a:ext>
            </a:extLst>
          </p:cNvPr>
          <p:cNvSpPr txBox="1"/>
          <p:nvPr/>
        </p:nvSpPr>
        <p:spPr>
          <a:xfrm rot="3015268">
            <a:off x="5091221" y="5793110"/>
            <a:ext cx="2055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2" name="文本框 541">
                <a:extLst>
                  <a:ext uri="{FF2B5EF4-FFF2-40B4-BE49-F238E27FC236}">
                    <a16:creationId xmlns:a16="http://schemas.microsoft.com/office/drawing/2014/main" id="{900D3B68-DE26-4B7A-AFF1-76A451463F0E}"/>
                  </a:ext>
                </a:extLst>
              </p:cNvPr>
              <p:cNvSpPr txBox="1"/>
              <p:nvPr/>
            </p:nvSpPr>
            <p:spPr>
              <a:xfrm rot="3722880">
                <a:off x="3931406" y="5920036"/>
                <a:ext cx="886206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b="1" i="1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900" b="1" dirty="0"/>
              </a:p>
            </p:txBody>
          </p:sp>
        </mc:Choice>
        <mc:Fallback>
          <p:sp>
            <p:nvSpPr>
              <p:cNvPr id="542" name="文本框 541">
                <a:extLst>
                  <a:ext uri="{FF2B5EF4-FFF2-40B4-BE49-F238E27FC236}">
                    <a16:creationId xmlns:a16="http://schemas.microsoft.com/office/drawing/2014/main" id="{900D3B68-DE26-4B7A-AFF1-76A451463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722880">
                <a:off x="3931406" y="5920036"/>
                <a:ext cx="886206" cy="230832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3" name="文本框 542">
                <a:extLst>
                  <a:ext uri="{FF2B5EF4-FFF2-40B4-BE49-F238E27FC236}">
                    <a16:creationId xmlns:a16="http://schemas.microsoft.com/office/drawing/2014/main" id="{2702237E-2824-45CC-8C3D-2FC6FA2C2A28}"/>
                  </a:ext>
                </a:extLst>
              </p:cNvPr>
              <p:cNvSpPr txBox="1"/>
              <p:nvPr/>
            </p:nvSpPr>
            <p:spPr>
              <a:xfrm rot="1600804">
                <a:off x="4887274" y="5705877"/>
                <a:ext cx="886206" cy="234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>
                              <a:solidFill>
                                <a:srgbClr val="217BB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900" b="1" i="1">
                              <a:solidFill>
                                <a:srgbClr val="217BB7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>
                              <a:solidFill>
                                <a:srgbClr val="217BB7"/>
                              </a:solidFill>
                              <a:latin typeface="Cambria Math" panose="02040503050406030204" pitchFamily="18" charset="0"/>
                            </a:rPr>
                            <m:t>𝒊𝒏𝒕𝒆𝒓</m:t>
                          </m:r>
                        </m:sup>
                      </m:sSup>
                      <m:r>
                        <a:rPr lang="en-US" altLang="zh-CN" sz="900" b="1" i="1">
                          <a:solidFill>
                            <a:srgbClr val="217BB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900" b="1" i="1">
                          <a:solidFill>
                            <a:srgbClr val="217BB7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900" b="1" dirty="0">
                  <a:solidFill>
                    <a:srgbClr val="217BB7"/>
                  </a:solidFill>
                </a:endParaRPr>
              </a:p>
            </p:txBody>
          </p:sp>
        </mc:Choice>
        <mc:Fallback>
          <p:sp>
            <p:nvSpPr>
              <p:cNvPr id="543" name="文本框 542">
                <a:extLst>
                  <a:ext uri="{FF2B5EF4-FFF2-40B4-BE49-F238E27FC236}">
                    <a16:creationId xmlns:a16="http://schemas.microsoft.com/office/drawing/2014/main" id="{2702237E-2824-45CC-8C3D-2FC6FA2C2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00804">
                <a:off x="4887274" y="5705877"/>
                <a:ext cx="886206" cy="234360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4" name="文本框 543">
                <a:extLst>
                  <a:ext uri="{FF2B5EF4-FFF2-40B4-BE49-F238E27FC236}">
                    <a16:creationId xmlns:a16="http://schemas.microsoft.com/office/drawing/2014/main" id="{A282E244-2F27-4292-8EB8-7B713A35C062}"/>
                  </a:ext>
                </a:extLst>
              </p:cNvPr>
              <p:cNvSpPr txBox="1"/>
              <p:nvPr/>
            </p:nvSpPr>
            <p:spPr>
              <a:xfrm rot="3845669">
                <a:off x="5336480" y="5807898"/>
                <a:ext cx="886206" cy="234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>
                              <a:solidFill>
                                <a:srgbClr val="F4B3B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900" b="1" i="1">
                              <a:solidFill>
                                <a:srgbClr val="F4B3B3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>
                              <a:solidFill>
                                <a:srgbClr val="F4B3B3"/>
                              </a:solidFill>
                              <a:latin typeface="Cambria Math" panose="02040503050406030204" pitchFamily="18" charset="0"/>
                            </a:rPr>
                            <m:t>𝒊𝒏𝒕𝒆𝒓</m:t>
                          </m:r>
                        </m:sup>
                      </m:sSup>
                      <m:r>
                        <a:rPr lang="en-US" altLang="zh-CN" sz="900" b="1" i="1">
                          <a:solidFill>
                            <a:srgbClr val="F4B3B3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zh-CN" altLang="en-US" sz="900" b="1" dirty="0">
                  <a:solidFill>
                    <a:srgbClr val="F4B3B3"/>
                  </a:solidFill>
                </a:endParaRPr>
              </a:p>
            </p:txBody>
          </p:sp>
        </mc:Choice>
        <mc:Fallback>
          <p:sp>
            <p:nvSpPr>
              <p:cNvPr id="544" name="文本框 543">
                <a:extLst>
                  <a:ext uri="{FF2B5EF4-FFF2-40B4-BE49-F238E27FC236}">
                    <a16:creationId xmlns:a16="http://schemas.microsoft.com/office/drawing/2014/main" id="{A282E244-2F27-4292-8EB8-7B713A35C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845669">
                <a:off x="5336480" y="5807898"/>
                <a:ext cx="886206" cy="234360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5" name="直接连接符 544">
            <a:extLst>
              <a:ext uri="{FF2B5EF4-FFF2-40B4-BE49-F238E27FC236}">
                <a16:creationId xmlns:a16="http://schemas.microsoft.com/office/drawing/2014/main" id="{6AEBED6E-43F5-4170-AF18-56E93835110D}"/>
              </a:ext>
            </a:extLst>
          </p:cNvPr>
          <p:cNvCxnSpPr>
            <a:cxnSpLocks/>
          </p:cNvCxnSpPr>
          <p:nvPr/>
        </p:nvCxnSpPr>
        <p:spPr>
          <a:xfrm flipV="1">
            <a:off x="3560014" y="5055850"/>
            <a:ext cx="2748593" cy="1915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6" name="文本框 545">
                <a:extLst>
                  <a:ext uri="{FF2B5EF4-FFF2-40B4-BE49-F238E27FC236}">
                    <a16:creationId xmlns:a16="http://schemas.microsoft.com/office/drawing/2014/main" id="{C6927204-26D7-4C3D-96FF-1126673289EA}"/>
                  </a:ext>
                </a:extLst>
              </p:cNvPr>
              <p:cNvSpPr txBox="1"/>
              <p:nvPr/>
            </p:nvSpPr>
            <p:spPr>
              <a:xfrm>
                <a:off x="6472722" y="2739386"/>
                <a:ext cx="45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46" name="文本框 545">
                <a:extLst>
                  <a:ext uri="{FF2B5EF4-FFF2-40B4-BE49-F238E27FC236}">
                    <a16:creationId xmlns:a16="http://schemas.microsoft.com/office/drawing/2014/main" id="{C6927204-26D7-4C3D-96FF-112667328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2722" y="2739386"/>
                <a:ext cx="45719" cy="369332"/>
              </a:xfrm>
              <a:prstGeom prst="rect">
                <a:avLst/>
              </a:prstGeom>
              <a:blipFill>
                <a:blip r:embed="rId51"/>
                <a:stretch>
                  <a:fillRect l="-185714" r="-728571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C42F89FD-B38B-4AD3-838C-8511C6EBBA34}"/>
              </a:ext>
            </a:extLst>
          </p:cNvPr>
          <p:cNvCxnSpPr>
            <a:cxnSpLocks/>
          </p:cNvCxnSpPr>
          <p:nvPr/>
        </p:nvCxnSpPr>
        <p:spPr>
          <a:xfrm>
            <a:off x="6085348" y="2937306"/>
            <a:ext cx="4370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70" name="文本框 569">
                <a:extLst>
                  <a:ext uri="{FF2B5EF4-FFF2-40B4-BE49-F238E27FC236}">
                    <a16:creationId xmlns:a16="http://schemas.microsoft.com/office/drawing/2014/main" id="{919229BC-5189-4D68-B71C-8CB3F20F71FE}"/>
                  </a:ext>
                </a:extLst>
              </p:cNvPr>
              <p:cNvSpPr txBox="1"/>
              <p:nvPr/>
            </p:nvSpPr>
            <p:spPr>
              <a:xfrm>
                <a:off x="6349092" y="4022528"/>
                <a:ext cx="45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70" name="文本框 569">
                <a:extLst>
                  <a:ext uri="{FF2B5EF4-FFF2-40B4-BE49-F238E27FC236}">
                    <a16:creationId xmlns:a16="http://schemas.microsoft.com/office/drawing/2014/main" id="{919229BC-5189-4D68-B71C-8CB3F20F7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9092" y="4022528"/>
                <a:ext cx="45719" cy="369332"/>
              </a:xfrm>
              <a:prstGeom prst="rect">
                <a:avLst/>
              </a:prstGeom>
              <a:blipFill>
                <a:blip r:embed="rId52"/>
                <a:stretch>
                  <a:fillRect l="-185714" r="-728571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5" name="直接箭头连接符 584">
            <a:extLst>
              <a:ext uri="{FF2B5EF4-FFF2-40B4-BE49-F238E27FC236}">
                <a16:creationId xmlns:a16="http://schemas.microsoft.com/office/drawing/2014/main" id="{24F0D5AA-F368-466E-B1EC-E1AAE9DE29BC}"/>
              </a:ext>
            </a:extLst>
          </p:cNvPr>
          <p:cNvCxnSpPr>
            <a:cxnSpLocks/>
          </p:cNvCxnSpPr>
          <p:nvPr/>
        </p:nvCxnSpPr>
        <p:spPr>
          <a:xfrm>
            <a:off x="6085349" y="4222738"/>
            <a:ext cx="31282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EF401931-7BAB-4012-B017-7B6D87949B4A}"/>
              </a:ext>
            </a:extLst>
          </p:cNvPr>
          <p:cNvCxnSpPr>
            <a:cxnSpLocks/>
          </p:cNvCxnSpPr>
          <p:nvPr/>
        </p:nvCxnSpPr>
        <p:spPr>
          <a:xfrm flipV="1">
            <a:off x="6155520" y="4308973"/>
            <a:ext cx="332538" cy="1597761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连接符: 肘形 593">
            <a:extLst>
              <a:ext uri="{FF2B5EF4-FFF2-40B4-BE49-F238E27FC236}">
                <a16:creationId xmlns:a16="http://schemas.microsoft.com/office/drawing/2014/main" id="{82E89F03-7FE0-4564-84BA-12765FB4708C}"/>
              </a:ext>
            </a:extLst>
          </p:cNvPr>
          <p:cNvCxnSpPr>
            <a:cxnSpLocks/>
          </p:cNvCxnSpPr>
          <p:nvPr/>
        </p:nvCxnSpPr>
        <p:spPr>
          <a:xfrm flipV="1">
            <a:off x="6184222" y="3029181"/>
            <a:ext cx="423416" cy="287864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连接符: 肘形 594">
            <a:extLst>
              <a:ext uri="{FF2B5EF4-FFF2-40B4-BE49-F238E27FC236}">
                <a16:creationId xmlns:a16="http://schemas.microsoft.com/office/drawing/2014/main" id="{2E7ECC1C-CC89-4FD8-8295-E12B615B883E}"/>
              </a:ext>
            </a:extLst>
          </p:cNvPr>
          <p:cNvCxnSpPr>
            <a:cxnSpLocks/>
            <a:stCxn id="512" idx="3"/>
          </p:cNvCxnSpPr>
          <p:nvPr/>
        </p:nvCxnSpPr>
        <p:spPr>
          <a:xfrm flipV="1">
            <a:off x="6090033" y="1975629"/>
            <a:ext cx="618448" cy="393219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直接箭头连接符 595">
            <a:extLst>
              <a:ext uri="{FF2B5EF4-FFF2-40B4-BE49-F238E27FC236}">
                <a16:creationId xmlns:a16="http://schemas.microsoft.com/office/drawing/2014/main" id="{CADBA91F-CD7E-49A1-BF04-98F6901900C4}"/>
              </a:ext>
            </a:extLst>
          </p:cNvPr>
          <p:cNvCxnSpPr>
            <a:cxnSpLocks/>
          </p:cNvCxnSpPr>
          <p:nvPr/>
        </p:nvCxnSpPr>
        <p:spPr>
          <a:xfrm>
            <a:off x="6572493" y="4222347"/>
            <a:ext cx="34584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7" name="直接箭头连接符 596">
            <a:extLst>
              <a:ext uri="{FF2B5EF4-FFF2-40B4-BE49-F238E27FC236}">
                <a16:creationId xmlns:a16="http://schemas.microsoft.com/office/drawing/2014/main" id="{7BA5A2C0-1314-4225-AB18-2C69F35AEFC2}"/>
              </a:ext>
            </a:extLst>
          </p:cNvPr>
          <p:cNvCxnSpPr>
            <a:cxnSpLocks/>
          </p:cNvCxnSpPr>
          <p:nvPr/>
        </p:nvCxnSpPr>
        <p:spPr>
          <a:xfrm>
            <a:off x="6701213" y="2943386"/>
            <a:ext cx="21150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8" name="直接箭头连接符 597">
            <a:extLst>
              <a:ext uri="{FF2B5EF4-FFF2-40B4-BE49-F238E27FC236}">
                <a16:creationId xmlns:a16="http://schemas.microsoft.com/office/drawing/2014/main" id="{6154A09B-5EEE-4FE0-B541-A9EC8B717BC9}"/>
              </a:ext>
            </a:extLst>
          </p:cNvPr>
          <p:cNvCxnSpPr>
            <a:cxnSpLocks/>
          </p:cNvCxnSpPr>
          <p:nvPr/>
        </p:nvCxnSpPr>
        <p:spPr>
          <a:xfrm flipV="1">
            <a:off x="6802244" y="1882775"/>
            <a:ext cx="13112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9" name="直接箭头连接符 598">
            <a:extLst>
              <a:ext uri="{FF2B5EF4-FFF2-40B4-BE49-F238E27FC236}">
                <a16:creationId xmlns:a16="http://schemas.microsoft.com/office/drawing/2014/main" id="{12A7A94B-7C40-47E9-A1B2-532D922F1CD7}"/>
              </a:ext>
            </a:extLst>
          </p:cNvPr>
          <p:cNvCxnSpPr>
            <a:cxnSpLocks/>
          </p:cNvCxnSpPr>
          <p:nvPr/>
        </p:nvCxnSpPr>
        <p:spPr>
          <a:xfrm>
            <a:off x="6091367" y="1868716"/>
            <a:ext cx="535145" cy="62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04" name="文本框 603">
                <a:extLst>
                  <a:ext uri="{FF2B5EF4-FFF2-40B4-BE49-F238E27FC236}">
                    <a16:creationId xmlns:a16="http://schemas.microsoft.com/office/drawing/2014/main" id="{871F4711-AB67-470C-A8BD-0CA116F40126}"/>
                  </a:ext>
                </a:extLst>
              </p:cNvPr>
              <p:cNvSpPr txBox="1"/>
              <p:nvPr/>
            </p:nvSpPr>
            <p:spPr>
              <a:xfrm>
                <a:off x="6673126" y="4751060"/>
                <a:ext cx="2821478" cy="311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𝒄𝒐𝒎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𝒌</m:t>
                          </m:r>
                        </m:sup>
                      </m:sSubSup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zh-CN" altLang="en-US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𝒊𝒏𝒕𝒓𝒂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𝒌</m:t>
                          </m:r>
                        </m:sup>
                      </m:sSubSup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+(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r>
                        <a:rPr lang="zh-CN" altLang="en-US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𝒊𝒏𝒕𝒆𝒓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04" name="文本框 603">
                <a:extLst>
                  <a:ext uri="{FF2B5EF4-FFF2-40B4-BE49-F238E27FC236}">
                    <a16:creationId xmlns:a16="http://schemas.microsoft.com/office/drawing/2014/main" id="{871F4711-AB67-470C-A8BD-0CA116F401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126" y="4751060"/>
                <a:ext cx="2821478" cy="311560"/>
              </a:xfrm>
              <a:prstGeom prst="rect">
                <a:avLst/>
              </a:prstGeom>
              <a:blipFill>
                <a:blip r:embed="rId53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3" name="文本框 622">
            <a:extLst>
              <a:ext uri="{FF2B5EF4-FFF2-40B4-BE49-F238E27FC236}">
                <a16:creationId xmlns:a16="http://schemas.microsoft.com/office/drawing/2014/main" id="{39223A24-24F9-4D68-832E-8651C5E20AB4}"/>
              </a:ext>
            </a:extLst>
          </p:cNvPr>
          <p:cNvSpPr txBox="1"/>
          <p:nvPr/>
        </p:nvSpPr>
        <p:spPr>
          <a:xfrm rot="3119561">
            <a:off x="8596573" y="1881179"/>
            <a:ext cx="7074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1+6=7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4" name="文本框 623">
            <a:extLst>
              <a:ext uri="{FF2B5EF4-FFF2-40B4-BE49-F238E27FC236}">
                <a16:creationId xmlns:a16="http://schemas.microsoft.com/office/drawing/2014/main" id="{455EF407-C72B-4FFA-8A90-35FAE67A5B66}"/>
              </a:ext>
            </a:extLst>
          </p:cNvPr>
          <p:cNvSpPr txBox="1"/>
          <p:nvPr/>
        </p:nvSpPr>
        <p:spPr>
          <a:xfrm rot="3119561">
            <a:off x="8558544" y="3044970"/>
            <a:ext cx="7074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1+6=7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7" name="图形 96">
            <a:extLst>
              <a:ext uri="{FF2B5EF4-FFF2-40B4-BE49-F238E27FC236}">
                <a16:creationId xmlns:a16="http://schemas.microsoft.com/office/drawing/2014/main" id="{F43A3606-7287-47A6-9946-923ACBDDC50A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491286" y="1764466"/>
            <a:ext cx="212382" cy="212382"/>
          </a:xfrm>
          <a:prstGeom prst="rect">
            <a:avLst/>
          </a:prstGeom>
        </p:spPr>
      </p:pic>
      <p:pic>
        <p:nvPicPr>
          <p:cNvPr id="633" name="图形 632">
            <a:extLst>
              <a:ext uri="{FF2B5EF4-FFF2-40B4-BE49-F238E27FC236}">
                <a16:creationId xmlns:a16="http://schemas.microsoft.com/office/drawing/2014/main" id="{4AFB9776-3E61-4556-8D8B-DB006BC3D629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705690" y="1810246"/>
            <a:ext cx="212382" cy="212382"/>
          </a:xfrm>
          <a:prstGeom prst="rect">
            <a:avLst/>
          </a:prstGeom>
        </p:spPr>
      </p:pic>
      <p:pic>
        <p:nvPicPr>
          <p:cNvPr id="634" name="图形 633">
            <a:extLst>
              <a:ext uri="{FF2B5EF4-FFF2-40B4-BE49-F238E27FC236}">
                <a16:creationId xmlns:a16="http://schemas.microsoft.com/office/drawing/2014/main" id="{41E54E6F-DF6F-4789-A0C0-3607DD015C29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336918" y="2929680"/>
            <a:ext cx="212382" cy="212382"/>
          </a:xfrm>
          <a:prstGeom prst="rect">
            <a:avLst/>
          </a:prstGeom>
        </p:spPr>
      </p:pic>
      <p:pic>
        <p:nvPicPr>
          <p:cNvPr id="635" name="图形 634">
            <a:extLst>
              <a:ext uri="{FF2B5EF4-FFF2-40B4-BE49-F238E27FC236}">
                <a16:creationId xmlns:a16="http://schemas.microsoft.com/office/drawing/2014/main" id="{1EFDDDA9-0AE2-416D-A3AB-A153073E6824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667386" y="6046145"/>
            <a:ext cx="212382" cy="21238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74" name="文本框 773">
                <a:extLst>
                  <a:ext uri="{FF2B5EF4-FFF2-40B4-BE49-F238E27FC236}">
                    <a16:creationId xmlns:a16="http://schemas.microsoft.com/office/drawing/2014/main" id="{938E9215-3569-46A7-8720-ADD852A8E0FB}"/>
                  </a:ext>
                </a:extLst>
              </p:cNvPr>
              <p:cNvSpPr txBox="1"/>
              <p:nvPr/>
            </p:nvSpPr>
            <p:spPr>
              <a:xfrm>
                <a:off x="9731889" y="6495861"/>
                <a:ext cx="315383" cy="301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774" name="文本框 773">
                <a:extLst>
                  <a:ext uri="{FF2B5EF4-FFF2-40B4-BE49-F238E27FC236}">
                    <a16:creationId xmlns:a16="http://schemas.microsoft.com/office/drawing/2014/main" id="{938E9215-3569-46A7-8720-ADD852A8E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1889" y="6495861"/>
                <a:ext cx="315383" cy="301557"/>
              </a:xfrm>
              <a:prstGeom prst="rect">
                <a:avLst/>
              </a:prstGeom>
              <a:blipFill>
                <a:blip r:embed="rId56"/>
                <a:stretch>
                  <a:fillRect r="-4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6" name="直接箭头连接符 775">
            <a:extLst>
              <a:ext uri="{FF2B5EF4-FFF2-40B4-BE49-F238E27FC236}">
                <a16:creationId xmlns:a16="http://schemas.microsoft.com/office/drawing/2014/main" id="{C425648E-A811-482D-A1E8-278110AE9EE1}"/>
              </a:ext>
            </a:extLst>
          </p:cNvPr>
          <p:cNvCxnSpPr>
            <a:cxnSpLocks/>
          </p:cNvCxnSpPr>
          <p:nvPr/>
        </p:nvCxnSpPr>
        <p:spPr>
          <a:xfrm flipV="1">
            <a:off x="12253391" y="3860525"/>
            <a:ext cx="0" cy="1452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8" name="直接连接符 777">
            <a:extLst>
              <a:ext uri="{FF2B5EF4-FFF2-40B4-BE49-F238E27FC236}">
                <a16:creationId xmlns:a16="http://schemas.microsoft.com/office/drawing/2014/main" id="{7D1F0539-D5CD-4A53-83C7-49A10CAF3351}"/>
              </a:ext>
            </a:extLst>
          </p:cNvPr>
          <p:cNvCxnSpPr>
            <a:cxnSpLocks/>
          </p:cNvCxnSpPr>
          <p:nvPr/>
        </p:nvCxnSpPr>
        <p:spPr>
          <a:xfrm>
            <a:off x="12078241" y="4263821"/>
            <a:ext cx="633982" cy="1015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79" name="直接连接符 778">
            <a:extLst>
              <a:ext uri="{FF2B5EF4-FFF2-40B4-BE49-F238E27FC236}">
                <a16:creationId xmlns:a16="http://schemas.microsoft.com/office/drawing/2014/main" id="{77B19248-3336-4B3B-8D74-BFB6558906E8}"/>
              </a:ext>
            </a:extLst>
          </p:cNvPr>
          <p:cNvCxnSpPr>
            <a:cxnSpLocks/>
            <a:endCxn id="875" idx="0"/>
          </p:cNvCxnSpPr>
          <p:nvPr/>
        </p:nvCxnSpPr>
        <p:spPr>
          <a:xfrm>
            <a:off x="12452676" y="4260738"/>
            <a:ext cx="257206" cy="110919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80" name="直接箭头连接符 779">
            <a:extLst>
              <a:ext uri="{FF2B5EF4-FFF2-40B4-BE49-F238E27FC236}">
                <a16:creationId xmlns:a16="http://schemas.microsoft.com/office/drawing/2014/main" id="{99EA365F-C712-4AD4-8DA7-B0F5474A7F5A}"/>
              </a:ext>
            </a:extLst>
          </p:cNvPr>
          <p:cNvCxnSpPr>
            <a:cxnSpLocks/>
          </p:cNvCxnSpPr>
          <p:nvPr/>
        </p:nvCxnSpPr>
        <p:spPr>
          <a:xfrm>
            <a:off x="9262802" y="2014049"/>
            <a:ext cx="17497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1" name="直接箭头连接符 780">
            <a:extLst>
              <a:ext uri="{FF2B5EF4-FFF2-40B4-BE49-F238E27FC236}">
                <a16:creationId xmlns:a16="http://schemas.microsoft.com/office/drawing/2014/main" id="{DF714753-6286-44EF-AA3F-7B000BE90E7D}"/>
              </a:ext>
            </a:extLst>
          </p:cNvPr>
          <p:cNvCxnSpPr>
            <a:cxnSpLocks/>
          </p:cNvCxnSpPr>
          <p:nvPr/>
        </p:nvCxnSpPr>
        <p:spPr>
          <a:xfrm>
            <a:off x="8049740" y="5044648"/>
            <a:ext cx="0" cy="1263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3" name="直接箭头连接符 782">
            <a:extLst>
              <a:ext uri="{FF2B5EF4-FFF2-40B4-BE49-F238E27FC236}">
                <a16:creationId xmlns:a16="http://schemas.microsoft.com/office/drawing/2014/main" id="{4DB91235-95B9-4AB4-B000-32BDBA590344}"/>
              </a:ext>
            </a:extLst>
          </p:cNvPr>
          <p:cNvCxnSpPr>
            <a:cxnSpLocks/>
          </p:cNvCxnSpPr>
          <p:nvPr/>
        </p:nvCxnSpPr>
        <p:spPr>
          <a:xfrm>
            <a:off x="12043450" y="1873649"/>
            <a:ext cx="272781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4" name="直接箭头连接符 783">
            <a:extLst>
              <a:ext uri="{FF2B5EF4-FFF2-40B4-BE49-F238E27FC236}">
                <a16:creationId xmlns:a16="http://schemas.microsoft.com/office/drawing/2014/main" id="{0AFE7BCB-39E4-490B-A52F-CC6AE4DBE62E}"/>
              </a:ext>
            </a:extLst>
          </p:cNvPr>
          <p:cNvCxnSpPr>
            <a:cxnSpLocks/>
          </p:cNvCxnSpPr>
          <p:nvPr/>
        </p:nvCxnSpPr>
        <p:spPr>
          <a:xfrm flipV="1">
            <a:off x="12698557" y="2013303"/>
            <a:ext cx="3888" cy="7826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5" name="文本框 784">
            <a:extLst>
              <a:ext uri="{FF2B5EF4-FFF2-40B4-BE49-F238E27FC236}">
                <a16:creationId xmlns:a16="http://schemas.microsoft.com/office/drawing/2014/main" id="{11079813-609B-44DF-B302-D532D02A8A2F}"/>
              </a:ext>
            </a:extLst>
          </p:cNvPr>
          <p:cNvSpPr txBox="1"/>
          <p:nvPr/>
        </p:nvSpPr>
        <p:spPr>
          <a:xfrm>
            <a:off x="779376" y="757054"/>
            <a:ext cx="2431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:page view</a:t>
            </a:r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:cart</a:t>
            </a:r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:purchase</a:t>
            </a:r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96" name="文本框 795">
                <a:extLst>
                  <a:ext uri="{FF2B5EF4-FFF2-40B4-BE49-F238E27FC236}">
                    <a16:creationId xmlns:a16="http://schemas.microsoft.com/office/drawing/2014/main" id="{7D772A85-EA6C-416F-A511-D181516FF784}"/>
                  </a:ext>
                </a:extLst>
              </p:cNvPr>
              <p:cNvSpPr txBox="1"/>
              <p:nvPr/>
            </p:nvSpPr>
            <p:spPr>
              <a:xfrm>
                <a:off x="3629753" y="678957"/>
                <a:ext cx="9329189" cy="322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𝒑</m:t>
                        </m:r>
                      </m:sup>
                    </m:sSubSup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𝑮𝒓𝒂𝒑𝒉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𝒄</m:t>
                        </m:r>
                      </m:sup>
                    </m:sSubSup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𝑮𝒓𝒂𝒑𝒉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𝒃</m:t>
                        </m:r>
                      </m:sup>
                    </m:sSubSup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𝑮𝒓𝒂𝒑𝒉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  </m:t>
                    </m:r>
                    <m:sSubSup>
                      <m:sSub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𝒅𝒆</m:t>
                        </m:r>
                      </m:sup>
                    </m:sSubSup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𝒅𝒆𝒏𝒐𝒊𝒔𝒆𝒅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𝑮𝒓𝒂𝒑𝒉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altLang="zh-CN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𝒅𝒆</m:t>
                        </m:r>
                      </m:sup>
                    </m:sSubSup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𝒅𝒆𝒏𝒐𝒊𝒔𝒆𝒅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𝑮𝒓𝒂𝒑𝒉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𝒅𝒆</m:t>
                        </m:r>
                      </m:sup>
                    </m:sSubSup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𝒅𝒆𝒏𝒐𝒊𝒔𝒆𝒅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𝑮𝒓𝒂𝒑𝒉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zh-CN" altLang="en-US" sz="12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96" name="文本框 795">
                <a:extLst>
                  <a:ext uri="{FF2B5EF4-FFF2-40B4-BE49-F238E27FC236}">
                    <a16:creationId xmlns:a16="http://schemas.microsoft.com/office/drawing/2014/main" id="{7D772A85-EA6C-416F-A511-D181516FF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9753" y="678957"/>
                <a:ext cx="9329189" cy="322589"/>
              </a:xfrm>
              <a:prstGeom prst="rect">
                <a:avLst/>
              </a:prstGeom>
              <a:blipFill>
                <a:blip r:embed="rId57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4" name="文本框 803">
                <a:extLst>
                  <a:ext uri="{FF2B5EF4-FFF2-40B4-BE49-F238E27FC236}">
                    <a16:creationId xmlns:a16="http://schemas.microsoft.com/office/drawing/2014/main" id="{AC46449C-C370-43FB-A24E-BAE462D1E98E}"/>
                  </a:ext>
                </a:extLst>
              </p:cNvPr>
              <p:cNvSpPr txBox="1"/>
              <p:nvPr/>
            </p:nvSpPr>
            <p:spPr>
              <a:xfrm>
                <a:off x="2827713" y="730341"/>
                <a:ext cx="172354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𝒑</m:t>
                      </m:r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&lt;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𝒃𝒆𝒉</m:t>
                          </m:r>
                        </m:sub>
                      </m:sSub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𝒄</m:t>
                      </m:r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&lt;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𝒃𝒆𝒉</m:t>
                          </m:r>
                        </m:sub>
                      </m:sSub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𝒃</m:t>
                      </m:r>
                    </m:oMath>
                  </m:oMathPara>
                </a14:m>
                <a:endPara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804" name="文本框 803">
                <a:extLst>
                  <a:ext uri="{FF2B5EF4-FFF2-40B4-BE49-F238E27FC236}">
                    <a16:creationId xmlns:a16="http://schemas.microsoft.com/office/drawing/2014/main" id="{AC46449C-C370-43FB-A24E-BAE462D1E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7713" y="730341"/>
                <a:ext cx="1723549" cy="276999"/>
              </a:xfrm>
              <a:prstGeom prst="rect">
                <a:avLst/>
              </a:prstGeom>
              <a:blipFill>
                <a:blip r:embed="rId5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5" name="文本框 804">
                <a:extLst>
                  <a:ext uri="{FF2B5EF4-FFF2-40B4-BE49-F238E27FC236}">
                    <a16:creationId xmlns:a16="http://schemas.microsoft.com/office/drawing/2014/main" id="{26CC4102-9D6D-4088-AC33-E44F1C6946D9}"/>
                  </a:ext>
                </a:extLst>
              </p:cNvPr>
              <p:cNvSpPr txBox="1"/>
              <p:nvPr/>
            </p:nvSpPr>
            <p:spPr>
              <a:xfrm>
                <a:off x="1114542" y="959529"/>
                <a:ext cx="2213602" cy="28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𝒑</m:t>
                          </m:r>
                        </m:sup>
                      </m:sSup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&lt;</m:t>
                      </m:r>
                      <m:sSup>
                        <m:s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</m:t>
                          </m:r>
                        </m:sup>
                      </m:sSup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&lt;</m:t>
                      </m:r>
                      <m:sSup>
                        <m:s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sup>
                      </m:sSup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805" name="文本框 804">
                <a:extLst>
                  <a:ext uri="{FF2B5EF4-FFF2-40B4-BE49-F238E27FC236}">
                    <a16:creationId xmlns:a16="http://schemas.microsoft.com/office/drawing/2014/main" id="{26CC4102-9D6D-4088-AC33-E44F1C694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542" y="959529"/>
                <a:ext cx="2213602" cy="283989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6" name="文本框 805">
                <a:extLst>
                  <a:ext uri="{FF2B5EF4-FFF2-40B4-BE49-F238E27FC236}">
                    <a16:creationId xmlns:a16="http://schemas.microsoft.com/office/drawing/2014/main" id="{3A01F819-1ED1-4C1C-9B1E-8742A6800512}"/>
                  </a:ext>
                </a:extLst>
              </p:cNvPr>
              <p:cNvSpPr txBox="1"/>
              <p:nvPr/>
            </p:nvSpPr>
            <p:spPr>
              <a:xfrm>
                <a:off x="803380" y="6670110"/>
                <a:ext cx="3308556" cy="10639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𝑼</m:t>
                        </m:r>
                      </m:sub>
                    </m:sSub>
                    <m:r>
                      <a:rPr lang="en-US" altLang="zh-CN" sz="1200" b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User Similarity Graph</a:t>
                </a:r>
                <a14:m>
                  <m:oMath xmlns:m="http://schemas.openxmlformats.org/officeDocument/2006/math">
                    <m:r>
                      <a:rPr lang="en-US" altLang="zh-CN" sz="1200" b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𝑰</m:t>
                        </m:r>
                      </m:sub>
                    </m:sSub>
                    <m:r>
                      <a:rPr lang="en-US" altLang="zh-CN" sz="1200" b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Item Similarity Graph</a:t>
                </a:r>
                <a14:m>
                  <m:oMath xmlns:m="http://schemas.openxmlformats.org/officeDocument/2006/math">
                    <m:r>
                      <a:rPr lang="en-US" altLang="zh-CN" sz="1200" b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𝑼</m:t>
                        </m:r>
                      </m:sub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𝒂𝒖𝒈</m:t>
                        </m:r>
                      </m:sup>
                    </m:sSubSup>
                    <m:r>
                      <a:rPr lang="en-US" altLang="zh-CN" sz="1200" b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User True Preference Similarity Graph</a:t>
                </a:r>
                <a14:m>
                  <m:oMath xmlns:m="http://schemas.openxmlformats.org/officeDocument/2006/math">
                    <m:r>
                      <a:rPr lang="en-US" altLang="zh-CN" sz="1200" b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200" b="1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𝒂𝒖𝒈</m:t>
                        </m:r>
                      </m:sup>
                    </m:sSubSup>
                    <m:r>
                      <a:rPr lang="en-US" altLang="zh-CN" sz="1200" b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True Preference Similarity Graph</a:t>
                </a:r>
                <a:endParaRPr lang="zh-CN" altLang="en-US" sz="12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zh-CN" altLang="en-US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</a:t>
                </a:r>
              </a:p>
            </p:txBody>
          </p:sp>
        </mc:Choice>
        <mc:Fallback>
          <p:sp>
            <p:nvSpPr>
              <p:cNvPr id="806" name="文本框 805">
                <a:extLst>
                  <a:ext uri="{FF2B5EF4-FFF2-40B4-BE49-F238E27FC236}">
                    <a16:creationId xmlns:a16="http://schemas.microsoft.com/office/drawing/2014/main" id="{3A01F819-1ED1-4C1C-9B1E-8742A6800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380" y="6670110"/>
                <a:ext cx="3308556" cy="1063946"/>
              </a:xfrm>
              <a:prstGeom prst="rect">
                <a:avLst/>
              </a:prstGeom>
              <a:blipFill>
                <a:blip r:embed="rId6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5" name="矩形 474">
            <a:extLst>
              <a:ext uri="{FF2B5EF4-FFF2-40B4-BE49-F238E27FC236}">
                <a16:creationId xmlns:a16="http://schemas.microsoft.com/office/drawing/2014/main" id="{FBF36C9D-865E-4135-9D8D-DFA5416A25C6}"/>
              </a:ext>
            </a:extLst>
          </p:cNvPr>
          <p:cNvSpPr/>
          <p:nvPr/>
        </p:nvSpPr>
        <p:spPr>
          <a:xfrm>
            <a:off x="9612392" y="3237826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6" name="矩形 475">
            <a:extLst>
              <a:ext uri="{FF2B5EF4-FFF2-40B4-BE49-F238E27FC236}">
                <a16:creationId xmlns:a16="http://schemas.microsoft.com/office/drawing/2014/main" id="{712F515D-B737-4B4A-9466-23C326ED965C}"/>
              </a:ext>
            </a:extLst>
          </p:cNvPr>
          <p:cNvSpPr/>
          <p:nvPr/>
        </p:nvSpPr>
        <p:spPr>
          <a:xfrm>
            <a:off x="9743020" y="3237826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7" name="矩形 476">
            <a:extLst>
              <a:ext uri="{FF2B5EF4-FFF2-40B4-BE49-F238E27FC236}">
                <a16:creationId xmlns:a16="http://schemas.microsoft.com/office/drawing/2014/main" id="{C71E439C-62A1-445F-B4D8-A5451BF73180}"/>
              </a:ext>
            </a:extLst>
          </p:cNvPr>
          <p:cNvSpPr/>
          <p:nvPr/>
        </p:nvSpPr>
        <p:spPr>
          <a:xfrm>
            <a:off x="9872913" y="3237826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8" name="矩形 477">
            <a:extLst>
              <a:ext uri="{FF2B5EF4-FFF2-40B4-BE49-F238E27FC236}">
                <a16:creationId xmlns:a16="http://schemas.microsoft.com/office/drawing/2014/main" id="{6C826071-BA25-414B-8193-0B8574197664}"/>
              </a:ext>
            </a:extLst>
          </p:cNvPr>
          <p:cNvSpPr/>
          <p:nvPr/>
        </p:nvSpPr>
        <p:spPr>
          <a:xfrm>
            <a:off x="10004232" y="3237349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5" name="矩形 484">
            <a:extLst>
              <a:ext uri="{FF2B5EF4-FFF2-40B4-BE49-F238E27FC236}">
                <a16:creationId xmlns:a16="http://schemas.microsoft.com/office/drawing/2014/main" id="{ADFE7711-FF7F-4608-BE9B-6BAC342A48B4}"/>
              </a:ext>
            </a:extLst>
          </p:cNvPr>
          <p:cNvSpPr/>
          <p:nvPr/>
        </p:nvSpPr>
        <p:spPr>
          <a:xfrm>
            <a:off x="9611427" y="3554950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8" name="矩形 487">
            <a:extLst>
              <a:ext uri="{FF2B5EF4-FFF2-40B4-BE49-F238E27FC236}">
                <a16:creationId xmlns:a16="http://schemas.microsoft.com/office/drawing/2014/main" id="{55C25C4A-87D4-4893-AD5A-836F218F0BBE}"/>
              </a:ext>
            </a:extLst>
          </p:cNvPr>
          <p:cNvSpPr/>
          <p:nvPr/>
        </p:nvSpPr>
        <p:spPr>
          <a:xfrm>
            <a:off x="9742055" y="3554950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9" name="矩形 488">
            <a:extLst>
              <a:ext uri="{FF2B5EF4-FFF2-40B4-BE49-F238E27FC236}">
                <a16:creationId xmlns:a16="http://schemas.microsoft.com/office/drawing/2014/main" id="{CA3267F3-30D6-45C4-8733-BC225B0C4966}"/>
              </a:ext>
            </a:extLst>
          </p:cNvPr>
          <p:cNvSpPr/>
          <p:nvPr/>
        </p:nvSpPr>
        <p:spPr>
          <a:xfrm>
            <a:off x="9871948" y="3554950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6" name="矩形 495">
            <a:extLst>
              <a:ext uri="{FF2B5EF4-FFF2-40B4-BE49-F238E27FC236}">
                <a16:creationId xmlns:a16="http://schemas.microsoft.com/office/drawing/2014/main" id="{8707EE38-D803-47EB-98E1-58FC3650E876}"/>
              </a:ext>
            </a:extLst>
          </p:cNvPr>
          <p:cNvSpPr/>
          <p:nvPr/>
        </p:nvSpPr>
        <p:spPr>
          <a:xfrm>
            <a:off x="10003267" y="3554472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9" name="矩形 508">
            <a:extLst>
              <a:ext uri="{FF2B5EF4-FFF2-40B4-BE49-F238E27FC236}">
                <a16:creationId xmlns:a16="http://schemas.microsoft.com/office/drawing/2014/main" id="{5628486B-9492-4698-8873-E2F9009B3B3D}"/>
              </a:ext>
            </a:extLst>
          </p:cNvPr>
          <p:cNvSpPr/>
          <p:nvPr/>
        </p:nvSpPr>
        <p:spPr>
          <a:xfrm>
            <a:off x="10226265" y="3193926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0" name="矩形 509">
            <a:extLst>
              <a:ext uri="{FF2B5EF4-FFF2-40B4-BE49-F238E27FC236}">
                <a16:creationId xmlns:a16="http://schemas.microsoft.com/office/drawing/2014/main" id="{0762B5C5-3C96-4973-90C2-468AA7032D29}"/>
              </a:ext>
            </a:extLst>
          </p:cNvPr>
          <p:cNvSpPr/>
          <p:nvPr/>
        </p:nvSpPr>
        <p:spPr>
          <a:xfrm>
            <a:off x="10356893" y="3193926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1" name="矩形 510">
            <a:extLst>
              <a:ext uri="{FF2B5EF4-FFF2-40B4-BE49-F238E27FC236}">
                <a16:creationId xmlns:a16="http://schemas.microsoft.com/office/drawing/2014/main" id="{FD6BFA1C-7C48-4FA1-87AD-AAF35E49773B}"/>
              </a:ext>
            </a:extLst>
          </p:cNvPr>
          <p:cNvSpPr/>
          <p:nvPr/>
        </p:nvSpPr>
        <p:spPr>
          <a:xfrm>
            <a:off x="10486786" y="3193926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" name="矩形 512">
            <a:extLst>
              <a:ext uri="{FF2B5EF4-FFF2-40B4-BE49-F238E27FC236}">
                <a16:creationId xmlns:a16="http://schemas.microsoft.com/office/drawing/2014/main" id="{B11D5838-63BC-46CE-8673-89284581159F}"/>
              </a:ext>
            </a:extLst>
          </p:cNvPr>
          <p:cNvSpPr/>
          <p:nvPr/>
        </p:nvSpPr>
        <p:spPr>
          <a:xfrm>
            <a:off x="10618105" y="3193446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14" name="矩形 513">
            <a:extLst>
              <a:ext uri="{FF2B5EF4-FFF2-40B4-BE49-F238E27FC236}">
                <a16:creationId xmlns:a16="http://schemas.microsoft.com/office/drawing/2014/main" id="{8BC9DD3B-0E9A-43D4-AB24-D184F9F1D491}"/>
              </a:ext>
            </a:extLst>
          </p:cNvPr>
          <p:cNvSpPr/>
          <p:nvPr/>
        </p:nvSpPr>
        <p:spPr>
          <a:xfrm>
            <a:off x="10227867" y="3444345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矩形 529">
            <a:extLst>
              <a:ext uri="{FF2B5EF4-FFF2-40B4-BE49-F238E27FC236}">
                <a16:creationId xmlns:a16="http://schemas.microsoft.com/office/drawing/2014/main" id="{0DAF7FB1-CC93-4AD1-98F4-1B182731CB61}"/>
              </a:ext>
            </a:extLst>
          </p:cNvPr>
          <p:cNvSpPr/>
          <p:nvPr/>
        </p:nvSpPr>
        <p:spPr>
          <a:xfrm>
            <a:off x="10358494" y="3444345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矩形 532">
            <a:extLst>
              <a:ext uri="{FF2B5EF4-FFF2-40B4-BE49-F238E27FC236}">
                <a16:creationId xmlns:a16="http://schemas.microsoft.com/office/drawing/2014/main" id="{8A7A03FF-DC1A-41F4-A00F-81D40F5F0121}"/>
              </a:ext>
            </a:extLst>
          </p:cNvPr>
          <p:cNvSpPr/>
          <p:nvPr/>
        </p:nvSpPr>
        <p:spPr>
          <a:xfrm>
            <a:off x="10488388" y="3444345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矩形 533">
            <a:extLst>
              <a:ext uri="{FF2B5EF4-FFF2-40B4-BE49-F238E27FC236}">
                <a16:creationId xmlns:a16="http://schemas.microsoft.com/office/drawing/2014/main" id="{4EB2E773-3155-45DD-810A-DA495333E40C}"/>
              </a:ext>
            </a:extLst>
          </p:cNvPr>
          <p:cNvSpPr/>
          <p:nvPr/>
        </p:nvSpPr>
        <p:spPr>
          <a:xfrm>
            <a:off x="10619707" y="3443866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36" name="矩形 535">
            <a:extLst>
              <a:ext uri="{FF2B5EF4-FFF2-40B4-BE49-F238E27FC236}">
                <a16:creationId xmlns:a16="http://schemas.microsoft.com/office/drawing/2014/main" id="{FD266763-3C53-48FA-BDE9-1EC513E07A80}"/>
              </a:ext>
            </a:extLst>
          </p:cNvPr>
          <p:cNvSpPr/>
          <p:nvPr/>
        </p:nvSpPr>
        <p:spPr>
          <a:xfrm>
            <a:off x="10225223" y="3661621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7" name="矩形 546">
            <a:extLst>
              <a:ext uri="{FF2B5EF4-FFF2-40B4-BE49-F238E27FC236}">
                <a16:creationId xmlns:a16="http://schemas.microsoft.com/office/drawing/2014/main" id="{6269162F-6B32-4F97-9DB3-2FE95E94A477}"/>
              </a:ext>
            </a:extLst>
          </p:cNvPr>
          <p:cNvSpPr/>
          <p:nvPr/>
        </p:nvSpPr>
        <p:spPr>
          <a:xfrm>
            <a:off x="10355851" y="3661621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8" name="矩形 547">
            <a:extLst>
              <a:ext uri="{FF2B5EF4-FFF2-40B4-BE49-F238E27FC236}">
                <a16:creationId xmlns:a16="http://schemas.microsoft.com/office/drawing/2014/main" id="{14280607-7C39-4DA4-B073-6E956FFC14A3}"/>
              </a:ext>
            </a:extLst>
          </p:cNvPr>
          <p:cNvSpPr/>
          <p:nvPr/>
        </p:nvSpPr>
        <p:spPr>
          <a:xfrm>
            <a:off x="10485745" y="3661621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9" name="矩形 548">
            <a:extLst>
              <a:ext uri="{FF2B5EF4-FFF2-40B4-BE49-F238E27FC236}">
                <a16:creationId xmlns:a16="http://schemas.microsoft.com/office/drawing/2014/main" id="{D55D47CD-5BF6-4180-8AF8-991F130FABC8}"/>
              </a:ext>
            </a:extLst>
          </p:cNvPr>
          <p:cNvSpPr/>
          <p:nvPr/>
        </p:nvSpPr>
        <p:spPr>
          <a:xfrm>
            <a:off x="10617063" y="3661142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2" name="矩形: 圆角 811">
            <a:extLst>
              <a:ext uri="{FF2B5EF4-FFF2-40B4-BE49-F238E27FC236}">
                <a16:creationId xmlns:a16="http://schemas.microsoft.com/office/drawing/2014/main" id="{23E00A47-23AB-4B57-BD27-CF38A8D8EFCB}"/>
              </a:ext>
            </a:extLst>
          </p:cNvPr>
          <p:cNvSpPr/>
          <p:nvPr/>
        </p:nvSpPr>
        <p:spPr>
          <a:xfrm>
            <a:off x="11565251" y="3147781"/>
            <a:ext cx="1246462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3" name="矩形 812">
            <a:extLst>
              <a:ext uri="{FF2B5EF4-FFF2-40B4-BE49-F238E27FC236}">
                <a16:creationId xmlns:a16="http://schemas.microsoft.com/office/drawing/2014/main" id="{7B1EEDD8-E7F4-4387-8CFE-1DC8EF740BB2}"/>
              </a:ext>
            </a:extLst>
          </p:cNvPr>
          <p:cNvSpPr/>
          <p:nvPr/>
        </p:nvSpPr>
        <p:spPr>
          <a:xfrm>
            <a:off x="11628752" y="3241866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4" name="矩形 813">
            <a:extLst>
              <a:ext uri="{FF2B5EF4-FFF2-40B4-BE49-F238E27FC236}">
                <a16:creationId xmlns:a16="http://schemas.microsoft.com/office/drawing/2014/main" id="{0CE0CF13-59CF-464D-B3CE-3DA1066931F8}"/>
              </a:ext>
            </a:extLst>
          </p:cNvPr>
          <p:cNvSpPr/>
          <p:nvPr/>
        </p:nvSpPr>
        <p:spPr>
          <a:xfrm>
            <a:off x="11759380" y="3241866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5" name="矩形 814">
            <a:extLst>
              <a:ext uri="{FF2B5EF4-FFF2-40B4-BE49-F238E27FC236}">
                <a16:creationId xmlns:a16="http://schemas.microsoft.com/office/drawing/2014/main" id="{E39AB37E-2EBB-4FFC-9A21-73398BD95C58}"/>
              </a:ext>
            </a:extLst>
          </p:cNvPr>
          <p:cNvSpPr/>
          <p:nvPr/>
        </p:nvSpPr>
        <p:spPr>
          <a:xfrm>
            <a:off x="11889273" y="3241866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6" name="矩形 815">
            <a:extLst>
              <a:ext uri="{FF2B5EF4-FFF2-40B4-BE49-F238E27FC236}">
                <a16:creationId xmlns:a16="http://schemas.microsoft.com/office/drawing/2014/main" id="{89D658F7-52EB-419A-929D-BF38CD519E15}"/>
              </a:ext>
            </a:extLst>
          </p:cNvPr>
          <p:cNvSpPr/>
          <p:nvPr/>
        </p:nvSpPr>
        <p:spPr>
          <a:xfrm>
            <a:off x="12020592" y="3241388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7" name="矩形 816">
            <a:extLst>
              <a:ext uri="{FF2B5EF4-FFF2-40B4-BE49-F238E27FC236}">
                <a16:creationId xmlns:a16="http://schemas.microsoft.com/office/drawing/2014/main" id="{62A2A554-AB85-4A13-892E-0F449E7CBB2A}"/>
              </a:ext>
            </a:extLst>
          </p:cNvPr>
          <p:cNvSpPr/>
          <p:nvPr/>
        </p:nvSpPr>
        <p:spPr>
          <a:xfrm>
            <a:off x="11627787" y="3558990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8" name="矩形 817">
            <a:extLst>
              <a:ext uri="{FF2B5EF4-FFF2-40B4-BE49-F238E27FC236}">
                <a16:creationId xmlns:a16="http://schemas.microsoft.com/office/drawing/2014/main" id="{45848CD4-FC96-47E1-AA44-D4479F1B02D1}"/>
              </a:ext>
            </a:extLst>
          </p:cNvPr>
          <p:cNvSpPr/>
          <p:nvPr/>
        </p:nvSpPr>
        <p:spPr>
          <a:xfrm>
            <a:off x="11758415" y="3558990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9" name="矩形 818">
            <a:extLst>
              <a:ext uri="{FF2B5EF4-FFF2-40B4-BE49-F238E27FC236}">
                <a16:creationId xmlns:a16="http://schemas.microsoft.com/office/drawing/2014/main" id="{B1E5B011-F9D9-4E6C-B7BB-60F66C84186F}"/>
              </a:ext>
            </a:extLst>
          </p:cNvPr>
          <p:cNvSpPr/>
          <p:nvPr/>
        </p:nvSpPr>
        <p:spPr>
          <a:xfrm>
            <a:off x="11888308" y="3558990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0" name="矩形 819">
            <a:extLst>
              <a:ext uri="{FF2B5EF4-FFF2-40B4-BE49-F238E27FC236}">
                <a16:creationId xmlns:a16="http://schemas.microsoft.com/office/drawing/2014/main" id="{FE9178D8-36D4-46D5-A3F4-B4A588B18D53}"/>
              </a:ext>
            </a:extLst>
          </p:cNvPr>
          <p:cNvSpPr/>
          <p:nvPr/>
        </p:nvSpPr>
        <p:spPr>
          <a:xfrm>
            <a:off x="12019627" y="3558510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21" name="矩形 820">
            <a:extLst>
              <a:ext uri="{FF2B5EF4-FFF2-40B4-BE49-F238E27FC236}">
                <a16:creationId xmlns:a16="http://schemas.microsoft.com/office/drawing/2014/main" id="{64D099DF-AACC-4494-B23F-C10FCA5CF05E}"/>
              </a:ext>
            </a:extLst>
          </p:cNvPr>
          <p:cNvSpPr/>
          <p:nvPr/>
        </p:nvSpPr>
        <p:spPr>
          <a:xfrm>
            <a:off x="12242625" y="3197964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2" name="矩形 821">
            <a:extLst>
              <a:ext uri="{FF2B5EF4-FFF2-40B4-BE49-F238E27FC236}">
                <a16:creationId xmlns:a16="http://schemas.microsoft.com/office/drawing/2014/main" id="{A9E93A1D-333A-42C7-B17D-8A37D165AE33}"/>
              </a:ext>
            </a:extLst>
          </p:cNvPr>
          <p:cNvSpPr/>
          <p:nvPr/>
        </p:nvSpPr>
        <p:spPr>
          <a:xfrm>
            <a:off x="12373253" y="3197964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3" name="矩形 822">
            <a:extLst>
              <a:ext uri="{FF2B5EF4-FFF2-40B4-BE49-F238E27FC236}">
                <a16:creationId xmlns:a16="http://schemas.microsoft.com/office/drawing/2014/main" id="{A0BFF0BF-7482-4FBA-A667-30E598FF736B}"/>
              </a:ext>
            </a:extLst>
          </p:cNvPr>
          <p:cNvSpPr/>
          <p:nvPr/>
        </p:nvSpPr>
        <p:spPr>
          <a:xfrm>
            <a:off x="12503146" y="3197964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4" name="矩形 823">
            <a:extLst>
              <a:ext uri="{FF2B5EF4-FFF2-40B4-BE49-F238E27FC236}">
                <a16:creationId xmlns:a16="http://schemas.microsoft.com/office/drawing/2014/main" id="{A9CD7019-6724-49FC-B2BF-8F55B3DC7A1A}"/>
              </a:ext>
            </a:extLst>
          </p:cNvPr>
          <p:cNvSpPr/>
          <p:nvPr/>
        </p:nvSpPr>
        <p:spPr>
          <a:xfrm>
            <a:off x="12634465" y="3197485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25" name="矩形 824">
            <a:extLst>
              <a:ext uri="{FF2B5EF4-FFF2-40B4-BE49-F238E27FC236}">
                <a16:creationId xmlns:a16="http://schemas.microsoft.com/office/drawing/2014/main" id="{13FC0259-C169-4D20-9054-C41FE15A774A}"/>
              </a:ext>
            </a:extLst>
          </p:cNvPr>
          <p:cNvSpPr/>
          <p:nvPr/>
        </p:nvSpPr>
        <p:spPr>
          <a:xfrm>
            <a:off x="12244226" y="3448384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6" name="矩形 825">
            <a:extLst>
              <a:ext uri="{FF2B5EF4-FFF2-40B4-BE49-F238E27FC236}">
                <a16:creationId xmlns:a16="http://schemas.microsoft.com/office/drawing/2014/main" id="{085BB6CB-FFF2-42BC-BC53-A0688196240A}"/>
              </a:ext>
            </a:extLst>
          </p:cNvPr>
          <p:cNvSpPr/>
          <p:nvPr/>
        </p:nvSpPr>
        <p:spPr>
          <a:xfrm>
            <a:off x="12374854" y="3448384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7" name="矩形 826">
            <a:extLst>
              <a:ext uri="{FF2B5EF4-FFF2-40B4-BE49-F238E27FC236}">
                <a16:creationId xmlns:a16="http://schemas.microsoft.com/office/drawing/2014/main" id="{3D69E591-3FB5-4EC5-B223-251FE1E85CEE}"/>
              </a:ext>
            </a:extLst>
          </p:cNvPr>
          <p:cNvSpPr/>
          <p:nvPr/>
        </p:nvSpPr>
        <p:spPr>
          <a:xfrm>
            <a:off x="12504747" y="3448384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8" name="矩形 827">
            <a:extLst>
              <a:ext uri="{FF2B5EF4-FFF2-40B4-BE49-F238E27FC236}">
                <a16:creationId xmlns:a16="http://schemas.microsoft.com/office/drawing/2014/main" id="{D3D7EBC2-CEC0-4281-B36A-2B35F669AA96}"/>
              </a:ext>
            </a:extLst>
          </p:cNvPr>
          <p:cNvSpPr/>
          <p:nvPr/>
        </p:nvSpPr>
        <p:spPr>
          <a:xfrm>
            <a:off x="12636066" y="3447905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29" name="矩形 828">
            <a:extLst>
              <a:ext uri="{FF2B5EF4-FFF2-40B4-BE49-F238E27FC236}">
                <a16:creationId xmlns:a16="http://schemas.microsoft.com/office/drawing/2014/main" id="{45206382-738C-4AE9-9BCD-097380CEF778}"/>
              </a:ext>
            </a:extLst>
          </p:cNvPr>
          <p:cNvSpPr/>
          <p:nvPr/>
        </p:nvSpPr>
        <p:spPr>
          <a:xfrm>
            <a:off x="12241583" y="3665660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0" name="矩形 829">
            <a:extLst>
              <a:ext uri="{FF2B5EF4-FFF2-40B4-BE49-F238E27FC236}">
                <a16:creationId xmlns:a16="http://schemas.microsoft.com/office/drawing/2014/main" id="{E24C52CB-8776-4A07-B394-3FABF322A00B}"/>
              </a:ext>
            </a:extLst>
          </p:cNvPr>
          <p:cNvSpPr/>
          <p:nvPr/>
        </p:nvSpPr>
        <p:spPr>
          <a:xfrm>
            <a:off x="12372211" y="3665660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1" name="矩形 830">
            <a:extLst>
              <a:ext uri="{FF2B5EF4-FFF2-40B4-BE49-F238E27FC236}">
                <a16:creationId xmlns:a16="http://schemas.microsoft.com/office/drawing/2014/main" id="{25335FEE-C859-4B2B-B53E-4AFA175A0021}"/>
              </a:ext>
            </a:extLst>
          </p:cNvPr>
          <p:cNvSpPr/>
          <p:nvPr/>
        </p:nvSpPr>
        <p:spPr>
          <a:xfrm>
            <a:off x="12502104" y="3665660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6" name="矩形 835">
            <a:extLst>
              <a:ext uri="{FF2B5EF4-FFF2-40B4-BE49-F238E27FC236}">
                <a16:creationId xmlns:a16="http://schemas.microsoft.com/office/drawing/2014/main" id="{CF4BE027-03AA-4EF9-B1CE-3B600C9352E6}"/>
              </a:ext>
            </a:extLst>
          </p:cNvPr>
          <p:cNvSpPr/>
          <p:nvPr/>
        </p:nvSpPr>
        <p:spPr>
          <a:xfrm>
            <a:off x="12633423" y="3665181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37" name="图形 836">
            <a:extLst>
              <a:ext uri="{FF2B5EF4-FFF2-40B4-BE49-F238E27FC236}">
                <a16:creationId xmlns:a16="http://schemas.microsoft.com/office/drawing/2014/main" id="{8FE34623-D49F-48A6-A62B-3CF469DA6A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08832" y="6126867"/>
            <a:ext cx="460789" cy="460789"/>
          </a:xfrm>
          <a:prstGeom prst="rect">
            <a:avLst/>
          </a:prstGeom>
        </p:spPr>
      </p:pic>
      <p:cxnSp>
        <p:nvCxnSpPr>
          <p:cNvPr id="838" name="直接连接符 837">
            <a:extLst>
              <a:ext uri="{FF2B5EF4-FFF2-40B4-BE49-F238E27FC236}">
                <a16:creationId xmlns:a16="http://schemas.microsoft.com/office/drawing/2014/main" id="{4EB27068-9A23-43E2-90E5-2FC1DE3BED12}"/>
              </a:ext>
            </a:extLst>
          </p:cNvPr>
          <p:cNvCxnSpPr>
            <a:cxnSpLocks/>
          </p:cNvCxnSpPr>
          <p:nvPr/>
        </p:nvCxnSpPr>
        <p:spPr>
          <a:xfrm>
            <a:off x="12327794" y="5555208"/>
            <a:ext cx="0" cy="151591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39" name="图形 838">
            <a:extLst>
              <a:ext uri="{FF2B5EF4-FFF2-40B4-BE49-F238E27FC236}">
                <a16:creationId xmlns:a16="http://schemas.microsoft.com/office/drawing/2014/main" id="{315371D8-56F7-48D7-9CE3-A0651B6EE1B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2135002" y="5193068"/>
            <a:ext cx="369944" cy="369944"/>
          </a:xfrm>
          <a:prstGeom prst="rect">
            <a:avLst/>
          </a:prstGeom>
        </p:spPr>
      </p:pic>
      <p:pic>
        <p:nvPicPr>
          <p:cNvPr id="847" name="图形 846">
            <a:extLst>
              <a:ext uri="{FF2B5EF4-FFF2-40B4-BE49-F238E27FC236}">
                <a16:creationId xmlns:a16="http://schemas.microsoft.com/office/drawing/2014/main" id="{F42E4F42-C307-4F6B-8C88-4A77B1C6B72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160670" y="5717494"/>
            <a:ext cx="341725" cy="3417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48" name="文本框 847">
                <a:extLst>
                  <a:ext uri="{FF2B5EF4-FFF2-40B4-BE49-F238E27FC236}">
                    <a16:creationId xmlns:a16="http://schemas.microsoft.com/office/drawing/2014/main" id="{C29E963D-9585-4838-87E4-FA033320C8C4}"/>
                  </a:ext>
                </a:extLst>
              </p:cNvPr>
              <p:cNvSpPr txBox="1"/>
              <p:nvPr/>
            </p:nvSpPr>
            <p:spPr>
              <a:xfrm>
                <a:off x="12160025" y="6484994"/>
                <a:ext cx="315383" cy="300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848" name="文本框 847">
                <a:extLst>
                  <a:ext uri="{FF2B5EF4-FFF2-40B4-BE49-F238E27FC236}">
                    <a16:creationId xmlns:a16="http://schemas.microsoft.com/office/drawing/2014/main" id="{C29E963D-9585-4838-87E4-FA033320C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0025" y="6484994"/>
                <a:ext cx="315383" cy="300723"/>
              </a:xfrm>
              <a:prstGeom prst="rect">
                <a:avLst/>
              </a:prstGeom>
              <a:blipFill>
                <a:blip r:embed="rId44"/>
                <a:stretch>
                  <a:fillRect r="-450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DEFC0ADE-028D-43B4-9FCA-D1CC1C50D158}"/>
              </a:ext>
            </a:extLst>
          </p:cNvPr>
          <p:cNvCxnSpPr>
            <a:cxnSpLocks/>
          </p:cNvCxnSpPr>
          <p:nvPr/>
        </p:nvCxnSpPr>
        <p:spPr>
          <a:xfrm>
            <a:off x="10531901" y="6470308"/>
            <a:ext cx="358554" cy="127743"/>
          </a:xfrm>
          <a:prstGeom prst="bentConnector3">
            <a:avLst>
              <a:gd name="adj1" fmla="val 483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933E55E2-6AEF-4A98-968E-1CDDF0A39375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440010" y="6447829"/>
            <a:ext cx="328404" cy="161332"/>
          </a:xfrm>
          <a:prstGeom prst="bentConnector3">
            <a:avLst>
              <a:gd name="adj1" fmla="val 69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49" name="文本框 848">
                <a:extLst>
                  <a:ext uri="{FF2B5EF4-FFF2-40B4-BE49-F238E27FC236}">
                    <a16:creationId xmlns:a16="http://schemas.microsoft.com/office/drawing/2014/main" id="{CB286B86-80BC-4FC2-A499-B381D713F5C6}"/>
                  </a:ext>
                </a:extLst>
              </p:cNvPr>
              <p:cNvSpPr txBox="1"/>
              <p:nvPr/>
            </p:nvSpPr>
            <p:spPr>
              <a:xfrm>
                <a:off x="10788386" y="6515402"/>
                <a:ext cx="297287" cy="28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𝒊𝒏𝒓𝒂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𝒔𝒔𝒍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849" name="文本框 848">
                <a:extLst>
                  <a:ext uri="{FF2B5EF4-FFF2-40B4-BE49-F238E27FC236}">
                    <a16:creationId xmlns:a16="http://schemas.microsoft.com/office/drawing/2014/main" id="{CB286B86-80BC-4FC2-A499-B381D713F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8386" y="6515402"/>
                <a:ext cx="297287" cy="283219"/>
              </a:xfrm>
              <a:prstGeom prst="rect">
                <a:avLst/>
              </a:prstGeom>
              <a:blipFill>
                <a:blip r:embed="rId61"/>
                <a:stretch>
                  <a:fillRect r="-1244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1" name="左大括号 253">
            <a:extLst>
              <a:ext uri="{FF2B5EF4-FFF2-40B4-BE49-F238E27FC236}">
                <a16:creationId xmlns:a16="http://schemas.microsoft.com/office/drawing/2014/main" id="{4D03171F-F4E0-45AE-BBD6-7210E1812F15}"/>
              </a:ext>
            </a:extLst>
          </p:cNvPr>
          <p:cNvSpPr/>
          <p:nvPr/>
        </p:nvSpPr>
        <p:spPr>
          <a:xfrm rot="16200000">
            <a:off x="11023371" y="5090227"/>
            <a:ext cx="370424" cy="3672408"/>
          </a:xfrm>
          <a:custGeom>
            <a:avLst/>
            <a:gdLst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69850 w 318100"/>
              <a:gd name="connsiteY3" fmla="*/ 278048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44450 w 248250"/>
              <a:gd name="connsiteY3" fmla="*/ 2791071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  <a:gd name="connsiteX7" fmla="*/ 248250 w 248250"/>
              <a:gd name="connsiteY7" fmla="*/ 5542084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0 w 248250"/>
              <a:gd name="connsiteY3" fmla="*/ 2780487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8250" h="5542084" stroke="0" extrusionOk="0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132291" y="2791071"/>
                  <a:pt x="44450" y="2791071"/>
                </a:cubicBezTo>
                <a:cubicBezTo>
                  <a:pt x="132291" y="2791071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  <a:lnTo>
                  <a:pt x="248250" y="5542084"/>
                </a:lnTo>
                <a:close/>
              </a:path>
              <a:path w="248250" h="5542084" fill="none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87841" y="2780487"/>
                  <a:pt x="0" y="2780487"/>
                </a:cubicBezTo>
                <a:cubicBezTo>
                  <a:pt x="87841" y="2780487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 algn="ctr"/>
            <a:endParaRPr lang="zh-CN" altLang="en-US"/>
          </a:p>
        </p:txBody>
      </p:sp>
      <p:sp>
        <p:nvSpPr>
          <p:cNvPr id="479" name="矩形: 圆角 478">
            <a:extLst>
              <a:ext uri="{FF2B5EF4-FFF2-40B4-BE49-F238E27FC236}">
                <a16:creationId xmlns:a16="http://schemas.microsoft.com/office/drawing/2014/main" id="{79E139CD-8336-4CA4-931A-102B4BF255C2}"/>
              </a:ext>
            </a:extLst>
          </p:cNvPr>
          <p:cNvSpPr/>
          <p:nvPr/>
        </p:nvSpPr>
        <p:spPr>
          <a:xfrm rot="5400000">
            <a:off x="8914401" y="1719509"/>
            <a:ext cx="1474050" cy="367256"/>
          </a:xfrm>
          <a:prstGeom prst="roundRect">
            <a:avLst>
              <a:gd name="adj" fmla="val 3512"/>
            </a:avLst>
          </a:prstGeom>
          <a:solidFill>
            <a:srgbClr val="EEEEEE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Weighted Denoising GNN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F78F3AD-D34E-4688-83C9-324C6EB373A4}"/>
              </a:ext>
            </a:extLst>
          </p:cNvPr>
          <p:cNvSpPr txBox="1"/>
          <p:nvPr/>
        </p:nvSpPr>
        <p:spPr>
          <a:xfrm>
            <a:off x="6822137" y="1065513"/>
            <a:ext cx="2446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Fusion and Denoising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0" name="文本框 549">
                <a:extLst>
                  <a:ext uri="{FF2B5EF4-FFF2-40B4-BE49-F238E27FC236}">
                    <a16:creationId xmlns:a16="http://schemas.microsoft.com/office/drawing/2014/main" id="{DAE181E7-14DE-4C46-8CB8-E8C2D9702AFD}"/>
                  </a:ext>
                </a:extLst>
              </p:cNvPr>
              <p:cNvSpPr txBox="1"/>
              <p:nvPr/>
            </p:nvSpPr>
            <p:spPr>
              <a:xfrm>
                <a:off x="10254057" y="2578252"/>
                <a:ext cx="185008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  <m:r>
                      <a:rPr lang="en-US" altLang="zh-CN" sz="10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 Behavior Embedding</a:t>
                </a:r>
                <a:endPara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550" name="文本框 549">
                <a:extLst>
                  <a:ext uri="{FF2B5EF4-FFF2-40B4-BE49-F238E27FC236}">
                    <a16:creationId xmlns:a16="http://schemas.microsoft.com/office/drawing/2014/main" id="{DAE181E7-14DE-4C46-8CB8-E8C2D9702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4057" y="2578252"/>
                <a:ext cx="1850086" cy="246221"/>
              </a:xfrm>
              <a:prstGeom prst="rect">
                <a:avLst/>
              </a:prstGeom>
              <a:blipFill>
                <a:blip r:embed="rId62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BB52441E-573D-4EF3-A12D-E89F2EAAA61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662464" y="1494745"/>
            <a:ext cx="660002" cy="151930"/>
          </a:xfrm>
          <a:prstGeom prst="bentConnector3">
            <a:avLst>
              <a:gd name="adj1" fmla="val 9954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" name="直接箭头连接符 552">
            <a:extLst>
              <a:ext uri="{FF2B5EF4-FFF2-40B4-BE49-F238E27FC236}">
                <a16:creationId xmlns:a16="http://schemas.microsoft.com/office/drawing/2014/main" id="{8A153274-628E-4C95-8582-242717F16097}"/>
              </a:ext>
            </a:extLst>
          </p:cNvPr>
          <p:cNvCxnSpPr>
            <a:cxnSpLocks/>
          </p:cNvCxnSpPr>
          <p:nvPr/>
        </p:nvCxnSpPr>
        <p:spPr>
          <a:xfrm>
            <a:off x="9843891" y="1902084"/>
            <a:ext cx="20336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连接符: 肘形 553">
            <a:extLst>
              <a:ext uri="{FF2B5EF4-FFF2-40B4-BE49-F238E27FC236}">
                <a16:creationId xmlns:a16="http://schemas.microsoft.com/office/drawing/2014/main" id="{CC36A872-38A6-45B3-84C0-5AA309011F9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821378" y="1674061"/>
            <a:ext cx="328231" cy="131187"/>
          </a:xfrm>
          <a:prstGeom prst="bentConnector3">
            <a:avLst>
              <a:gd name="adj1" fmla="val 9884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" name="连接符: 肘形 592">
            <a:extLst>
              <a:ext uri="{FF2B5EF4-FFF2-40B4-BE49-F238E27FC236}">
                <a16:creationId xmlns:a16="http://schemas.microsoft.com/office/drawing/2014/main" id="{693990D1-688D-470E-B231-B3E799C2061F}"/>
              </a:ext>
            </a:extLst>
          </p:cNvPr>
          <p:cNvCxnSpPr>
            <a:cxnSpLocks/>
            <a:endCxn id="436" idx="1"/>
          </p:cNvCxnSpPr>
          <p:nvPr/>
        </p:nvCxnSpPr>
        <p:spPr>
          <a:xfrm rot="16200000" flipH="1">
            <a:off x="9807009" y="2008995"/>
            <a:ext cx="352108" cy="12839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0" name="连接符: 肘形 599">
            <a:extLst>
              <a:ext uri="{FF2B5EF4-FFF2-40B4-BE49-F238E27FC236}">
                <a16:creationId xmlns:a16="http://schemas.microsoft.com/office/drawing/2014/main" id="{E64CEB77-3E4A-4606-B0A4-9022D167D563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07239" y="2317396"/>
            <a:ext cx="352108" cy="12839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直接连接符 480">
            <a:extLst>
              <a:ext uri="{FF2B5EF4-FFF2-40B4-BE49-F238E27FC236}">
                <a16:creationId xmlns:a16="http://schemas.microsoft.com/office/drawing/2014/main" id="{ED19722B-2861-4A7D-9A45-2B81617DE031}"/>
              </a:ext>
            </a:extLst>
          </p:cNvPr>
          <p:cNvCxnSpPr>
            <a:cxnSpLocks/>
          </p:cNvCxnSpPr>
          <p:nvPr/>
        </p:nvCxnSpPr>
        <p:spPr>
          <a:xfrm>
            <a:off x="2824578" y="4102717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52" name="直接连接符 551">
            <a:extLst>
              <a:ext uri="{FF2B5EF4-FFF2-40B4-BE49-F238E27FC236}">
                <a16:creationId xmlns:a16="http://schemas.microsoft.com/office/drawing/2014/main" id="{6DB7946B-6A81-47EE-9DD5-20A03741C95B}"/>
              </a:ext>
            </a:extLst>
          </p:cNvPr>
          <p:cNvCxnSpPr>
            <a:cxnSpLocks/>
          </p:cNvCxnSpPr>
          <p:nvPr/>
        </p:nvCxnSpPr>
        <p:spPr>
          <a:xfrm>
            <a:off x="5567277" y="4115164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55" name="文本框 554">
            <a:extLst>
              <a:ext uri="{FF2B5EF4-FFF2-40B4-BE49-F238E27FC236}">
                <a16:creationId xmlns:a16="http://schemas.microsoft.com/office/drawing/2014/main" id="{7BC2CB95-8813-4211-9CA7-B46EEDE5C698}"/>
              </a:ext>
            </a:extLst>
          </p:cNvPr>
          <p:cNvSpPr txBox="1"/>
          <p:nvPr/>
        </p:nvSpPr>
        <p:spPr>
          <a:xfrm rot="3122556">
            <a:off x="5647866" y="4092787"/>
            <a:ext cx="2055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6" name="直接连接符 555">
            <a:extLst>
              <a:ext uri="{FF2B5EF4-FFF2-40B4-BE49-F238E27FC236}">
                <a16:creationId xmlns:a16="http://schemas.microsoft.com/office/drawing/2014/main" id="{F295FFE9-10E1-4B8F-803B-236A4B27A339}"/>
              </a:ext>
            </a:extLst>
          </p:cNvPr>
          <p:cNvCxnSpPr>
            <a:cxnSpLocks/>
          </p:cNvCxnSpPr>
          <p:nvPr/>
        </p:nvCxnSpPr>
        <p:spPr>
          <a:xfrm>
            <a:off x="8658870" y="4131489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58" name="文本框 557">
            <a:extLst>
              <a:ext uri="{FF2B5EF4-FFF2-40B4-BE49-F238E27FC236}">
                <a16:creationId xmlns:a16="http://schemas.microsoft.com/office/drawing/2014/main" id="{0920C0F8-F6B5-4A1E-98C0-5F661C8FE42B}"/>
              </a:ext>
            </a:extLst>
          </p:cNvPr>
          <p:cNvSpPr txBox="1"/>
          <p:nvPr/>
        </p:nvSpPr>
        <p:spPr>
          <a:xfrm rot="3119561">
            <a:off x="8588844" y="4230584"/>
            <a:ext cx="7074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1+6=7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2" name="直接连接符 601">
            <a:extLst>
              <a:ext uri="{FF2B5EF4-FFF2-40B4-BE49-F238E27FC236}">
                <a16:creationId xmlns:a16="http://schemas.microsoft.com/office/drawing/2014/main" id="{80AFE6A9-38BA-4778-9672-A8DAAE7AE9B9}"/>
              </a:ext>
            </a:extLst>
          </p:cNvPr>
          <p:cNvCxnSpPr>
            <a:cxnSpLocks/>
            <a:endCxn id="845" idx="0"/>
          </p:cNvCxnSpPr>
          <p:nvPr/>
        </p:nvCxnSpPr>
        <p:spPr>
          <a:xfrm>
            <a:off x="10823340" y="4259413"/>
            <a:ext cx="193412" cy="113941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414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515CF4DC-6EEA-B931-E07D-59A7A138AF5F}"/>
              </a:ext>
            </a:extLst>
          </p:cNvPr>
          <p:cNvSpPr/>
          <p:nvPr/>
        </p:nvSpPr>
        <p:spPr>
          <a:xfrm>
            <a:off x="583086" y="1112515"/>
            <a:ext cx="2758673" cy="198568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9" name="矩形: 圆角 248">
            <a:extLst>
              <a:ext uri="{FF2B5EF4-FFF2-40B4-BE49-F238E27FC236}">
                <a16:creationId xmlns:a16="http://schemas.microsoft.com/office/drawing/2014/main" id="{B6DABB3E-969A-4A82-9018-9BF8624591F1}"/>
              </a:ext>
            </a:extLst>
          </p:cNvPr>
          <p:cNvSpPr/>
          <p:nvPr/>
        </p:nvSpPr>
        <p:spPr>
          <a:xfrm>
            <a:off x="7189125" y="1065652"/>
            <a:ext cx="2758673" cy="198568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3D8C3466-823C-487A-9C34-463BAEAA19B8}"/>
              </a:ext>
            </a:extLst>
          </p:cNvPr>
          <p:cNvSpPr/>
          <p:nvPr/>
        </p:nvSpPr>
        <p:spPr>
          <a:xfrm>
            <a:off x="3751833" y="1121762"/>
            <a:ext cx="2758673" cy="3700537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9" name="图形 28">
            <a:extLst>
              <a:ext uri="{FF2B5EF4-FFF2-40B4-BE49-F238E27FC236}">
                <a16:creationId xmlns:a16="http://schemas.microsoft.com/office/drawing/2014/main" id="{2B75AF6A-C035-43DC-91DA-E76AC1761E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7675" y="2242878"/>
            <a:ext cx="359938" cy="359938"/>
          </a:xfrm>
          <a:prstGeom prst="rect">
            <a:avLst/>
          </a:prstGeom>
        </p:spPr>
      </p:pic>
      <p:pic>
        <p:nvPicPr>
          <p:cNvPr id="30" name="图形 29">
            <a:extLst>
              <a:ext uri="{FF2B5EF4-FFF2-40B4-BE49-F238E27FC236}">
                <a16:creationId xmlns:a16="http://schemas.microsoft.com/office/drawing/2014/main" id="{C09FAD9F-D9C3-4E80-854B-6F083DC9D8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55945" y="2243631"/>
            <a:ext cx="357763" cy="357763"/>
          </a:xfrm>
          <a:prstGeom prst="rect">
            <a:avLst/>
          </a:prstGeom>
        </p:spPr>
      </p:pic>
      <p:pic>
        <p:nvPicPr>
          <p:cNvPr id="31" name="图形 30">
            <a:extLst>
              <a:ext uri="{FF2B5EF4-FFF2-40B4-BE49-F238E27FC236}">
                <a16:creationId xmlns:a16="http://schemas.microsoft.com/office/drawing/2014/main" id="{2B19F6F8-DEAF-446D-A58B-39E1F55AC8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64258" y="2242572"/>
            <a:ext cx="365379" cy="365379"/>
          </a:xfrm>
          <a:prstGeom prst="rect">
            <a:avLst/>
          </a:prstGeom>
        </p:spPr>
      </p:pic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0D85AE58-2C9D-43C5-B4E1-FD1EE8CA667B}"/>
              </a:ext>
            </a:extLst>
          </p:cNvPr>
          <p:cNvCxnSpPr>
            <a:cxnSpLocks/>
          </p:cNvCxnSpPr>
          <p:nvPr/>
        </p:nvCxnSpPr>
        <p:spPr>
          <a:xfrm>
            <a:off x="4725163" y="2657684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66102E79-6280-4FC0-AF04-ABBDAAAB2ABA}"/>
              </a:ext>
            </a:extLst>
          </p:cNvPr>
          <p:cNvSpPr/>
          <p:nvPr/>
        </p:nvSpPr>
        <p:spPr>
          <a:xfrm>
            <a:off x="4181718" y="1387286"/>
            <a:ext cx="2255537" cy="108503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48783C04-AB49-43E7-90ED-22633C1D2C87}"/>
              </a:ext>
            </a:extLst>
          </p:cNvPr>
          <p:cNvCxnSpPr>
            <a:cxnSpLocks/>
          </p:cNvCxnSpPr>
          <p:nvPr/>
        </p:nvCxnSpPr>
        <p:spPr>
          <a:xfrm flipH="1">
            <a:off x="4426321" y="1789540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3" name="图形 112">
            <a:extLst>
              <a:ext uri="{FF2B5EF4-FFF2-40B4-BE49-F238E27FC236}">
                <a16:creationId xmlns:a16="http://schemas.microsoft.com/office/drawing/2014/main" id="{D3C81107-DA44-4924-99B0-3ACD2BFF9C2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67802" y="2019683"/>
            <a:ext cx="460789" cy="460789"/>
          </a:xfrm>
          <a:prstGeom prst="rect">
            <a:avLst/>
          </a:prstGeom>
        </p:spPr>
      </p:pic>
      <p:pic>
        <p:nvPicPr>
          <p:cNvPr id="114" name="图形 113">
            <a:extLst>
              <a:ext uri="{FF2B5EF4-FFF2-40B4-BE49-F238E27FC236}">
                <a16:creationId xmlns:a16="http://schemas.microsoft.com/office/drawing/2014/main" id="{FE1FA44F-8BAE-4C90-B913-86FA710EE85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80635" y="2002007"/>
            <a:ext cx="430225" cy="430225"/>
          </a:xfrm>
          <a:prstGeom prst="rect">
            <a:avLst/>
          </a:prstGeom>
        </p:spPr>
      </p:pic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8DD46AEE-F2E1-4DA9-9485-C63B6F6340CD}"/>
              </a:ext>
            </a:extLst>
          </p:cNvPr>
          <p:cNvCxnSpPr>
            <a:cxnSpLocks/>
          </p:cNvCxnSpPr>
          <p:nvPr/>
        </p:nvCxnSpPr>
        <p:spPr>
          <a:xfrm>
            <a:off x="4616813" y="1789552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3EC9ED78-9A10-4D0D-AE85-D95AAAEFB7F3}"/>
              </a:ext>
            </a:extLst>
          </p:cNvPr>
          <p:cNvCxnSpPr>
            <a:cxnSpLocks/>
          </p:cNvCxnSpPr>
          <p:nvPr/>
        </p:nvCxnSpPr>
        <p:spPr>
          <a:xfrm>
            <a:off x="4616827" y="1789540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47C9771E-815D-4E1E-A2AC-9C46CD35826E}"/>
              </a:ext>
            </a:extLst>
          </p:cNvPr>
          <p:cNvCxnSpPr>
            <a:cxnSpLocks/>
          </p:cNvCxnSpPr>
          <p:nvPr/>
        </p:nvCxnSpPr>
        <p:spPr>
          <a:xfrm flipH="1">
            <a:off x="4836086" y="1801495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>
            <a:extLst>
              <a:ext uri="{FF2B5EF4-FFF2-40B4-BE49-F238E27FC236}">
                <a16:creationId xmlns:a16="http://schemas.microsoft.com/office/drawing/2014/main" id="{53ED80C0-B68A-4820-9405-2C725A90A1C0}"/>
              </a:ext>
            </a:extLst>
          </p:cNvPr>
          <p:cNvCxnSpPr>
            <a:cxnSpLocks/>
          </p:cNvCxnSpPr>
          <p:nvPr/>
        </p:nvCxnSpPr>
        <p:spPr>
          <a:xfrm>
            <a:off x="5261376" y="1801495"/>
            <a:ext cx="97324" cy="32638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A07B8214-C6AB-43E3-B019-3004F8238C9B}"/>
              </a:ext>
            </a:extLst>
          </p:cNvPr>
          <p:cNvCxnSpPr>
            <a:cxnSpLocks/>
          </p:cNvCxnSpPr>
          <p:nvPr/>
        </p:nvCxnSpPr>
        <p:spPr>
          <a:xfrm>
            <a:off x="5250051" y="1804133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4AC7DEFE-F710-4F26-A4D7-C628B47EB375}"/>
              </a:ext>
            </a:extLst>
          </p:cNvPr>
          <p:cNvCxnSpPr>
            <a:cxnSpLocks/>
          </p:cNvCxnSpPr>
          <p:nvPr/>
        </p:nvCxnSpPr>
        <p:spPr>
          <a:xfrm>
            <a:off x="5261378" y="1801493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id="{0843501B-2E49-4E24-8879-24E1A38F185B}"/>
              </a:ext>
            </a:extLst>
          </p:cNvPr>
          <p:cNvCxnSpPr>
            <a:cxnSpLocks/>
            <a:stCxn id="127" idx="2"/>
          </p:cNvCxnSpPr>
          <p:nvPr/>
        </p:nvCxnSpPr>
        <p:spPr>
          <a:xfrm>
            <a:off x="5899772" y="1780832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22" name="图形 121">
            <a:extLst>
              <a:ext uri="{FF2B5EF4-FFF2-40B4-BE49-F238E27FC236}">
                <a16:creationId xmlns:a16="http://schemas.microsoft.com/office/drawing/2014/main" id="{FD6BF79C-1D95-4CCE-A791-E17CFDEBB4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3329" y="1414717"/>
            <a:ext cx="359938" cy="359938"/>
          </a:xfrm>
          <a:prstGeom prst="rect">
            <a:avLst/>
          </a:prstGeom>
        </p:spPr>
      </p:pic>
      <p:pic>
        <p:nvPicPr>
          <p:cNvPr id="123" name="图形 122">
            <a:extLst>
              <a:ext uri="{FF2B5EF4-FFF2-40B4-BE49-F238E27FC236}">
                <a16:creationId xmlns:a16="http://schemas.microsoft.com/office/drawing/2014/main" id="{455ED339-FE31-4EBA-9EA7-CA68DB5608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96199" y="1414776"/>
            <a:ext cx="357763" cy="357763"/>
          </a:xfrm>
          <a:prstGeom prst="rect">
            <a:avLst/>
          </a:prstGeom>
        </p:spPr>
      </p:pic>
      <p:pic>
        <p:nvPicPr>
          <p:cNvPr id="124" name="图形 123">
            <a:extLst>
              <a:ext uri="{FF2B5EF4-FFF2-40B4-BE49-F238E27FC236}">
                <a16:creationId xmlns:a16="http://schemas.microsoft.com/office/drawing/2014/main" id="{6C6F5FF3-CB58-4370-8934-D38C18CC45F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263452" y="2065783"/>
            <a:ext cx="369944" cy="369944"/>
          </a:xfrm>
          <a:prstGeom prst="rect">
            <a:avLst/>
          </a:prstGeom>
        </p:spPr>
      </p:pic>
      <p:pic>
        <p:nvPicPr>
          <p:cNvPr id="125" name="图形 124">
            <a:extLst>
              <a:ext uri="{FF2B5EF4-FFF2-40B4-BE49-F238E27FC236}">
                <a16:creationId xmlns:a16="http://schemas.microsoft.com/office/drawing/2014/main" id="{A7A829B9-83E5-43C8-ADA9-F6F0FC3A5DB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663482" y="2055840"/>
            <a:ext cx="341725" cy="341725"/>
          </a:xfrm>
          <a:prstGeom prst="rect">
            <a:avLst/>
          </a:prstGeom>
        </p:spPr>
      </p:pic>
      <p:pic>
        <p:nvPicPr>
          <p:cNvPr id="126" name="图形 125">
            <a:extLst>
              <a:ext uri="{FF2B5EF4-FFF2-40B4-BE49-F238E27FC236}">
                <a16:creationId xmlns:a16="http://schemas.microsoft.com/office/drawing/2014/main" id="{AD0AFFF0-A42B-4EEA-825C-388E0937B74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962984" y="2077645"/>
            <a:ext cx="329461" cy="329461"/>
          </a:xfrm>
          <a:prstGeom prst="rect">
            <a:avLst/>
          </a:prstGeom>
        </p:spPr>
      </p:pic>
      <p:pic>
        <p:nvPicPr>
          <p:cNvPr id="127" name="图形 126">
            <a:extLst>
              <a:ext uri="{FF2B5EF4-FFF2-40B4-BE49-F238E27FC236}">
                <a16:creationId xmlns:a16="http://schemas.microsoft.com/office/drawing/2014/main" id="{F8A45994-0391-40E0-A77A-0E50CC643A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17081" y="1415466"/>
            <a:ext cx="365379" cy="365379"/>
          </a:xfrm>
          <a:prstGeom prst="rect">
            <a:avLst/>
          </a:prstGeom>
        </p:spPr>
      </p:pic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7AC8D3D8-68E6-42DA-B973-BE1BBE772FCB}"/>
              </a:ext>
            </a:extLst>
          </p:cNvPr>
          <p:cNvCxnSpPr>
            <a:cxnSpLocks/>
          </p:cNvCxnSpPr>
          <p:nvPr/>
        </p:nvCxnSpPr>
        <p:spPr>
          <a:xfrm>
            <a:off x="4785637" y="1583051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CA71D55B-C1F9-439D-8CD3-FFB1827C3408}"/>
                  </a:ext>
                </a:extLst>
              </p:cNvPr>
              <p:cNvSpPr txBox="1"/>
              <p:nvPr/>
            </p:nvSpPr>
            <p:spPr>
              <a:xfrm>
                <a:off x="6087858" y="1390077"/>
                <a:ext cx="315383" cy="291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CA71D55B-C1F9-439D-8CD3-FFB1827C3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7858" y="1390077"/>
                <a:ext cx="315383" cy="29181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文本框 129">
            <a:extLst>
              <a:ext uri="{FF2B5EF4-FFF2-40B4-BE49-F238E27FC236}">
                <a16:creationId xmlns:a16="http://schemas.microsoft.com/office/drawing/2014/main" id="{E0AA5804-273A-40A0-97E0-413D04502169}"/>
              </a:ext>
            </a:extLst>
          </p:cNvPr>
          <p:cNvSpPr txBox="1"/>
          <p:nvPr/>
        </p:nvSpPr>
        <p:spPr>
          <a:xfrm rot="19578038">
            <a:off x="4959360" y="1719280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BA6F7B33-6F08-4791-B3F8-D04F587BE0CD}"/>
              </a:ext>
            </a:extLst>
          </p:cNvPr>
          <p:cNvSpPr txBox="1"/>
          <p:nvPr/>
        </p:nvSpPr>
        <p:spPr>
          <a:xfrm rot="18139359">
            <a:off x="4343053" y="1798004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ED84146-B2E4-4D29-92D6-8E91FAF239AE}"/>
              </a:ext>
            </a:extLst>
          </p:cNvPr>
          <p:cNvSpPr txBox="1"/>
          <p:nvPr/>
        </p:nvSpPr>
        <p:spPr>
          <a:xfrm rot="3187128">
            <a:off x="4520510" y="1900048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056B35BB-CA79-4652-89C2-BC63E365DB1A}"/>
              </a:ext>
            </a:extLst>
          </p:cNvPr>
          <p:cNvSpPr txBox="1"/>
          <p:nvPr/>
        </p:nvSpPr>
        <p:spPr>
          <a:xfrm rot="1783072">
            <a:off x="4693299" y="1756165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3FBF92B-2F55-4BD3-A2E9-5774E594A018}"/>
              </a:ext>
            </a:extLst>
          </p:cNvPr>
          <p:cNvSpPr txBox="1"/>
          <p:nvPr/>
        </p:nvSpPr>
        <p:spPr>
          <a:xfrm rot="215747">
            <a:off x="5144769" y="1860190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95F9BDC6-D68F-48AB-9D2B-3BAEB77339D2}"/>
              </a:ext>
            </a:extLst>
          </p:cNvPr>
          <p:cNvSpPr txBox="1"/>
          <p:nvPr/>
        </p:nvSpPr>
        <p:spPr>
          <a:xfrm rot="1736926">
            <a:off x="5361764" y="1879033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05E6B705-CE20-4E6C-B31B-9FB87C00B3B9}"/>
              </a:ext>
            </a:extLst>
          </p:cNvPr>
          <p:cNvSpPr txBox="1"/>
          <p:nvPr/>
        </p:nvSpPr>
        <p:spPr>
          <a:xfrm rot="832048">
            <a:off x="5593885" y="1764730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47ED9531-537B-4768-A06D-58CA34289E65}"/>
              </a:ext>
            </a:extLst>
          </p:cNvPr>
          <p:cNvSpPr txBox="1"/>
          <p:nvPr/>
        </p:nvSpPr>
        <p:spPr>
          <a:xfrm rot="3243918">
            <a:off x="5993224" y="1796048"/>
            <a:ext cx="2055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矩形: 圆角 137">
            <a:extLst>
              <a:ext uri="{FF2B5EF4-FFF2-40B4-BE49-F238E27FC236}">
                <a16:creationId xmlns:a16="http://schemas.microsoft.com/office/drawing/2014/main" id="{9A28B6B7-1560-4FC6-AEFE-38B87E251B5D}"/>
              </a:ext>
            </a:extLst>
          </p:cNvPr>
          <p:cNvSpPr/>
          <p:nvPr/>
        </p:nvSpPr>
        <p:spPr>
          <a:xfrm>
            <a:off x="4029203" y="1665291"/>
            <a:ext cx="2255537" cy="108503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0DAA82F3-64FB-4B84-9E96-2BF678BE3183}"/>
              </a:ext>
            </a:extLst>
          </p:cNvPr>
          <p:cNvCxnSpPr>
            <a:cxnSpLocks/>
          </p:cNvCxnSpPr>
          <p:nvPr/>
        </p:nvCxnSpPr>
        <p:spPr>
          <a:xfrm flipH="1">
            <a:off x="4273805" y="2067546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0" name="图形 139">
            <a:extLst>
              <a:ext uri="{FF2B5EF4-FFF2-40B4-BE49-F238E27FC236}">
                <a16:creationId xmlns:a16="http://schemas.microsoft.com/office/drawing/2014/main" id="{78B72999-5ED2-49F7-8414-E30587B24B4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15287" y="2297689"/>
            <a:ext cx="460789" cy="460789"/>
          </a:xfrm>
          <a:prstGeom prst="rect">
            <a:avLst/>
          </a:prstGeom>
        </p:spPr>
      </p:pic>
      <p:pic>
        <p:nvPicPr>
          <p:cNvPr id="141" name="图形 140">
            <a:extLst>
              <a:ext uri="{FF2B5EF4-FFF2-40B4-BE49-F238E27FC236}">
                <a16:creationId xmlns:a16="http://schemas.microsoft.com/office/drawing/2014/main" id="{4314F3DA-8420-4340-84C0-4E10A3D15C6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328120" y="2280012"/>
            <a:ext cx="430225" cy="430225"/>
          </a:xfrm>
          <a:prstGeom prst="rect">
            <a:avLst/>
          </a:prstGeom>
        </p:spPr>
      </p:pic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1A0FB527-568C-454B-96C4-4A65C243D420}"/>
              </a:ext>
            </a:extLst>
          </p:cNvPr>
          <p:cNvCxnSpPr>
            <a:cxnSpLocks/>
          </p:cNvCxnSpPr>
          <p:nvPr/>
        </p:nvCxnSpPr>
        <p:spPr>
          <a:xfrm>
            <a:off x="4464299" y="2067559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B12F8F70-DEDB-4284-9890-8169311F45FF}"/>
              </a:ext>
            </a:extLst>
          </p:cNvPr>
          <p:cNvCxnSpPr>
            <a:cxnSpLocks/>
          </p:cNvCxnSpPr>
          <p:nvPr/>
        </p:nvCxnSpPr>
        <p:spPr>
          <a:xfrm>
            <a:off x="4464313" y="2067546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C444AEF1-B4F8-4456-BC1E-65F83E91656D}"/>
              </a:ext>
            </a:extLst>
          </p:cNvPr>
          <p:cNvCxnSpPr>
            <a:cxnSpLocks/>
          </p:cNvCxnSpPr>
          <p:nvPr/>
        </p:nvCxnSpPr>
        <p:spPr>
          <a:xfrm flipH="1">
            <a:off x="4683571" y="2079501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56C5C8F8-E859-4B59-B87F-729D3930B665}"/>
              </a:ext>
            </a:extLst>
          </p:cNvPr>
          <p:cNvCxnSpPr>
            <a:cxnSpLocks/>
          </p:cNvCxnSpPr>
          <p:nvPr/>
        </p:nvCxnSpPr>
        <p:spPr>
          <a:xfrm>
            <a:off x="5108861" y="2079501"/>
            <a:ext cx="97324" cy="32638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678EE2FE-5D6B-4E31-A0D0-14CE48829048}"/>
              </a:ext>
            </a:extLst>
          </p:cNvPr>
          <p:cNvCxnSpPr>
            <a:cxnSpLocks/>
          </p:cNvCxnSpPr>
          <p:nvPr/>
        </p:nvCxnSpPr>
        <p:spPr>
          <a:xfrm>
            <a:off x="5097536" y="2082139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84719A0E-4B2B-479A-9C51-74026BD98EAE}"/>
              </a:ext>
            </a:extLst>
          </p:cNvPr>
          <p:cNvCxnSpPr>
            <a:cxnSpLocks/>
          </p:cNvCxnSpPr>
          <p:nvPr/>
        </p:nvCxnSpPr>
        <p:spPr>
          <a:xfrm>
            <a:off x="5108862" y="2079500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46A547C3-7FDA-45AD-A800-47492C324C72}"/>
              </a:ext>
            </a:extLst>
          </p:cNvPr>
          <p:cNvCxnSpPr>
            <a:cxnSpLocks/>
            <a:stCxn id="154" idx="2"/>
          </p:cNvCxnSpPr>
          <p:nvPr/>
        </p:nvCxnSpPr>
        <p:spPr>
          <a:xfrm>
            <a:off x="5747257" y="2058839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49" name="图形 148">
            <a:extLst>
              <a:ext uri="{FF2B5EF4-FFF2-40B4-BE49-F238E27FC236}">
                <a16:creationId xmlns:a16="http://schemas.microsoft.com/office/drawing/2014/main" id="{DCB73556-0A89-452D-8410-FB042BF2F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0815" y="1692724"/>
            <a:ext cx="359938" cy="359938"/>
          </a:xfrm>
          <a:prstGeom prst="rect">
            <a:avLst/>
          </a:prstGeom>
        </p:spPr>
      </p:pic>
      <p:pic>
        <p:nvPicPr>
          <p:cNvPr id="150" name="图形 149">
            <a:extLst>
              <a:ext uri="{FF2B5EF4-FFF2-40B4-BE49-F238E27FC236}">
                <a16:creationId xmlns:a16="http://schemas.microsoft.com/office/drawing/2014/main" id="{8E87FCC7-E58A-42B9-9CFA-9915547D08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43684" y="1692782"/>
            <a:ext cx="357763" cy="357763"/>
          </a:xfrm>
          <a:prstGeom prst="rect">
            <a:avLst/>
          </a:prstGeom>
        </p:spPr>
      </p:pic>
      <p:pic>
        <p:nvPicPr>
          <p:cNvPr id="151" name="图形 150">
            <a:extLst>
              <a:ext uri="{FF2B5EF4-FFF2-40B4-BE49-F238E27FC236}">
                <a16:creationId xmlns:a16="http://schemas.microsoft.com/office/drawing/2014/main" id="{AA3235D2-1F1F-47D4-81D0-04F0C54ED6A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10936" y="2343789"/>
            <a:ext cx="369944" cy="369944"/>
          </a:xfrm>
          <a:prstGeom prst="rect">
            <a:avLst/>
          </a:prstGeom>
        </p:spPr>
      </p:pic>
      <p:pic>
        <p:nvPicPr>
          <p:cNvPr id="152" name="图形 151">
            <a:extLst>
              <a:ext uri="{FF2B5EF4-FFF2-40B4-BE49-F238E27FC236}">
                <a16:creationId xmlns:a16="http://schemas.microsoft.com/office/drawing/2014/main" id="{AA6DCBB0-3772-4F71-A765-2C5FDCE863A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510967" y="2333846"/>
            <a:ext cx="341725" cy="341725"/>
          </a:xfrm>
          <a:prstGeom prst="rect">
            <a:avLst/>
          </a:prstGeom>
        </p:spPr>
      </p:pic>
      <p:pic>
        <p:nvPicPr>
          <p:cNvPr id="153" name="图形 152">
            <a:extLst>
              <a:ext uri="{FF2B5EF4-FFF2-40B4-BE49-F238E27FC236}">
                <a16:creationId xmlns:a16="http://schemas.microsoft.com/office/drawing/2014/main" id="{52885677-8C46-4858-8D20-5BD471281CE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810470" y="2355650"/>
            <a:ext cx="329461" cy="329461"/>
          </a:xfrm>
          <a:prstGeom prst="rect">
            <a:avLst/>
          </a:prstGeom>
        </p:spPr>
      </p:pic>
      <p:pic>
        <p:nvPicPr>
          <p:cNvPr id="154" name="图形 153">
            <a:extLst>
              <a:ext uri="{FF2B5EF4-FFF2-40B4-BE49-F238E27FC236}">
                <a16:creationId xmlns:a16="http://schemas.microsoft.com/office/drawing/2014/main" id="{BE45CA07-2605-4BE3-837B-AD6D4EF0D0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64566" y="1693473"/>
            <a:ext cx="365379" cy="365379"/>
          </a:xfrm>
          <a:prstGeom prst="rect">
            <a:avLst/>
          </a:prstGeom>
        </p:spPr>
      </p:pic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7D213B6C-1B64-4F32-854D-A54EEF2E4A51}"/>
              </a:ext>
            </a:extLst>
          </p:cNvPr>
          <p:cNvCxnSpPr>
            <a:cxnSpLocks/>
          </p:cNvCxnSpPr>
          <p:nvPr/>
        </p:nvCxnSpPr>
        <p:spPr>
          <a:xfrm>
            <a:off x="4633122" y="1861057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75AD6906-6E05-440B-BE05-0AD7F7F039BC}"/>
                  </a:ext>
                </a:extLst>
              </p:cNvPr>
              <p:cNvSpPr txBox="1"/>
              <p:nvPr/>
            </p:nvSpPr>
            <p:spPr>
              <a:xfrm>
                <a:off x="5935342" y="1668082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75AD6906-6E05-440B-BE05-0AD7F7F03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5342" y="1668082"/>
                <a:ext cx="315383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文本框 156">
            <a:extLst>
              <a:ext uri="{FF2B5EF4-FFF2-40B4-BE49-F238E27FC236}">
                <a16:creationId xmlns:a16="http://schemas.microsoft.com/office/drawing/2014/main" id="{D5825575-647B-4162-A1D7-CF9B591980FD}"/>
              </a:ext>
            </a:extLst>
          </p:cNvPr>
          <p:cNvSpPr txBox="1"/>
          <p:nvPr/>
        </p:nvSpPr>
        <p:spPr>
          <a:xfrm rot="19578038">
            <a:off x="4806846" y="1997286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CE64026A-F38D-4D45-8D98-9B484FB840AB}"/>
              </a:ext>
            </a:extLst>
          </p:cNvPr>
          <p:cNvSpPr txBox="1"/>
          <p:nvPr/>
        </p:nvSpPr>
        <p:spPr>
          <a:xfrm rot="18139359">
            <a:off x="4190537" y="2076011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582C5D2F-193E-46A7-946F-83270F39C79B}"/>
              </a:ext>
            </a:extLst>
          </p:cNvPr>
          <p:cNvSpPr txBox="1"/>
          <p:nvPr/>
        </p:nvSpPr>
        <p:spPr>
          <a:xfrm rot="3187128">
            <a:off x="4367996" y="2178054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09EA9E0C-5E67-4E00-879B-F6E3BE6729DA}"/>
              </a:ext>
            </a:extLst>
          </p:cNvPr>
          <p:cNvSpPr txBox="1"/>
          <p:nvPr/>
        </p:nvSpPr>
        <p:spPr>
          <a:xfrm rot="1783072">
            <a:off x="4540784" y="2034171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3AB9AE82-DDAB-4ACD-9F8E-DCC4325F630F}"/>
              </a:ext>
            </a:extLst>
          </p:cNvPr>
          <p:cNvSpPr txBox="1"/>
          <p:nvPr/>
        </p:nvSpPr>
        <p:spPr>
          <a:xfrm rot="215747">
            <a:off x="4992255" y="2138196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4254B9AC-69F8-41C1-BE17-B5C901F92E0F}"/>
              </a:ext>
            </a:extLst>
          </p:cNvPr>
          <p:cNvSpPr txBox="1"/>
          <p:nvPr/>
        </p:nvSpPr>
        <p:spPr>
          <a:xfrm rot="1736926">
            <a:off x="5209249" y="2157039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0212BEDB-5765-4CDA-8FBC-2F81D418AB7C}"/>
              </a:ext>
            </a:extLst>
          </p:cNvPr>
          <p:cNvSpPr txBox="1"/>
          <p:nvPr/>
        </p:nvSpPr>
        <p:spPr>
          <a:xfrm rot="832048">
            <a:off x="5441370" y="2042736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266482E3-DDAC-48C9-BB19-3F7F97A0CBE3}"/>
              </a:ext>
            </a:extLst>
          </p:cNvPr>
          <p:cNvSpPr txBox="1"/>
          <p:nvPr/>
        </p:nvSpPr>
        <p:spPr>
          <a:xfrm rot="3243918">
            <a:off x="5840708" y="2074054"/>
            <a:ext cx="2055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矩形: 圆角 164">
            <a:extLst>
              <a:ext uri="{FF2B5EF4-FFF2-40B4-BE49-F238E27FC236}">
                <a16:creationId xmlns:a16="http://schemas.microsoft.com/office/drawing/2014/main" id="{3C14EE85-B544-40ED-8359-CC93FE8424B6}"/>
              </a:ext>
            </a:extLst>
          </p:cNvPr>
          <p:cNvSpPr/>
          <p:nvPr/>
        </p:nvSpPr>
        <p:spPr>
          <a:xfrm>
            <a:off x="3833583" y="1911707"/>
            <a:ext cx="2255537" cy="108503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AA7BF985-CE83-4988-B742-F3ADD8DAE538}"/>
              </a:ext>
            </a:extLst>
          </p:cNvPr>
          <p:cNvCxnSpPr>
            <a:cxnSpLocks/>
          </p:cNvCxnSpPr>
          <p:nvPr/>
        </p:nvCxnSpPr>
        <p:spPr>
          <a:xfrm flipH="1">
            <a:off x="4078188" y="2313962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67" name="图形 166">
            <a:extLst>
              <a:ext uri="{FF2B5EF4-FFF2-40B4-BE49-F238E27FC236}">
                <a16:creationId xmlns:a16="http://schemas.microsoft.com/office/drawing/2014/main" id="{13C74742-E54E-4D70-A5DE-D8DE72191E0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19667" y="2544104"/>
            <a:ext cx="460789" cy="460789"/>
          </a:xfrm>
          <a:prstGeom prst="rect">
            <a:avLst/>
          </a:prstGeom>
        </p:spPr>
      </p:pic>
      <p:pic>
        <p:nvPicPr>
          <p:cNvPr id="168" name="图形 167">
            <a:extLst>
              <a:ext uri="{FF2B5EF4-FFF2-40B4-BE49-F238E27FC236}">
                <a16:creationId xmlns:a16="http://schemas.microsoft.com/office/drawing/2014/main" id="{EE948BD6-6CB8-4F62-B996-A0D76168719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32500" y="2526428"/>
            <a:ext cx="430225" cy="430225"/>
          </a:xfrm>
          <a:prstGeom prst="rect">
            <a:avLst/>
          </a:prstGeom>
        </p:spPr>
      </p:pic>
      <p:cxnSp>
        <p:nvCxnSpPr>
          <p:cNvPr id="169" name="直接连接符 168">
            <a:extLst>
              <a:ext uri="{FF2B5EF4-FFF2-40B4-BE49-F238E27FC236}">
                <a16:creationId xmlns:a16="http://schemas.microsoft.com/office/drawing/2014/main" id="{D330CF13-1DDE-4930-9A11-02E65986A4ED}"/>
              </a:ext>
            </a:extLst>
          </p:cNvPr>
          <p:cNvCxnSpPr>
            <a:cxnSpLocks/>
          </p:cNvCxnSpPr>
          <p:nvPr/>
        </p:nvCxnSpPr>
        <p:spPr>
          <a:xfrm>
            <a:off x="4268681" y="2313973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F5B1A4F2-5541-4F58-A4EC-BB47501566C8}"/>
              </a:ext>
            </a:extLst>
          </p:cNvPr>
          <p:cNvCxnSpPr>
            <a:cxnSpLocks/>
          </p:cNvCxnSpPr>
          <p:nvPr/>
        </p:nvCxnSpPr>
        <p:spPr>
          <a:xfrm>
            <a:off x="4268693" y="2313961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E0DBD56C-A32A-4251-A162-FDEE35F3E8D6}"/>
              </a:ext>
            </a:extLst>
          </p:cNvPr>
          <p:cNvCxnSpPr>
            <a:cxnSpLocks/>
          </p:cNvCxnSpPr>
          <p:nvPr/>
        </p:nvCxnSpPr>
        <p:spPr>
          <a:xfrm flipH="1">
            <a:off x="4487952" y="2325916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2" name="直接连接符 171">
            <a:extLst>
              <a:ext uri="{FF2B5EF4-FFF2-40B4-BE49-F238E27FC236}">
                <a16:creationId xmlns:a16="http://schemas.microsoft.com/office/drawing/2014/main" id="{5B12E678-98BA-47CD-9294-B32DD9221FDA}"/>
              </a:ext>
            </a:extLst>
          </p:cNvPr>
          <p:cNvCxnSpPr>
            <a:cxnSpLocks/>
          </p:cNvCxnSpPr>
          <p:nvPr/>
        </p:nvCxnSpPr>
        <p:spPr>
          <a:xfrm>
            <a:off x="4913241" y="2325917"/>
            <a:ext cx="97324" cy="32638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A3C9A0A3-1EF8-4592-AFD5-F31B7575D553}"/>
              </a:ext>
            </a:extLst>
          </p:cNvPr>
          <p:cNvCxnSpPr>
            <a:cxnSpLocks/>
          </p:cNvCxnSpPr>
          <p:nvPr/>
        </p:nvCxnSpPr>
        <p:spPr>
          <a:xfrm>
            <a:off x="4901918" y="2328554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>
            <a:extLst>
              <a:ext uri="{FF2B5EF4-FFF2-40B4-BE49-F238E27FC236}">
                <a16:creationId xmlns:a16="http://schemas.microsoft.com/office/drawing/2014/main" id="{139D28EC-2A77-4062-84E3-236F51AA0F54}"/>
              </a:ext>
            </a:extLst>
          </p:cNvPr>
          <p:cNvCxnSpPr>
            <a:cxnSpLocks/>
          </p:cNvCxnSpPr>
          <p:nvPr/>
        </p:nvCxnSpPr>
        <p:spPr>
          <a:xfrm>
            <a:off x="4913242" y="2325915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>
            <a:extLst>
              <a:ext uri="{FF2B5EF4-FFF2-40B4-BE49-F238E27FC236}">
                <a16:creationId xmlns:a16="http://schemas.microsoft.com/office/drawing/2014/main" id="{C08C5F97-6658-4117-844A-316221E23F93}"/>
              </a:ext>
            </a:extLst>
          </p:cNvPr>
          <p:cNvCxnSpPr>
            <a:cxnSpLocks/>
            <a:stCxn id="181" idx="2"/>
          </p:cNvCxnSpPr>
          <p:nvPr/>
        </p:nvCxnSpPr>
        <p:spPr>
          <a:xfrm>
            <a:off x="5551638" y="2305253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76" name="图形 175">
            <a:extLst>
              <a:ext uri="{FF2B5EF4-FFF2-40B4-BE49-F238E27FC236}">
                <a16:creationId xmlns:a16="http://schemas.microsoft.com/office/drawing/2014/main" id="{F9E9F27E-241D-49D7-9703-AF1052333A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85194" y="1939138"/>
            <a:ext cx="359938" cy="359938"/>
          </a:xfrm>
          <a:prstGeom prst="rect">
            <a:avLst/>
          </a:prstGeom>
        </p:spPr>
      </p:pic>
      <p:pic>
        <p:nvPicPr>
          <p:cNvPr id="177" name="图形 176">
            <a:extLst>
              <a:ext uri="{FF2B5EF4-FFF2-40B4-BE49-F238E27FC236}">
                <a16:creationId xmlns:a16="http://schemas.microsoft.com/office/drawing/2014/main" id="{7E612C75-083D-4A68-AA11-5A5D27CC24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8064" y="1939196"/>
            <a:ext cx="357763" cy="357763"/>
          </a:xfrm>
          <a:prstGeom prst="rect">
            <a:avLst/>
          </a:prstGeom>
        </p:spPr>
      </p:pic>
      <p:pic>
        <p:nvPicPr>
          <p:cNvPr id="178" name="图形 177">
            <a:extLst>
              <a:ext uri="{FF2B5EF4-FFF2-40B4-BE49-F238E27FC236}">
                <a16:creationId xmlns:a16="http://schemas.microsoft.com/office/drawing/2014/main" id="{6802EA93-0A95-4A26-89C8-B4B828FCD6B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915316" y="2590204"/>
            <a:ext cx="369944" cy="369944"/>
          </a:xfrm>
          <a:prstGeom prst="rect">
            <a:avLst/>
          </a:prstGeom>
        </p:spPr>
      </p:pic>
      <p:pic>
        <p:nvPicPr>
          <p:cNvPr id="179" name="图形 178">
            <a:extLst>
              <a:ext uri="{FF2B5EF4-FFF2-40B4-BE49-F238E27FC236}">
                <a16:creationId xmlns:a16="http://schemas.microsoft.com/office/drawing/2014/main" id="{B5D9D2E4-C444-4DF8-8B72-9B91DA1C588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315347" y="2580260"/>
            <a:ext cx="341725" cy="341725"/>
          </a:xfrm>
          <a:prstGeom prst="rect">
            <a:avLst/>
          </a:prstGeom>
        </p:spPr>
      </p:pic>
      <p:pic>
        <p:nvPicPr>
          <p:cNvPr id="180" name="图形 179">
            <a:extLst>
              <a:ext uri="{FF2B5EF4-FFF2-40B4-BE49-F238E27FC236}">
                <a16:creationId xmlns:a16="http://schemas.microsoft.com/office/drawing/2014/main" id="{36F6E60B-7829-4F80-B5E7-9BBE28875A2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614848" y="2602065"/>
            <a:ext cx="329461" cy="329461"/>
          </a:xfrm>
          <a:prstGeom prst="rect">
            <a:avLst/>
          </a:prstGeom>
        </p:spPr>
      </p:pic>
      <p:pic>
        <p:nvPicPr>
          <p:cNvPr id="181" name="图形 180">
            <a:extLst>
              <a:ext uri="{FF2B5EF4-FFF2-40B4-BE49-F238E27FC236}">
                <a16:creationId xmlns:a16="http://schemas.microsoft.com/office/drawing/2014/main" id="{6C461035-C056-4D9C-AAF9-C13024338B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68946" y="1939887"/>
            <a:ext cx="365379" cy="365379"/>
          </a:xfrm>
          <a:prstGeom prst="rect">
            <a:avLst/>
          </a:prstGeom>
        </p:spPr>
      </p:pic>
      <p:cxnSp>
        <p:nvCxnSpPr>
          <p:cNvPr id="182" name="直接连接符 181">
            <a:extLst>
              <a:ext uri="{FF2B5EF4-FFF2-40B4-BE49-F238E27FC236}">
                <a16:creationId xmlns:a16="http://schemas.microsoft.com/office/drawing/2014/main" id="{D227A34D-3EDE-45CA-A39C-27FE08D7D27C}"/>
              </a:ext>
            </a:extLst>
          </p:cNvPr>
          <p:cNvCxnSpPr>
            <a:cxnSpLocks/>
          </p:cNvCxnSpPr>
          <p:nvPr/>
        </p:nvCxnSpPr>
        <p:spPr>
          <a:xfrm>
            <a:off x="4437502" y="2107472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E4DC5EB0-C64C-4A74-B8B4-EFF491E6B3FA}"/>
                  </a:ext>
                </a:extLst>
              </p:cNvPr>
              <p:cNvSpPr txBox="1"/>
              <p:nvPr/>
            </p:nvSpPr>
            <p:spPr>
              <a:xfrm>
                <a:off x="5739722" y="1914497"/>
                <a:ext cx="315383" cy="299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E4DC5EB0-C64C-4A74-B8B4-EFF491E6B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722" y="1914497"/>
                <a:ext cx="315383" cy="29931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" name="文本框 183">
            <a:extLst>
              <a:ext uri="{FF2B5EF4-FFF2-40B4-BE49-F238E27FC236}">
                <a16:creationId xmlns:a16="http://schemas.microsoft.com/office/drawing/2014/main" id="{6F909318-F12B-49C5-8A9E-27EA11919312}"/>
              </a:ext>
            </a:extLst>
          </p:cNvPr>
          <p:cNvSpPr txBox="1"/>
          <p:nvPr/>
        </p:nvSpPr>
        <p:spPr>
          <a:xfrm rot="19578038">
            <a:off x="4611224" y="2243701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8BF0F036-9144-4458-A2D2-C5B8E2983DCB}"/>
              </a:ext>
            </a:extLst>
          </p:cNvPr>
          <p:cNvSpPr txBox="1"/>
          <p:nvPr/>
        </p:nvSpPr>
        <p:spPr>
          <a:xfrm rot="18139359">
            <a:off x="3994917" y="2322426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5454F7F4-0A21-4502-B2A1-C631B16DABE8}"/>
              </a:ext>
            </a:extLst>
          </p:cNvPr>
          <p:cNvSpPr txBox="1"/>
          <p:nvPr/>
        </p:nvSpPr>
        <p:spPr>
          <a:xfrm rot="3187128">
            <a:off x="4172375" y="2424468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DAA5E8B8-9AC5-414F-A4FA-73228137EB07}"/>
              </a:ext>
            </a:extLst>
          </p:cNvPr>
          <p:cNvSpPr txBox="1"/>
          <p:nvPr/>
        </p:nvSpPr>
        <p:spPr>
          <a:xfrm rot="1783072">
            <a:off x="4345165" y="2280586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文本框 187">
            <a:extLst>
              <a:ext uri="{FF2B5EF4-FFF2-40B4-BE49-F238E27FC236}">
                <a16:creationId xmlns:a16="http://schemas.microsoft.com/office/drawing/2014/main" id="{54B794B5-781B-4EF0-8795-26BE76A1424C}"/>
              </a:ext>
            </a:extLst>
          </p:cNvPr>
          <p:cNvSpPr txBox="1"/>
          <p:nvPr/>
        </p:nvSpPr>
        <p:spPr>
          <a:xfrm rot="215747">
            <a:off x="4796635" y="2384611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74049A48-36A4-4830-9175-7EFB969D3740}"/>
              </a:ext>
            </a:extLst>
          </p:cNvPr>
          <p:cNvSpPr txBox="1"/>
          <p:nvPr/>
        </p:nvSpPr>
        <p:spPr>
          <a:xfrm rot="1736926">
            <a:off x="5013631" y="2403454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AE6A12F8-989B-4F51-856C-FF7F0494FCF1}"/>
              </a:ext>
            </a:extLst>
          </p:cNvPr>
          <p:cNvSpPr txBox="1"/>
          <p:nvPr/>
        </p:nvSpPr>
        <p:spPr>
          <a:xfrm rot="832048">
            <a:off x="5245752" y="2289151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AD6EEF6F-439C-4748-831B-C929E960ABAF}"/>
              </a:ext>
            </a:extLst>
          </p:cNvPr>
          <p:cNvSpPr txBox="1"/>
          <p:nvPr/>
        </p:nvSpPr>
        <p:spPr>
          <a:xfrm rot="3243918">
            <a:off x="5645087" y="2320468"/>
            <a:ext cx="2055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C4C400F6-6334-4A85-A80F-554A8F23C289}"/>
              </a:ext>
            </a:extLst>
          </p:cNvPr>
          <p:cNvSpPr txBox="1"/>
          <p:nvPr/>
        </p:nvSpPr>
        <p:spPr>
          <a:xfrm>
            <a:off x="3813482" y="1096296"/>
            <a:ext cx="2725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Intra-Behavior Weighting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0" name="矩形: 圆角 219">
            <a:extLst>
              <a:ext uri="{FF2B5EF4-FFF2-40B4-BE49-F238E27FC236}">
                <a16:creationId xmlns:a16="http://schemas.microsoft.com/office/drawing/2014/main" id="{454F20FD-F49B-4E10-9325-D3B34C7EA8D5}"/>
              </a:ext>
            </a:extLst>
          </p:cNvPr>
          <p:cNvSpPr/>
          <p:nvPr/>
        </p:nvSpPr>
        <p:spPr>
          <a:xfrm>
            <a:off x="4010391" y="3432254"/>
            <a:ext cx="2271450" cy="1215817"/>
          </a:xfrm>
          <a:prstGeom prst="roundRect">
            <a:avLst>
              <a:gd name="adj" fmla="val 9114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883A739F-98BE-4234-9597-57B95681CCFC}"/>
              </a:ext>
            </a:extLst>
          </p:cNvPr>
          <p:cNvCxnSpPr>
            <a:cxnSpLocks/>
            <a:stCxn id="228" idx="2"/>
            <a:endCxn id="233" idx="0"/>
          </p:cNvCxnSpPr>
          <p:nvPr/>
        </p:nvCxnSpPr>
        <p:spPr>
          <a:xfrm flipH="1">
            <a:off x="4262701" y="3819784"/>
            <a:ext cx="195322" cy="4156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2" name="直接连接符 221">
            <a:extLst>
              <a:ext uri="{FF2B5EF4-FFF2-40B4-BE49-F238E27FC236}">
                <a16:creationId xmlns:a16="http://schemas.microsoft.com/office/drawing/2014/main" id="{5D3FACE6-28ED-4DD0-8B21-945A1FD18F02}"/>
              </a:ext>
            </a:extLst>
          </p:cNvPr>
          <p:cNvCxnSpPr>
            <a:cxnSpLocks/>
            <a:endCxn id="234" idx="0"/>
          </p:cNvCxnSpPr>
          <p:nvPr/>
        </p:nvCxnSpPr>
        <p:spPr>
          <a:xfrm>
            <a:off x="4459458" y="3831954"/>
            <a:ext cx="232015" cy="41194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3" name="直接连接符 222">
            <a:extLst>
              <a:ext uri="{FF2B5EF4-FFF2-40B4-BE49-F238E27FC236}">
                <a16:creationId xmlns:a16="http://schemas.microsoft.com/office/drawing/2014/main" id="{914FE0CB-4FBA-41A9-A577-CC2369B0A5AC}"/>
              </a:ext>
            </a:extLst>
          </p:cNvPr>
          <p:cNvCxnSpPr>
            <a:cxnSpLocks/>
            <a:stCxn id="229" idx="2"/>
            <a:endCxn id="234" idx="0"/>
          </p:cNvCxnSpPr>
          <p:nvPr/>
        </p:nvCxnSpPr>
        <p:spPr>
          <a:xfrm flipH="1">
            <a:off x="4691473" y="3817658"/>
            <a:ext cx="428331" cy="42624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4" name="直接连接符 223">
            <a:extLst>
              <a:ext uri="{FF2B5EF4-FFF2-40B4-BE49-F238E27FC236}">
                <a16:creationId xmlns:a16="http://schemas.microsoft.com/office/drawing/2014/main" id="{645385C5-5443-4619-9BEF-2C5980682661}"/>
              </a:ext>
            </a:extLst>
          </p:cNvPr>
          <p:cNvCxnSpPr>
            <a:cxnSpLocks/>
          </p:cNvCxnSpPr>
          <p:nvPr/>
        </p:nvCxnSpPr>
        <p:spPr>
          <a:xfrm>
            <a:off x="5125058" y="3829561"/>
            <a:ext cx="46555" cy="45570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5" name="直接连接符 224">
            <a:extLst>
              <a:ext uri="{FF2B5EF4-FFF2-40B4-BE49-F238E27FC236}">
                <a16:creationId xmlns:a16="http://schemas.microsoft.com/office/drawing/2014/main" id="{6123736A-1DFD-47BD-BDB7-F5DD5C003237}"/>
              </a:ext>
            </a:extLst>
          </p:cNvPr>
          <p:cNvCxnSpPr>
            <a:cxnSpLocks/>
          </p:cNvCxnSpPr>
          <p:nvPr/>
        </p:nvCxnSpPr>
        <p:spPr>
          <a:xfrm>
            <a:off x="5128591" y="3827782"/>
            <a:ext cx="358973" cy="45726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6" name="直接连接符 225">
            <a:extLst>
              <a:ext uri="{FF2B5EF4-FFF2-40B4-BE49-F238E27FC236}">
                <a16:creationId xmlns:a16="http://schemas.microsoft.com/office/drawing/2014/main" id="{75460285-86D6-49F8-8F2E-60C1C7FB6E85}"/>
              </a:ext>
            </a:extLst>
          </p:cNvPr>
          <p:cNvCxnSpPr>
            <a:cxnSpLocks/>
            <a:stCxn id="229" idx="2"/>
            <a:endCxn id="235" idx="0"/>
          </p:cNvCxnSpPr>
          <p:nvPr/>
        </p:nvCxnSpPr>
        <p:spPr>
          <a:xfrm>
            <a:off x="5119805" y="3817657"/>
            <a:ext cx="837173" cy="42722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7" name="文本框 226">
            <a:extLst>
              <a:ext uri="{FF2B5EF4-FFF2-40B4-BE49-F238E27FC236}">
                <a16:creationId xmlns:a16="http://schemas.microsoft.com/office/drawing/2014/main" id="{546E7071-F2EF-46D2-97FE-5D6980F7A8A6}"/>
              </a:ext>
            </a:extLst>
          </p:cNvPr>
          <p:cNvSpPr txBox="1"/>
          <p:nvPr/>
        </p:nvSpPr>
        <p:spPr>
          <a:xfrm>
            <a:off x="4082695" y="3146265"/>
            <a:ext cx="2108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Inter-Behavior Weighting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28" name="图形 227">
            <a:extLst>
              <a:ext uri="{FF2B5EF4-FFF2-40B4-BE49-F238E27FC236}">
                <a16:creationId xmlns:a16="http://schemas.microsoft.com/office/drawing/2014/main" id="{CCD71C90-C513-4E2E-9DC1-9D5B31D2A0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78053" y="3459849"/>
            <a:ext cx="359938" cy="359938"/>
          </a:xfrm>
          <a:prstGeom prst="rect">
            <a:avLst/>
          </a:prstGeom>
        </p:spPr>
      </p:pic>
      <p:pic>
        <p:nvPicPr>
          <p:cNvPr id="229" name="图形 228">
            <a:extLst>
              <a:ext uri="{FF2B5EF4-FFF2-40B4-BE49-F238E27FC236}">
                <a16:creationId xmlns:a16="http://schemas.microsoft.com/office/drawing/2014/main" id="{91C7FA9F-1ABF-40FC-8A2C-FD0C2FE56B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40921" y="3459906"/>
            <a:ext cx="357763" cy="357763"/>
          </a:xfrm>
          <a:prstGeom prst="rect">
            <a:avLst/>
          </a:prstGeom>
        </p:spPr>
      </p:pic>
      <p:pic>
        <p:nvPicPr>
          <p:cNvPr id="230" name="图形 229">
            <a:extLst>
              <a:ext uri="{FF2B5EF4-FFF2-40B4-BE49-F238E27FC236}">
                <a16:creationId xmlns:a16="http://schemas.microsoft.com/office/drawing/2014/main" id="{C53FA081-84D6-437E-B5C0-E7A09AD06A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61805" y="3460597"/>
            <a:ext cx="365379" cy="365379"/>
          </a:xfrm>
          <a:prstGeom prst="rect">
            <a:avLst/>
          </a:prstGeom>
        </p:spPr>
      </p:pic>
      <p:pic>
        <p:nvPicPr>
          <p:cNvPr id="231" name="图形 230">
            <a:extLst>
              <a:ext uri="{FF2B5EF4-FFF2-40B4-BE49-F238E27FC236}">
                <a16:creationId xmlns:a16="http://schemas.microsoft.com/office/drawing/2014/main" id="{7BECDBF9-B049-4AFA-B7AC-9097E9EFBB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94664" y="4194098"/>
            <a:ext cx="460789" cy="460789"/>
          </a:xfrm>
          <a:prstGeom prst="rect">
            <a:avLst/>
          </a:prstGeom>
        </p:spPr>
      </p:pic>
      <p:pic>
        <p:nvPicPr>
          <p:cNvPr id="232" name="图形 231">
            <a:extLst>
              <a:ext uri="{FF2B5EF4-FFF2-40B4-BE49-F238E27FC236}">
                <a16:creationId xmlns:a16="http://schemas.microsoft.com/office/drawing/2014/main" id="{ED0FAA72-765B-4470-AF6F-F16F985AABC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342627" y="4199432"/>
            <a:ext cx="430225" cy="430225"/>
          </a:xfrm>
          <a:prstGeom prst="rect">
            <a:avLst/>
          </a:prstGeom>
        </p:spPr>
      </p:pic>
      <p:pic>
        <p:nvPicPr>
          <p:cNvPr id="233" name="图形 232">
            <a:extLst>
              <a:ext uri="{FF2B5EF4-FFF2-40B4-BE49-F238E27FC236}">
                <a16:creationId xmlns:a16="http://schemas.microsoft.com/office/drawing/2014/main" id="{0F87C499-7CBA-4788-891B-8C66EB75F7B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077727" y="4235484"/>
            <a:ext cx="369944" cy="369944"/>
          </a:xfrm>
          <a:prstGeom prst="rect">
            <a:avLst/>
          </a:prstGeom>
        </p:spPr>
      </p:pic>
      <p:pic>
        <p:nvPicPr>
          <p:cNvPr id="234" name="图形 233">
            <a:extLst>
              <a:ext uri="{FF2B5EF4-FFF2-40B4-BE49-F238E27FC236}">
                <a16:creationId xmlns:a16="http://schemas.microsoft.com/office/drawing/2014/main" id="{CB9B73A3-1A53-46F4-AC46-5E619E67C17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520611" y="4243912"/>
            <a:ext cx="341725" cy="341725"/>
          </a:xfrm>
          <a:prstGeom prst="rect">
            <a:avLst/>
          </a:prstGeom>
        </p:spPr>
      </p:pic>
      <p:pic>
        <p:nvPicPr>
          <p:cNvPr id="235" name="图形 234">
            <a:extLst>
              <a:ext uri="{FF2B5EF4-FFF2-40B4-BE49-F238E27FC236}">
                <a16:creationId xmlns:a16="http://schemas.microsoft.com/office/drawing/2014/main" id="{5F53839D-B600-4928-A865-97EDBD930A6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792245" y="4244889"/>
            <a:ext cx="329461" cy="329461"/>
          </a:xfrm>
          <a:prstGeom prst="rect">
            <a:avLst/>
          </a:prstGeom>
        </p:spPr>
      </p:pic>
      <p:cxnSp>
        <p:nvCxnSpPr>
          <p:cNvPr id="236" name="直接连接符 235">
            <a:extLst>
              <a:ext uri="{FF2B5EF4-FFF2-40B4-BE49-F238E27FC236}">
                <a16:creationId xmlns:a16="http://schemas.microsoft.com/office/drawing/2014/main" id="{52579A66-B6E2-44BE-AD26-A276C91210F7}"/>
              </a:ext>
            </a:extLst>
          </p:cNvPr>
          <p:cNvCxnSpPr>
            <a:cxnSpLocks/>
            <a:stCxn id="230" idx="2"/>
            <a:endCxn id="235" idx="0"/>
          </p:cNvCxnSpPr>
          <p:nvPr/>
        </p:nvCxnSpPr>
        <p:spPr>
          <a:xfrm>
            <a:off x="5744494" y="3825964"/>
            <a:ext cx="212483" cy="418914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7" name="直接连接符 236">
            <a:extLst>
              <a:ext uri="{FF2B5EF4-FFF2-40B4-BE49-F238E27FC236}">
                <a16:creationId xmlns:a16="http://schemas.microsoft.com/office/drawing/2014/main" id="{6F61F28B-22FF-481A-AF7E-D6038A3F0E9F}"/>
              </a:ext>
            </a:extLst>
          </p:cNvPr>
          <p:cNvCxnSpPr>
            <a:cxnSpLocks/>
          </p:cNvCxnSpPr>
          <p:nvPr/>
        </p:nvCxnSpPr>
        <p:spPr>
          <a:xfrm>
            <a:off x="4452479" y="3822748"/>
            <a:ext cx="604692" cy="45097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9" name="文本框 238">
                <a:extLst>
                  <a:ext uri="{FF2B5EF4-FFF2-40B4-BE49-F238E27FC236}">
                    <a16:creationId xmlns:a16="http://schemas.microsoft.com/office/drawing/2014/main" id="{F10A2EEB-2F91-40C0-B291-6494B99E9083}"/>
                  </a:ext>
                </a:extLst>
              </p:cNvPr>
              <p:cNvSpPr txBox="1"/>
              <p:nvPr/>
            </p:nvSpPr>
            <p:spPr>
              <a:xfrm rot="17876131">
                <a:off x="3782783" y="3926557"/>
                <a:ext cx="886206" cy="234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9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>
                              <a:latin typeface="Cambria Math" panose="02040503050406030204" pitchFamily="18" charset="0"/>
                            </a:rPr>
                            <m:t>𝒊𝒏𝒕𝒆𝒓</m:t>
                          </m:r>
                        </m:sup>
                      </m:sSup>
                      <m:r>
                        <a:rPr lang="en-US" altLang="zh-CN" sz="9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900" b="1" i="1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zh-CN" altLang="en-US" sz="900" b="1" dirty="0"/>
              </a:p>
            </p:txBody>
          </p:sp>
        </mc:Choice>
        <mc:Fallback>
          <p:sp>
            <p:nvSpPr>
              <p:cNvPr id="239" name="文本框 238">
                <a:extLst>
                  <a:ext uri="{FF2B5EF4-FFF2-40B4-BE49-F238E27FC236}">
                    <a16:creationId xmlns:a16="http://schemas.microsoft.com/office/drawing/2014/main" id="{F10A2EEB-2F91-40C0-B291-6494B99E9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876131">
                <a:off x="3782783" y="3926557"/>
                <a:ext cx="886206" cy="23436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0" name="文本框 239">
                <a:extLst>
                  <a:ext uri="{FF2B5EF4-FFF2-40B4-BE49-F238E27FC236}">
                    <a16:creationId xmlns:a16="http://schemas.microsoft.com/office/drawing/2014/main" id="{6DE33076-A61F-4AE8-9507-DE8044CD2882}"/>
                  </a:ext>
                </a:extLst>
              </p:cNvPr>
              <p:cNvSpPr txBox="1"/>
              <p:nvPr/>
            </p:nvSpPr>
            <p:spPr>
              <a:xfrm rot="2278121">
                <a:off x="4315976" y="3846894"/>
                <a:ext cx="854223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900" dirty="0"/>
              </a:p>
            </p:txBody>
          </p:sp>
        </mc:Choice>
        <mc:Fallback>
          <p:sp>
            <p:nvSpPr>
              <p:cNvPr id="240" name="文本框 239">
                <a:extLst>
                  <a:ext uri="{FF2B5EF4-FFF2-40B4-BE49-F238E27FC236}">
                    <a16:creationId xmlns:a16="http://schemas.microsoft.com/office/drawing/2014/main" id="{6DE33076-A61F-4AE8-9507-DE8044CD2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278121">
                <a:off x="4315976" y="3846894"/>
                <a:ext cx="854223" cy="2308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1" name="文本框 240">
            <a:extLst>
              <a:ext uri="{FF2B5EF4-FFF2-40B4-BE49-F238E27FC236}">
                <a16:creationId xmlns:a16="http://schemas.microsoft.com/office/drawing/2014/main" id="{D931A8C2-A4FC-40D3-88D6-FF6DCF19542F}"/>
              </a:ext>
            </a:extLst>
          </p:cNvPr>
          <p:cNvSpPr txBox="1"/>
          <p:nvPr/>
        </p:nvSpPr>
        <p:spPr>
          <a:xfrm rot="18950264">
            <a:off x="4832660" y="3773110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2" name="文本框 241">
            <a:extLst>
              <a:ext uri="{FF2B5EF4-FFF2-40B4-BE49-F238E27FC236}">
                <a16:creationId xmlns:a16="http://schemas.microsoft.com/office/drawing/2014/main" id="{5360B755-F84F-48DD-ACE5-32D2973DB2E0}"/>
              </a:ext>
            </a:extLst>
          </p:cNvPr>
          <p:cNvSpPr txBox="1"/>
          <p:nvPr/>
        </p:nvSpPr>
        <p:spPr>
          <a:xfrm rot="4779640">
            <a:off x="5081194" y="3980369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693F4AE1-FF1D-4503-83B4-B4F8044BE999}"/>
              </a:ext>
            </a:extLst>
          </p:cNvPr>
          <p:cNvSpPr txBox="1"/>
          <p:nvPr/>
        </p:nvSpPr>
        <p:spPr>
          <a:xfrm rot="3015268">
            <a:off x="5283029" y="3925434"/>
            <a:ext cx="2055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4" name="文本框 243">
                <a:extLst>
                  <a:ext uri="{FF2B5EF4-FFF2-40B4-BE49-F238E27FC236}">
                    <a16:creationId xmlns:a16="http://schemas.microsoft.com/office/drawing/2014/main" id="{2D48078A-E3F2-4C43-B9DB-25874AD514A9}"/>
                  </a:ext>
                </a:extLst>
              </p:cNvPr>
              <p:cNvSpPr txBox="1"/>
              <p:nvPr/>
            </p:nvSpPr>
            <p:spPr>
              <a:xfrm rot="3722880">
                <a:off x="4123214" y="4052360"/>
                <a:ext cx="886206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b="1" i="1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900" b="1" dirty="0"/>
              </a:p>
            </p:txBody>
          </p:sp>
        </mc:Choice>
        <mc:Fallback>
          <p:sp>
            <p:nvSpPr>
              <p:cNvPr id="244" name="文本框 243">
                <a:extLst>
                  <a:ext uri="{FF2B5EF4-FFF2-40B4-BE49-F238E27FC236}">
                    <a16:creationId xmlns:a16="http://schemas.microsoft.com/office/drawing/2014/main" id="{2D48078A-E3F2-4C43-B9DB-25874AD51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722880">
                <a:off x="4123214" y="4052360"/>
                <a:ext cx="886206" cy="2308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5" name="文本框 244">
                <a:extLst>
                  <a:ext uri="{FF2B5EF4-FFF2-40B4-BE49-F238E27FC236}">
                    <a16:creationId xmlns:a16="http://schemas.microsoft.com/office/drawing/2014/main" id="{E632D806-D976-4A46-B9EE-F5173559E4DF}"/>
                  </a:ext>
                </a:extLst>
              </p:cNvPr>
              <p:cNvSpPr txBox="1"/>
              <p:nvPr/>
            </p:nvSpPr>
            <p:spPr>
              <a:xfrm rot="1600804">
                <a:off x="5079082" y="3838202"/>
                <a:ext cx="886206" cy="234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>
                              <a:solidFill>
                                <a:srgbClr val="217BB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900" b="1" i="1">
                              <a:solidFill>
                                <a:srgbClr val="217BB7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>
                              <a:solidFill>
                                <a:srgbClr val="217BB7"/>
                              </a:solidFill>
                              <a:latin typeface="Cambria Math" panose="02040503050406030204" pitchFamily="18" charset="0"/>
                            </a:rPr>
                            <m:t>𝒊𝒏𝒕𝒆𝒓</m:t>
                          </m:r>
                        </m:sup>
                      </m:sSup>
                      <m:r>
                        <a:rPr lang="en-US" altLang="zh-CN" sz="900" b="1" i="1">
                          <a:solidFill>
                            <a:srgbClr val="217BB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900" b="1" i="1">
                          <a:solidFill>
                            <a:srgbClr val="217BB7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900" b="1" dirty="0">
                  <a:solidFill>
                    <a:srgbClr val="217BB7"/>
                  </a:solidFill>
                </a:endParaRPr>
              </a:p>
            </p:txBody>
          </p:sp>
        </mc:Choice>
        <mc:Fallback>
          <p:sp>
            <p:nvSpPr>
              <p:cNvPr id="245" name="文本框 244">
                <a:extLst>
                  <a:ext uri="{FF2B5EF4-FFF2-40B4-BE49-F238E27FC236}">
                    <a16:creationId xmlns:a16="http://schemas.microsoft.com/office/drawing/2014/main" id="{E632D806-D976-4A46-B9EE-F5173559E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00804">
                <a:off x="5079082" y="3838202"/>
                <a:ext cx="886206" cy="23436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6" name="文本框 245">
                <a:extLst>
                  <a:ext uri="{FF2B5EF4-FFF2-40B4-BE49-F238E27FC236}">
                    <a16:creationId xmlns:a16="http://schemas.microsoft.com/office/drawing/2014/main" id="{25148181-ECE9-4567-A098-6F4A831364F0}"/>
                  </a:ext>
                </a:extLst>
              </p:cNvPr>
              <p:cNvSpPr txBox="1"/>
              <p:nvPr/>
            </p:nvSpPr>
            <p:spPr>
              <a:xfrm rot="3845669">
                <a:off x="5528291" y="3940222"/>
                <a:ext cx="886206" cy="234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>
                              <a:solidFill>
                                <a:srgbClr val="F4B3B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900" b="1" i="1">
                              <a:solidFill>
                                <a:srgbClr val="F4B3B3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>
                              <a:solidFill>
                                <a:srgbClr val="F4B3B3"/>
                              </a:solidFill>
                              <a:latin typeface="Cambria Math" panose="02040503050406030204" pitchFamily="18" charset="0"/>
                            </a:rPr>
                            <m:t>𝒊𝒏𝒕𝒆𝒓</m:t>
                          </m:r>
                        </m:sup>
                      </m:sSup>
                      <m:r>
                        <a:rPr lang="en-US" altLang="zh-CN" sz="900" b="1" i="1">
                          <a:solidFill>
                            <a:srgbClr val="F4B3B3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zh-CN" altLang="en-US" sz="900" b="1" dirty="0">
                  <a:solidFill>
                    <a:srgbClr val="F4B3B3"/>
                  </a:solidFill>
                </a:endParaRPr>
              </a:p>
            </p:txBody>
          </p:sp>
        </mc:Choice>
        <mc:Fallback>
          <p:sp>
            <p:nvSpPr>
              <p:cNvPr id="246" name="文本框 245">
                <a:extLst>
                  <a:ext uri="{FF2B5EF4-FFF2-40B4-BE49-F238E27FC236}">
                    <a16:creationId xmlns:a16="http://schemas.microsoft.com/office/drawing/2014/main" id="{25148181-ECE9-4567-A098-6F4A83136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845669">
                <a:off x="5528291" y="3940222"/>
                <a:ext cx="886206" cy="23436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7" name="直接连接符 246">
            <a:extLst>
              <a:ext uri="{FF2B5EF4-FFF2-40B4-BE49-F238E27FC236}">
                <a16:creationId xmlns:a16="http://schemas.microsoft.com/office/drawing/2014/main" id="{F51E0A98-6A30-436F-8EC4-4BA16CEEB051}"/>
              </a:ext>
            </a:extLst>
          </p:cNvPr>
          <p:cNvCxnSpPr>
            <a:cxnSpLocks/>
          </p:cNvCxnSpPr>
          <p:nvPr/>
        </p:nvCxnSpPr>
        <p:spPr>
          <a:xfrm flipV="1">
            <a:off x="3771383" y="3149519"/>
            <a:ext cx="2748593" cy="1915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50" name="图形 249">
            <a:extLst>
              <a:ext uri="{FF2B5EF4-FFF2-40B4-BE49-F238E27FC236}">
                <a16:creationId xmlns:a16="http://schemas.microsoft.com/office/drawing/2014/main" id="{4B41EAD8-1A6B-4706-9126-14097C52DB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7841" y="2210799"/>
            <a:ext cx="359938" cy="359938"/>
          </a:xfrm>
          <a:prstGeom prst="rect">
            <a:avLst/>
          </a:prstGeom>
        </p:spPr>
      </p:pic>
      <p:pic>
        <p:nvPicPr>
          <p:cNvPr id="251" name="图形 250">
            <a:extLst>
              <a:ext uri="{FF2B5EF4-FFF2-40B4-BE49-F238E27FC236}">
                <a16:creationId xmlns:a16="http://schemas.microsoft.com/office/drawing/2014/main" id="{D4460BBE-BE57-43F0-A28E-DC79DFB392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96112" y="2211553"/>
            <a:ext cx="357763" cy="357763"/>
          </a:xfrm>
          <a:prstGeom prst="rect">
            <a:avLst/>
          </a:prstGeom>
        </p:spPr>
      </p:pic>
      <p:pic>
        <p:nvPicPr>
          <p:cNvPr id="252" name="图形 251">
            <a:extLst>
              <a:ext uri="{FF2B5EF4-FFF2-40B4-BE49-F238E27FC236}">
                <a16:creationId xmlns:a16="http://schemas.microsoft.com/office/drawing/2014/main" id="{784DE28A-E5F0-4A61-A31E-E5536FAF34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04425" y="2210493"/>
            <a:ext cx="365379" cy="365379"/>
          </a:xfrm>
          <a:prstGeom prst="rect">
            <a:avLst/>
          </a:prstGeom>
        </p:spPr>
      </p:pic>
      <p:cxnSp>
        <p:nvCxnSpPr>
          <p:cNvPr id="253" name="直接连接符 252">
            <a:extLst>
              <a:ext uri="{FF2B5EF4-FFF2-40B4-BE49-F238E27FC236}">
                <a16:creationId xmlns:a16="http://schemas.microsoft.com/office/drawing/2014/main" id="{10F142CD-34BF-4849-8828-88A859BA333E}"/>
              </a:ext>
            </a:extLst>
          </p:cNvPr>
          <p:cNvCxnSpPr>
            <a:cxnSpLocks/>
          </p:cNvCxnSpPr>
          <p:nvPr/>
        </p:nvCxnSpPr>
        <p:spPr>
          <a:xfrm>
            <a:off x="8165330" y="2625605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4" name="矩形: 圆角 253">
            <a:extLst>
              <a:ext uri="{FF2B5EF4-FFF2-40B4-BE49-F238E27FC236}">
                <a16:creationId xmlns:a16="http://schemas.microsoft.com/office/drawing/2014/main" id="{38F7E574-852D-4E1C-9C78-FEE0324105E6}"/>
              </a:ext>
            </a:extLst>
          </p:cNvPr>
          <p:cNvSpPr/>
          <p:nvPr/>
        </p:nvSpPr>
        <p:spPr>
          <a:xfrm>
            <a:off x="7621883" y="1355208"/>
            <a:ext cx="2255537" cy="108503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55" name="直接连接符 254">
            <a:extLst>
              <a:ext uri="{FF2B5EF4-FFF2-40B4-BE49-F238E27FC236}">
                <a16:creationId xmlns:a16="http://schemas.microsoft.com/office/drawing/2014/main" id="{324ADB97-9C30-4BE6-8877-C50118F7D175}"/>
              </a:ext>
            </a:extLst>
          </p:cNvPr>
          <p:cNvCxnSpPr>
            <a:cxnSpLocks/>
          </p:cNvCxnSpPr>
          <p:nvPr/>
        </p:nvCxnSpPr>
        <p:spPr>
          <a:xfrm flipH="1">
            <a:off x="7866487" y="1757462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56" name="图形 255">
            <a:extLst>
              <a:ext uri="{FF2B5EF4-FFF2-40B4-BE49-F238E27FC236}">
                <a16:creationId xmlns:a16="http://schemas.microsoft.com/office/drawing/2014/main" id="{A2707EDC-D877-4C81-A1CF-8F98D57475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07969" y="1987605"/>
            <a:ext cx="460789" cy="460789"/>
          </a:xfrm>
          <a:prstGeom prst="rect">
            <a:avLst/>
          </a:prstGeom>
        </p:spPr>
      </p:pic>
      <p:pic>
        <p:nvPicPr>
          <p:cNvPr id="257" name="图形 256">
            <a:extLst>
              <a:ext uri="{FF2B5EF4-FFF2-40B4-BE49-F238E27FC236}">
                <a16:creationId xmlns:a16="http://schemas.microsoft.com/office/drawing/2014/main" id="{F524E68C-06F5-4C55-B4FB-4E2A062851A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20801" y="1969928"/>
            <a:ext cx="430225" cy="430225"/>
          </a:xfrm>
          <a:prstGeom prst="rect">
            <a:avLst/>
          </a:prstGeom>
        </p:spPr>
      </p:pic>
      <p:cxnSp>
        <p:nvCxnSpPr>
          <p:cNvPr id="258" name="直接连接符 257">
            <a:extLst>
              <a:ext uri="{FF2B5EF4-FFF2-40B4-BE49-F238E27FC236}">
                <a16:creationId xmlns:a16="http://schemas.microsoft.com/office/drawing/2014/main" id="{D938EE9F-8AF6-43F5-98DC-485932EAEF66}"/>
              </a:ext>
            </a:extLst>
          </p:cNvPr>
          <p:cNvCxnSpPr>
            <a:cxnSpLocks/>
          </p:cNvCxnSpPr>
          <p:nvPr/>
        </p:nvCxnSpPr>
        <p:spPr>
          <a:xfrm>
            <a:off x="8056979" y="1757474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9" name="直接连接符 258">
            <a:extLst>
              <a:ext uri="{FF2B5EF4-FFF2-40B4-BE49-F238E27FC236}">
                <a16:creationId xmlns:a16="http://schemas.microsoft.com/office/drawing/2014/main" id="{7606A0A8-00E3-4CE8-8334-0E6F049A0AEB}"/>
              </a:ext>
            </a:extLst>
          </p:cNvPr>
          <p:cNvCxnSpPr>
            <a:cxnSpLocks/>
          </p:cNvCxnSpPr>
          <p:nvPr/>
        </p:nvCxnSpPr>
        <p:spPr>
          <a:xfrm>
            <a:off x="8056994" y="1757461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0" name="直接连接符 259">
            <a:extLst>
              <a:ext uri="{FF2B5EF4-FFF2-40B4-BE49-F238E27FC236}">
                <a16:creationId xmlns:a16="http://schemas.microsoft.com/office/drawing/2014/main" id="{E0B4FE73-C2A1-434D-A67E-D085110C7219}"/>
              </a:ext>
            </a:extLst>
          </p:cNvPr>
          <p:cNvCxnSpPr>
            <a:cxnSpLocks/>
          </p:cNvCxnSpPr>
          <p:nvPr/>
        </p:nvCxnSpPr>
        <p:spPr>
          <a:xfrm flipH="1">
            <a:off x="8276252" y="1769416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1" name="直接连接符 260">
            <a:extLst>
              <a:ext uri="{FF2B5EF4-FFF2-40B4-BE49-F238E27FC236}">
                <a16:creationId xmlns:a16="http://schemas.microsoft.com/office/drawing/2014/main" id="{A61F66AD-6C4B-4408-93BB-33181FF574AB}"/>
              </a:ext>
            </a:extLst>
          </p:cNvPr>
          <p:cNvCxnSpPr>
            <a:cxnSpLocks/>
          </p:cNvCxnSpPr>
          <p:nvPr/>
        </p:nvCxnSpPr>
        <p:spPr>
          <a:xfrm>
            <a:off x="8701542" y="1769417"/>
            <a:ext cx="97324" cy="32638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2" name="直接连接符 261">
            <a:extLst>
              <a:ext uri="{FF2B5EF4-FFF2-40B4-BE49-F238E27FC236}">
                <a16:creationId xmlns:a16="http://schemas.microsoft.com/office/drawing/2014/main" id="{A9F260BF-AE82-43FA-89C1-17A2996E3864}"/>
              </a:ext>
            </a:extLst>
          </p:cNvPr>
          <p:cNvCxnSpPr>
            <a:cxnSpLocks/>
          </p:cNvCxnSpPr>
          <p:nvPr/>
        </p:nvCxnSpPr>
        <p:spPr>
          <a:xfrm>
            <a:off x="8690218" y="1772053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3" name="直接连接符 262">
            <a:extLst>
              <a:ext uri="{FF2B5EF4-FFF2-40B4-BE49-F238E27FC236}">
                <a16:creationId xmlns:a16="http://schemas.microsoft.com/office/drawing/2014/main" id="{1BD80EC9-7F6B-49F2-B537-2174538B4DC4}"/>
              </a:ext>
            </a:extLst>
          </p:cNvPr>
          <p:cNvCxnSpPr>
            <a:cxnSpLocks/>
          </p:cNvCxnSpPr>
          <p:nvPr/>
        </p:nvCxnSpPr>
        <p:spPr>
          <a:xfrm>
            <a:off x="8701543" y="1769414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4" name="直接连接符 263">
            <a:extLst>
              <a:ext uri="{FF2B5EF4-FFF2-40B4-BE49-F238E27FC236}">
                <a16:creationId xmlns:a16="http://schemas.microsoft.com/office/drawing/2014/main" id="{93F76BBC-2551-44CA-88BD-90D22A8D2193}"/>
              </a:ext>
            </a:extLst>
          </p:cNvPr>
          <p:cNvCxnSpPr>
            <a:cxnSpLocks/>
            <a:stCxn id="270" idx="2"/>
          </p:cNvCxnSpPr>
          <p:nvPr/>
        </p:nvCxnSpPr>
        <p:spPr>
          <a:xfrm>
            <a:off x="9339938" y="1748753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65" name="图形 264">
            <a:extLst>
              <a:ext uri="{FF2B5EF4-FFF2-40B4-BE49-F238E27FC236}">
                <a16:creationId xmlns:a16="http://schemas.microsoft.com/office/drawing/2014/main" id="{DDF6ACC9-81A5-480F-A13F-D2BFD5D58E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73496" y="1382640"/>
            <a:ext cx="359938" cy="359938"/>
          </a:xfrm>
          <a:prstGeom prst="rect">
            <a:avLst/>
          </a:prstGeom>
        </p:spPr>
      </p:pic>
      <p:pic>
        <p:nvPicPr>
          <p:cNvPr id="266" name="图形 265">
            <a:extLst>
              <a:ext uri="{FF2B5EF4-FFF2-40B4-BE49-F238E27FC236}">
                <a16:creationId xmlns:a16="http://schemas.microsoft.com/office/drawing/2014/main" id="{BBBFDF7E-CF70-47AC-AFD4-8110150C0D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36364" y="1382697"/>
            <a:ext cx="357763" cy="357763"/>
          </a:xfrm>
          <a:prstGeom prst="rect">
            <a:avLst/>
          </a:prstGeom>
        </p:spPr>
      </p:pic>
      <p:pic>
        <p:nvPicPr>
          <p:cNvPr id="267" name="图形 266">
            <a:extLst>
              <a:ext uri="{FF2B5EF4-FFF2-40B4-BE49-F238E27FC236}">
                <a16:creationId xmlns:a16="http://schemas.microsoft.com/office/drawing/2014/main" id="{4E56F4D5-41C9-40DD-8B54-30E10D91983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703619" y="2033705"/>
            <a:ext cx="369944" cy="369944"/>
          </a:xfrm>
          <a:prstGeom prst="rect">
            <a:avLst/>
          </a:prstGeom>
        </p:spPr>
      </p:pic>
      <p:pic>
        <p:nvPicPr>
          <p:cNvPr id="268" name="图形 267">
            <a:extLst>
              <a:ext uri="{FF2B5EF4-FFF2-40B4-BE49-F238E27FC236}">
                <a16:creationId xmlns:a16="http://schemas.microsoft.com/office/drawing/2014/main" id="{086CE88D-68BF-483B-8E41-1B3C9AE665A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03649" y="2023761"/>
            <a:ext cx="341725" cy="341725"/>
          </a:xfrm>
          <a:prstGeom prst="rect">
            <a:avLst/>
          </a:prstGeom>
        </p:spPr>
      </p:pic>
      <p:pic>
        <p:nvPicPr>
          <p:cNvPr id="269" name="图形 268">
            <a:extLst>
              <a:ext uri="{FF2B5EF4-FFF2-40B4-BE49-F238E27FC236}">
                <a16:creationId xmlns:a16="http://schemas.microsoft.com/office/drawing/2014/main" id="{88087B16-07C4-40D7-B67E-598207416F4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403152" y="2045564"/>
            <a:ext cx="329461" cy="329461"/>
          </a:xfrm>
          <a:prstGeom prst="rect">
            <a:avLst/>
          </a:prstGeom>
        </p:spPr>
      </p:pic>
      <p:pic>
        <p:nvPicPr>
          <p:cNvPr id="270" name="图形 269">
            <a:extLst>
              <a:ext uri="{FF2B5EF4-FFF2-40B4-BE49-F238E27FC236}">
                <a16:creationId xmlns:a16="http://schemas.microsoft.com/office/drawing/2014/main" id="{BB034418-7F40-4189-A232-8375532A15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57248" y="1383387"/>
            <a:ext cx="365379" cy="365379"/>
          </a:xfrm>
          <a:prstGeom prst="rect">
            <a:avLst/>
          </a:prstGeom>
        </p:spPr>
      </p:pic>
      <p:cxnSp>
        <p:nvCxnSpPr>
          <p:cNvPr id="271" name="直接连接符 270">
            <a:extLst>
              <a:ext uri="{FF2B5EF4-FFF2-40B4-BE49-F238E27FC236}">
                <a16:creationId xmlns:a16="http://schemas.microsoft.com/office/drawing/2014/main" id="{5D5A256E-B8F2-4E16-83C4-77C3040FD9E7}"/>
              </a:ext>
            </a:extLst>
          </p:cNvPr>
          <p:cNvCxnSpPr>
            <a:cxnSpLocks/>
          </p:cNvCxnSpPr>
          <p:nvPr/>
        </p:nvCxnSpPr>
        <p:spPr>
          <a:xfrm>
            <a:off x="8225802" y="1550972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2" name="文本框 271">
                <a:extLst>
                  <a:ext uri="{FF2B5EF4-FFF2-40B4-BE49-F238E27FC236}">
                    <a16:creationId xmlns:a16="http://schemas.microsoft.com/office/drawing/2014/main" id="{16B750FD-FB0C-444F-8CDD-642AE6349AD4}"/>
                  </a:ext>
                </a:extLst>
              </p:cNvPr>
              <p:cNvSpPr txBox="1"/>
              <p:nvPr/>
            </p:nvSpPr>
            <p:spPr>
              <a:xfrm>
                <a:off x="9437712" y="1322851"/>
                <a:ext cx="315383" cy="494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  <a:p>
                <a:endParaRPr lang="zh-CN" altLang="en-US" sz="1200" b="1" dirty="0"/>
              </a:p>
            </p:txBody>
          </p:sp>
        </mc:Choice>
        <mc:Fallback>
          <p:sp>
            <p:nvSpPr>
              <p:cNvPr id="272" name="文本框 271">
                <a:extLst>
                  <a:ext uri="{FF2B5EF4-FFF2-40B4-BE49-F238E27FC236}">
                    <a16:creationId xmlns:a16="http://schemas.microsoft.com/office/drawing/2014/main" id="{16B750FD-FB0C-444F-8CDD-642AE6349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7712" y="1322851"/>
                <a:ext cx="315383" cy="494623"/>
              </a:xfrm>
              <a:prstGeom prst="rect">
                <a:avLst/>
              </a:prstGeom>
              <a:blipFill>
                <a:blip r:embed="rId26"/>
                <a:stretch>
                  <a:fillRect r="-48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3" name="文本框 272">
            <a:extLst>
              <a:ext uri="{FF2B5EF4-FFF2-40B4-BE49-F238E27FC236}">
                <a16:creationId xmlns:a16="http://schemas.microsoft.com/office/drawing/2014/main" id="{C1946DE6-1F87-4D33-966F-0491E44A633F}"/>
              </a:ext>
            </a:extLst>
          </p:cNvPr>
          <p:cNvSpPr txBox="1"/>
          <p:nvPr/>
        </p:nvSpPr>
        <p:spPr>
          <a:xfrm rot="19578038">
            <a:off x="8399526" y="1687202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4" name="文本框 273">
            <a:extLst>
              <a:ext uri="{FF2B5EF4-FFF2-40B4-BE49-F238E27FC236}">
                <a16:creationId xmlns:a16="http://schemas.microsoft.com/office/drawing/2014/main" id="{4B6542BC-6868-4146-ACA6-6AE5EDD38A83}"/>
              </a:ext>
            </a:extLst>
          </p:cNvPr>
          <p:cNvSpPr txBox="1"/>
          <p:nvPr/>
        </p:nvSpPr>
        <p:spPr>
          <a:xfrm rot="18139359">
            <a:off x="7783220" y="1765925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5" name="文本框 274">
            <a:extLst>
              <a:ext uri="{FF2B5EF4-FFF2-40B4-BE49-F238E27FC236}">
                <a16:creationId xmlns:a16="http://schemas.microsoft.com/office/drawing/2014/main" id="{DE8DA8E3-CEE5-4764-90F3-CC89F920B701}"/>
              </a:ext>
            </a:extLst>
          </p:cNvPr>
          <p:cNvSpPr txBox="1"/>
          <p:nvPr/>
        </p:nvSpPr>
        <p:spPr>
          <a:xfrm rot="3187128">
            <a:off x="7960676" y="1867969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" name="文本框 275">
            <a:extLst>
              <a:ext uri="{FF2B5EF4-FFF2-40B4-BE49-F238E27FC236}">
                <a16:creationId xmlns:a16="http://schemas.microsoft.com/office/drawing/2014/main" id="{45243A51-AD32-4A4E-A74D-372B4EEEEB00}"/>
              </a:ext>
            </a:extLst>
          </p:cNvPr>
          <p:cNvSpPr txBox="1"/>
          <p:nvPr/>
        </p:nvSpPr>
        <p:spPr>
          <a:xfrm rot="1783072">
            <a:off x="8133466" y="1724087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7" name="文本框 276">
            <a:extLst>
              <a:ext uri="{FF2B5EF4-FFF2-40B4-BE49-F238E27FC236}">
                <a16:creationId xmlns:a16="http://schemas.microsoft.com/office/drawing/2014/main" id="{1D9D3686-513A-4FCA-B944-0EBEFEA57F3E}"/>
              </a:ext>
            </a:extLst>
          </p:cNvPr>
          <p:cNvSpPr txBox="1"/>
          <p:nvPr/>
        </p:nvSpPr>
        <p:spPr>
          <a:xfrm rot="215747">
            <a:off x="8584935" y="1828110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8" name="文本框 277">
            <a:extLst>
              <a:ext uri="{FF2B5EF4-FFF2-40B4-BE49-F238E27FC236}">
                <a16:creationId xmlns:a16="http://schemas.microsoft.com/office/drawing/2014/main" id="{A188122A-B1AD-48D5-8961-C9EE0836CCA3}"/>
              </a:ext>
            </a:extLst>
          </p:cNvPr>
          <p:cNvSpPr txBox="1"/>
          <p:nvPr/>
        </p:nvSpPr>
        <p:spPr>
          <a:xfrm rot="1736926">
            <a:off x="8801931" y="1846953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9" name="文本框 278">
            <a:extLst>
              <a:ext uri="{FF2B5EF4-FFF2-40B4-BE49-F238E27FC236}">
                <a16:creationId xmlns:a16="http://schemas.microsoft.com/office/drawing/2014/main" id="{4DC9A3FD-BF56-402E-8AC2-42A8A5D1E045}"/>
              </a:ext>
            </a:extLst>
          </p:cNvPr>
          <p:cNvSpPr txBox="1"/>
          <p:nvPr/>
        </p:nvSpPr>
        <p:spPr>
          <a:xfrm rot="832048">
            <a:off x="9034051" y="1732650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0" name="文本框 279">
            <a:extLst>
              <a:ext uri="{FF2B5EF4-FFF2-40B4-BE49-F238E27FC236}">
                <a16:creationId xmlns:a16="http://schemas.microsoft.com/office/drawing/2014/main" id="{4E7048AB-000C-4762-8C10-D460A7AB01FE}"/>
              </a:ext>
            </a:extLst>
          </p:cNvPr>
          <p:cNvSpPr txBox="1"/>
          <p:nvPr/>
        </p:nvSpPr>
        <p:spPr>
          <a:xfrm rot="3243918">
            <a:off x="9433390" y="1763969"/>
            <a:ext cx="2055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1" name="矩形: 圆角 280">
            <a:extLst>
              <a:ext uri="{FF2B5EF4-FFF2-40B4-BE49-F238E27FC236}">
                <a16:creationId xmlns:a16="http://schemas.microsoft.com/office/drawing/2014/main" id="{2E5F56FF-BDB3-43F7-9CFD-DC5FEB42B5BE}"/>
              </a:ext>
            </a:extLst>
          </p:cNvPr>
          <p:cNvSpPr/>
          <p:nvPr/>
        </p:nvSpPr>
        <p:spPr>
          <a:xfrm>
            <a:off x="7469368" y="1633215"/>
            <a:ext cx="2255537" cy="108503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82" name="直接连接符 281">
            <a:extLst>
              <a:ext uri="{FF2B5EF4-FFF2-40B4-BE49-F238E27FC236}">
                <a16:creationId xmlns:a16="http://schemas.microsoft.com/office/drawing/2014/main" id="{8FD6ED2D-5F11-4D8A-9B05-E454FBFB8613}"/>
              </a:ext>
            </a:extLst>
          </p:cNvPr>
          <p:cNvCxnSpPr>
            <a:cxnSpLocks/>
          </p:cNvCxnSpPr>
          <p:nvPr/>
        </p:nvCxnSpPr>
        <p:spPr>
          <a:xfrm flipH="1">
            <a:off x="7713972" y="2035467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83" name="图形 282">
            <a:extLst>
              <a:ext uri="{FF2B5EF4-FFF2-40B4-BE49-F238E27FC236}">
                <a16:creationId xmlns:a16="http://schemas.microsoft.com/office/drawing/2014/main" id="{3319291C-183D-497B-ADB7-996F705CF0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55454" y="2265610"/>
            <a:ext cx="460789" cy="460789"/>
          </a:xfrm>
          <a:prstGeom prst="rect">
            <a:avLst/>
          </a:prstGeom>
        </p:spPr>
      </p:pic>
      <p:pic>
        <p:nvPicPr>
          <p:cNvPr id="284" name="图形 283">
            <a:extLst>
              <a:ext uri="{FF2B5EF4-FFF2-40B4-BE49-F238E27FC236}">
                <a16:creationId xmlns:a16="http://schemas.microsoft.com/office/drawing/2014/main" id="{91B14092-D9F2-464E-99DD-78D130843F3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68286" y="2247933"/>
            <a:ext cx="430225" cy="430225"/>
          </a:xfrm>
          <a:prstGeom prst="rect">
            <a:avLst/>
          </a:prstGeom>
        </p:spPr>
      </p:pic>
      <p:cxnSp>
        <p:nvCxnSpPr>
          <p:cNvPr id="285" name="直接连接符 284">
            <a:extLst>
              <a:ext uri="{FF2B5EF4-FFF2-40B4-BE49-F238E27FC236}">
                <a16:creationId xmlns:a16="http://schemas.microsoft.com/office/drawing/2014/main" id="{CB29EE03-46F8-448F-AF80-000A8AF7C091}"/>
              </a:ext>
            </a:extLst>
          </p:cNvPr>
          <p:cNvCxnSpPr>
            <a:cxnSpLocks/>
          </p:cNvCxnSpPr>
          <p:nvPr/>
        </p:nvCxnSpPr>
        <p:spPr>
          <a:xfrm>
            <a:off x="7904464" y="2035480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6" name="直接连接符 285">
            <a:extLst>
              <a:ext uri="{FF2B5EF4-FFF2-40B4-BE49-F238E27FC236}">
                <a16:creationId xmlns:a16="http://schemas.microsoft.com/office/drawing/2014/main" id="{8D49165A-6FDD-48D5-816D-08E5026BF6C8}"/>
              </a:ext>
            </a:extLst>
          </p:cNvPr>
          <p:cNvCxnSpPr>
            <a:cxnSpLocks/>
          </p:cNvCxnSpPr>
          <p:nvPr/>
        </p:nvCxnSpPr>
        <p:spPr>
          <a:xfrm>
            <a:off x="7904479" y="2035467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7" name="直接连接符 286">
            <a:extLst>
              <a:ext uri="{FF2B5EF4-FFF2-40B4-BE49-F238E27FC236}">
                <a16:creationId xmlns:a16="http://schemas.microsoft.com/office/drawing/2014/main" id="{4A745641-34B7-4A35-8CD9-6C4133598BCF}"/>
              </a:ext>
            </a:extLst>
          </p:cNvPr>
          <p:cNvCxnSpPr>
            <a:cxnSpLocks/>
          </p:cNvCxnSpPr>
          <p:nvPr/>
        </p:nvCxnSpPr>
        <p:spPr>
          <a:xfrm flipH="1">
            <a:off x="8123737" y="2047422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8" name="直接连接符 287">
            <a:extLst>
              <a:ext uri="{FF2B5EF4-FFF2-40B4-BE49-F238E27FC236}">
                <a16:creationId xmlns:a16="http://schemas.microsoft.com/office/drawing/2014/main" id="{E69C1869-24AC-4C84-B969-8045B89B969C}"/>
              </a:ext>
            </a:extLst>
          </p:cNvPr>
          <p:cNvCxnSpPr>
            <a:cxnSpLocks/>
          </p:cNvCxnSpPr>
          <p:nvPr/>
        </p:nvCxnSpPr>
        <p:spPr>
          <a:xfrm>
            <a:off x="8549027" y="2047422"/>
            <a:ext cx="97324" cy="32638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9" name="直接连接符 288">
            <a:extLst>
              <a:ext uri="{FF2B5EF4-FFF2-40B4-BE49-F238E27FC236}">
                <a16:creationId xmlns:a16="http://schemas.microsoft.com/office/drawing/2014/main" id="{1320538B-7D75-4B6F-BEF5-F0094FEF65F9}"/>
              </a:ext>
            </a:extLst>
          </p:cNvPr>
          <p:cNvCxnSpPr>
            <a:cxnSpLocks/>
          </p:cNvCxnSpPr>
          <p:nvPr/>
        </p:nvCxnSpPr>
        <p:spPr>
          <a:xfrm>
            <a:off x="8537703" y="2050059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0" name="直接连接符 289">
            <a:extLst>
              <a:ext uri="{FF2B5EF4-FFF2-40B4-BE49-F238E27FC236}">
                <a16:creationId xmlns:a16="http://schemas.microsoft.com/office/drawing/2014/main" id="{6CADE48B-63D0-4095-87E8-5BA0857965FE}"/>
              </a:ext>
            </a:extLst>
          </p:cNvPr>
          <p:cNvCxnSpPr>
            <a:cxnSpLocks/>
          </p:cNvCxnSpPr>
          <p:nvPr/>
        </p:nvCxnSpPr>
        <p:spPr>
          <a:xfrm>
            <a:off x="8549027" y="2047421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1" name="直接连接符 290">
            <a:extLst>
              <a:ext uri="{FF2B5EF4-FFF2-40B4-BE49-F238E27FC236}">
                <a16:creationId xmlns:a16="http://schemas.microsoft.com/office/drawing/2014/main" id="{CC94A2DB-AE85-4D36-9957-DFE0115DB31A}"/>
              </a:ext>
            </a:extLst>
          </p:cNvPr>
          <p:cNvCxnSpPr>
            <a:cxnSpLocks/>
            <a:stCxn id="297" idx="2"/>
          </p:cNvCxnSpPr>
          <p:nvPr/>
        </p:nvCxnSpPr>
        <p:spPr>
          <a:xfrm>
            <a:off x="9187423" y="2026759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92" name="图形 291">
            <a:extLst>
              <a:ext uri="{FF2B5EF4-FFF2-40B4-BE49-F238E27FC236}">
                <a16:creationId xmlns:a16="http://schemas.microsoft.com/office/drawing/2014/main" id="{87D50536-2A8D-409D-8FD9-DC6D1697B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0982" y="1660644"/>
            <a:ext cx="359938" cy="359938"/>
          </a:xfrm>
          <a:prstGeom prst="rect">
            <a:avLst/>
          </a:prstGeom>
        </p:spPr>
      </p:pic>
      <p:pic>
        <p:nvPicPr>
          <p:cNvPr id="293" name="图形 292">
            <a:extLst>
              <a:ext uri="{FF2B5EF4-FFF2-40B4-BE49-F238E27FC236}">
                <a16:creationId xmlns:a16="http://schemas.microsoft.com/office/drawing/2014/main" id="{455909D7-CE3C-4181-A2CC-CB9A174080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3850" y="1660703"/>
            <a:ext cx="357763" cy="357763"/>
          </a:xfrm>
          <a:prstGeom prst="rect">
            <a:avLst/>
          </a:prstGeom>
        </p:spPr>
      </p:pic>
      <p:pic>
        <p:nvPicPr>
          <p:cNvPr id="294" name="图形 293">
            <a:extLst>
              <a:ext uri="{FF2B5EF4-FFF2-40B4-BE49-F238E27FC236}">
                <a16:creationId xmlns:a16="http://schemas.microsoft.com/office/drawing/2014/main" id="{19CF6698-1704-4411-BF78-98749998C6E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551103" y="2311711"/>
            <a:ext cx="369944" cy="369944"/>
          </a:xfrm>
          <a:prstGeom prst="rect">
            <a:avLst/>
          </a:prstGeom>
        </p:spPr>
      </p:pic>
      <p:pic>
        <p:nvPicPr>
          <p:cNvPr id="295" name="图形 294">
            <a:extLst>
              <a:ext uri="{FF2B5EF4-FFF2-40B4-BE49-F238E27FC236}">
                <a16:creationId xmlns:a16="http://schemas.microsoft.com/office/drawing/2014/main" id="{CE29413C-D526-428F-BBA8-1A58DE02B5B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951134" y="2301767"/>
            <a:ext cx="341725" cy="341725"/>
          </a:xfrm>
          <a:prstGeom prst="rect">
            <a:avLst/>
          </a:prstGeom>
        </p:spPr>
      </p:pic>
      <p:pic>
        <p:nvPicPr>
          <p:cNvPr id="296" name="图形 295">
            <a:extLst>
              <a:ext uri="{FF2B5EF4-FFF2-40B4-BE49-F238E27FC236}">
                <a16:creationId xmlns:a16="http://schemas.microsoft.com/office/drawing/2014/main" id="{5C7CF084-8E6D-46EA-A68F-115821CABB1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250636" y="2323570"/>
            <a:ext cx="329461" cy="329461"/>
          </a:xfrm>
          <a:prstGeom prst="rect">
            <a:avLst/>
          </a:prstGeom>
        </p:spPr>
      </p:pic>
      <p:pic>
        <p:nvPicPr>
          <p:cNvPr id="297" name="图形 296">
            <a:extLst>
              <a:ext uri="{FF2B5EF4-FFF2-40B4-BE49-F238E27FC236}">
                <a16:creationId xmlns:a16="http://schemas.microsoft.com/office/drawing/2014/main" id="{B74F0043-CFC2-4B8F-8FFC-72BED667C9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04733" y="1661393"/>
            <a:ext cx="365379" cy="365379"/>
          </a:xfrm>
          <a:prstGeom prst="rect">
            <a:avLst/>
          </a:prstGeom>
        </p:spPr>
      </p:pic>
      <p:cxnSp>
        <p:nvCxnSpPr>
          <p:cNvPr id="298" name="直接连接符 297">
            <a:extLst>
              <a:ext uri="{FF2B5EF4-FFF2-40B4-BE49-F238E27FC236}">
                <a16:creationId xmlns:a16="http://schemas.microsoft.com/office/drawing/2014/main" id="{A8C9A18B-76C1-42B3-8CC2-388A84F45BA9}"/>
              </a:ext>
            </a:extLst>
          </p:cNvPr>
          <p:cNvCxnSpPr>
            <a:cxnSpLocks/>
          </p:cNvCxnSpPr>
          <p:nvPr/>
        </p:nvCxnSpPr>
        <p:spPr>
          <a:xfrm>
            <a:off x="8073287" y="1828978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9" name="文本框 298">
                <a:extLst>
                  <a:ext uri="{FF2B5EF4-FFF2-40B4-BE49-F238E27FC236}">
                    <a16:creationId xmlns:a16="http://schemas.microsoft.com/office/drawing/2014/main" id="{93953D0A-2F5E-474E-8B80-0B1E98664A55}"/>
                  </a:ext>
                </a:extLst>
              </p:cNvPr>
              <p:cNvSpPr txBox="1"/>
              <p:nvPr/>
            </p:nvSpPr>
            <p:spPr>
              <a:xfrm>
                <a:off x="9292646" y="1596338"/>
                <a:ext cx="315383" cy="494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  <a:p>
                <a:endParaRPr lang="zh-CN" altLang="en-US" sz="1200" b="1" dirty="0"/>
              </a:p>
            </p:txBody>
          </p:sp>
        </mc:Choice>
        <mc:Fallback>
          <p:sp>
            <p:nvSpPr>
              <p:cNvPr id="299" name="文本框 298">
                <a:extLst>
                  <a:ext uri="{FF2B5EF4-FFF2-40B4-BE49-F238E27FC236}">
                    <a16:creationId xmlns:a16="http://schemas.microsoft.com/office/drawing/2014/main" id="{93953D0A-2F5E-474E-8B80-0B1E98664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2646" y="1596338"/>
                <a:ext cx="315383" cy="494623"/>
              </a:xfrm>
              <a:prstGeom prst="rect">
                <a:avLst/>
              </a:prstGeom>
              <a:blipFill>
                <a:blip r:embed="rId27"/>
                <a:stretch>
                  <a:fillRect r="-44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0" name="文本框 299">
            <a:extLst>
              <a:ext uri="{FF2B5EF4-FFF2-40B4-BE49-F238E27FC236}">
                <a16:creationId xmlns:a16="http://schemas.microsoft.com/office/drawing/2014/main" id="{6E6BDED5-4D9F-4E8C-A77C-ACD5CBA9652B}"/>
              </a:ext>
            </a:extLst>
          </p:cNvPr>
          <p:cNvSpPr txBox="1"/>
          <p:nvPr/>
        </p:nvSpPr>
        <p:spPr>
          <a:xfrm rot="19578038">
            <a:off x="8247012" y="1965208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1" name="文本框 300">
            <a:extLst>
              <a:ext uri="{FF2B5EF4-FFF2-40B4-BE49-F238E27FC236}">
                <a16:creationId xmlns:a16="http://schemas.microsoft.com/office/drawing/2014/main" id="{6918A737-4B30-4E1B-B138-90ACF0C3D7B9}"/>
              </a:ext>
            </a:extLst>
          </p:cNvPr>
          <p:cNvSpPr txBox="1"/>
          <p:nvPr/>
        </p:nvSpPr>
        <p:spPr>
          <a:xfrm rot="18139359">
            <a:off x="7630704" y="2043931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2" name="文本框 301">
            <a:extLst>
              <a:ext uri="{FF2B5EF4-FFF2-40B4-BE49-F238E27FC236}">
                <a16:creationId xmlns:a16="http://schemas.microsoft.com/office/drawing/2014/main" id="{ACBC24CA-25AB-4470-B2D5-27098BED0103}"/>
              </a:ext>
            </a:extLst>
          </p:cNvPr>
          <p:cNvSpPr txBox="1"/>
          <p:nvPr/>
        </p:nvSpPr>
        <p:spPr>
          <a:xfrm rot="3187128">
            <a:off x="7808161" y="2145975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3" name="文本框 302">
            <a:extLst>
              <a:ext uri="{FF2B5EF4-FFF2-40B4-BE49-F238E27FC236}">
                <a16:creationId xmlns:a16="http://schemas.microsoft.com/office/drawing/2014/main" id="{384918C5-157D-42FB-AA66-5C7C90686ED7}"/>
              </a:ext>
            </a:extLst>
          </p:cNvPr>
          <p:cNvSpPr txBox="1"/>
          <p:nvPr/>
        </p:nvSpPr>
        <p:spPr>
          <a:xfrm rot="1783072">
            <a:off x="7980951" y="2002093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4" name="文本框 303">
            <a:extLst>
              <a:ext uri="{FF2B5EF4-FFF2-40B4-BE49-F238E27FC236}">
                <a16:creationId xmlns:a16="http://schemas.microsoft.com/office/drawing/2014/main" id="{5860F97D-BECB-46C6-9FA8-CF26F95BE968}"/>
              </a:ext>
            </a:extLst>
          </p:cNvPr>
          <p:cNvSpPr txBox="1"/>
          <p:nvPr/>
        </p:nvSpPr>
        <p:spPr>
          <a:xfrm rot="215747">
            <a:off x="8432421" y="2106117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5" name="文本框 304">
            <a:extLst>
              <a:ext uri="{FF2B5EF4-FFF2-40B4-BE49-F238E27FC236}">
                <a16:creationId xmlns:a16="http://schemas.microsoft.com/office/drawing/2014/main" id="{709A6842-26B9-490E-9F08-FDDD0A11E202}"/>
              </a:ext>
            </a:extLst>
          </p:cNvPr>
          <p:cNvSpPr txBox="1"/>
          <p:nvPr/>
        </p:nvSpPr>
        <p:spPr>
          <a:xfrm rot="1736926">
            <a:off x="8649416" y="2124959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6" name="文本框 305">
            <a:extLst>
              <a:ext uri="{FF2B5EF4-FFF2-40B4-BE49-F238E27FC236}">
                <a16:creationId xmlns:a16="http://schemas.microsoft.com/office/drawing/2014/main" id="{8048E724-B395-4513-A171-C0D4CC2FEF73}"/>
              </a:ext>
            </a:extLst>
          </p:cNvPr>
          <p:cNvSpPr txBox="1"/>
          <p:nvPr/>
        </p:nvSpPr>
        <p:spPr>
          <a:xfrm rot="832048">
            <a:off x="8881536" y="2010656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" name="文本框 306">
            <a:extLst>
              <a:ext uri="{FF2B5EF4-FFF2-40B4-BE49-F238E27FC236}">
                <a16:creationId xmlns:a16="http://schemas.microsoft.com/office/drawing/2014/main" id="{0DFED0D7-84AE-403E-BF89-BFC725A2949A}"/>
              </a:ext>
            </a:extLst>
          </p:cNvPr>
          <p:cNvSpPr txBox="1"/>
          <p:nvPr/>
        </p:nvSpPr>
        <p:spPr>
          <a:xfrm rot="3243918">
            <a:off x="9280875" y="2041975"/>
            <a:ext cx="2055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8" name="矩形: 圆角 307">
            <a:extLst>
              <a:ext uri="{FF2B5EF4-FFF2-40B4-BE49-F238E27FC236}">
                <a16:creationId xmlns:a16="http://schemas.microsoft.com/office/drawing/2014/main" id="{BA6D645E-10BE-418B-9B9B-C64CADB39850}"/>
              </a:ext>
            </a:extLst>
          </p:cNvPr>
          <p:cNvSpPr/>
          <p:nvPr/>
        </p:nvSpPr>
        <p:spPr>
          <a:xfrm>
            <a:off x="7273749" y="1879628"/>
            <a:ext cx="2255537" cy="108503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09" name="直接连接符 308">
            <a:extLst>
              <a:ext uri="{FF2B5EF4-FFF2-40B4-BE49-F238E27FC236}">
                <a16:creationId xmlns:a16="http://schemas.microsoft.com/office/drawing/2014/main" id="{CE8B0EF8-FF03-41B7-9399-3E2A5D34508C}"/>
              </a:ext>
            </a:extLst>
          </p:cNvPr>
          <p:cNvCxnSpPr>
            <a:cxnSpLocks/>
          </p:cNvCxnSpPr>
          <p:nvPr/>
        </p:nvCxnSpPr>
        <p:spPr>
          <a:xfrm flipH="1">
            <a:off x="7518352" y="2281883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10" name="图形 309">
            <a:extLst>
              <a:ext uri="{FF2B5EF4-FFF2-40B4-BE49-F238E27FC236}">
                <a16:creationId xmlns:a16="http://schemas.microsoft.com/office/drawing/2014/main" id="{1CE68439-A001-4923-8F92-900CEEE0E07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59833" y="2512026"/>
            <a:ext cx="460789" cy="460789"/>
          </a:xfrm>
          <a:prstGeom prst="rect">
            <a:avLst/>
          </a:prstGeom>
        </p:spPr>
      </p:pic>
      <p:pic>
        <p:nvPicPr>
          <p:cNvPr id="311" name="图形 310">
            <a:extLst>
              <a:ext uri="{FF2B5EF4-FFF2-40B4-BE49-F238E27FC236}">
                <a16:creationId xmlns:a16="http://schemas.microsoft.com/office/drawing/2014/main" id="{FDCB2CDB-7C67-4162-9962-BF5A3E0031B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72667" y="2494349"/>
            <a:ext cx="430225" cy="430225"/>
          </a:xfrm>
          <a:prstGeom prst="rect">
            <a:avLst/>
          </a:prstGeom>
        </p:spPr>
      </p:pic>
      <p:cxnSp>
        <p:nvCxnSpPr>
          <p:cNvPr id="312" name="直接连接符 311">
            <a:extLst>
              <a:ext uri="{FF2B5EF4-FFF2-40B4-BE49-F238E27FC236}">
                <a16:creationId xmlns:a16="http://schemas.microsoft.com/office/drawing/2014/main" id="{E7134B2B-3B75-41D6-94C9-347893C47B54}"/>
              </a:ext>
            </a:extLst>
          </p:cNvPr>
          <p:cNvCxnSpPr>
            <a:cxnSpLocks/>
          </p:cNvCxnSpPr>
          <p:nvPr/>
        </p:nvCxnSpPr>
        <p:spPr>
          <a:xfrm>
            <a:off x="7708845" y="2281895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3" name="直接连接符 312">
            <a:extLst>
              <a:ext uri="{FF2B5EF4-FFF2-40B4-BE49-F238E27FC236}">
                <a16:creationId xmlns:a16="http://schemas.microsoft.com/office/drawing/2014/main" id="{FBB3CA07-B22E-4D67-8CE1-CD9AC17669BA}"/>
              </a:ext>
            </a:extLst>
          </p:cNvPr>
          <p:cNvCxnSpPr>
            <a:cxnSpLocks/>
          </p:cNvCxnSpPr>
          <p:nvPr/>
        </p:nvCxnSpPr>
        <p:spPr>
          <a:xfrm>
            <a:off x="7708859" y="2281882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4" name="直接连接符 313">
            <a:extLst>
              <a:ext uri="{FF2B5EF4-FFF2-40B4-BE49-F238E27FC236}">
                <a16:creationId xmlns:a16="http://schemas.microsoft.com/office/drawing/2014/main" id="{2F768344-76BF-446C-8DAA-34E237094839}"/>
              </a:ext>
            </a:extLst>
          </p:cNvPr>
          <p:cNvCxnSpPr>
            <a:cxnSpLocks/>
          </p:cNvCxnSpPr>
          <p:nvPr/>
        </p:nvCxnSpPr>
        <p:spPr>
          <a:xfrm flipH="1">
            <a:off x="7928118" y="2293837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5" name="直接连接符 314">
            <a:extLst>
              <a:ext uri="{FF2B5EF4-FFF2-40B4-BE49-F238E27FC236}">
                <a16:creationId xmlns:a16="http://schemas.microsoft.com/office/drawing/2014/main" id="{49CFADC9-11CE-4A34-8EAF-9CC8236BBF48}"/>
              </a:ext>
            </a:extLst>
          </p:cNvPr>
          <p:cNvCxnSpPr>
            <a:cxnSpLocks/>
          </p:cNvCxnSpPr>
          <p:nvPr/>
        </p:nvCxnSpPr>
        <p:spPr>
          <a:xfrm>
            <a:off x="8353407" y="2293838"/>
            <a:ext cx="97324" cy="32638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6" name="直接连接符 315">
            <a:extLst>
              <a:ext uri="{FF2B5EF4-FFF2-40B4-BE49-F238E27FC236}">
                <a16:creationId xmlns:a16="http://schemas.microsoft.com/office/drawing/2014/main" id="{D6ED64EE-E1BE-4FE5-9031-D67D1BCC10F2}"/>
              </a:ext>
            </a:extLst>
          </p:cNvPr>
          <p:cNvCxnSpPr>
            <a:cxnSpLocks/>
          </p:cNvCxnSpPr>
          <p:nvPr/>
        </p:nvCxnSpPr>
        <p:spPr>
          <a:xfrm>
            <a:off x="8342082" y="2296475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7" name="直接连接符 316">
            <a:extLst>
              <a:ext uri="{FF2B5EF4-FFF2-40B4-BE49-F238E27FC236}">
                <a16:creationId xmlns:a16="http://schemas.microsoft.com/office/drawing/2014/main" id="{C8A0FF95-AA83-4FA8-A05B-0C9D1C07719E}"/>
              </a:ext>
            </a:extLst>
          </p:cNvPr>
          <p:cNvCxnSpPr>
            <a:cxnSpLocks/>
          </p:cNvCxnSpPr>
          <p:nvPr/>
        </p:nvCxnSpPr>
        <p:spPr>
          <a:xfrm>
            <a:off x="8353409" y="2293835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8" name="直接连接符 317">
            <a:extLst>
              <a:ext uri="{FF2B5EF4-FFF2-40B4-BE49-F238E27FC236}">
                <a16:creationId xmlns:a16="http://schemas.microsoft.com/office/drawing/2014/main" id="{62547455-681E-4CED-A0FE-D20089B4B144}"/>
              </a:ext>
            </a:extLst>
          </p:cNvPr>
          <p:cNvCxnSpPr>
            <a:cxnSpLocks/>
            <a:stCxn id="324" idx="2"/>
          </p:cNvCxnSpPr>
          <p:nvPr/>
        </p:nvCxnSpPr>
        <p:spPr>
          <a:xfrm>
            <a:off x="8991802" y="2273174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319" name="图形 318">
            <a:extLst>
              <a:ext uri="{FF2B5EF4-FFF2-40B4-BE49-F238E27FC236}">
                <a16:creationId xmlns:a16="http://schemas.microsoft.com/office/drawing/2014/main" id="{776CF9AA-47A0-4F59-B86E-B5783748BE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5361" y="1907060"/>
            <a:ext cx="359938" cy="359938"/>
          </a:xfrm>
          <a:prstGeom prst="rect">
            <a:avLst/>
          </a:prstGeom>
        </p:spPr>
      </p:pic>
      <p:pic>
        <p:nvPicPr>
          <p:cNvPr id="320" name="图形 319">
            <a:extLst>
              <a:ext uri="{FF2B5EF4-FFF2-40B4-BE49-F238E27FC236}">
                <a16:creationId xmlns:a16="http://schemas.microsoft.com/office/drawing/2014/main" id="{F71E5311-D9CA-42EF-850F-E97472BE07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88230" y="1907118"/>
            <a:ext cx="357763" cy="357763"/>
          </a:xfrm>
          <a:prstGeom prst="rect">
            <a:avLst/>
          </a:prstGeom>
        </p:spPr>
      </p:pic>
      <p:pic>
        <p:nvPicPr>
          <p:cNvPr id="321" name="图形 320">
            <a:extLst>
              <a:ext uri="{FF2B5EF4-FFF2-40B4-BE49-F238E27FC236}">
                <a16:creationId xmlns:a16="http://schemas.microsoft.com/office/drawing/2014/main" id="{972436BA-AD8B-4EF8-A284-C7C617FE757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55482" y="2558126"/>
            <a:ext cx="369944" cy="369944"/>
          </a:xfrm>
          <a:prstGeom prst="rect">
            <a:avLst/>
          </a:prstGeom>
        </p:spPr>
      </p:pic>
      <p:pic>
        <p:nvPicPr>
          <p:cNvPr id="322" name="图形 321">
            <a:extLst>
              <a:ext uri="{FF2B5EF4-FFF2-40B4-BE49-F238E27FC236}">
                <a16:creationId xmlns:a16="http://schemas.microsoft.com/office/drawing/2014/main" id="{E5D494AC-1BC7-47CE-8B85-A30132A97B1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755514" y="2548181"/>
            <a:ext cx="341725" cy="341725"/>
          </a:xfrm>
          <a:prstGeom prst="rect">
            <a:avLst/>
          </a:prstGeom>
        </p:spPr>
      </p:pic>
      <p:pic>
        <p:nvPicPr>
          <p:cNvPr id="323" name="图形 322">
            <a:extLst>
              <a:ext uri="{FF2B5EF4-FFF2-40B4-BE49-F238E27FC236}">
                <a16:creationId xmlns:a16="http://schemas.microsoft.com/office/drawing/2014/main" id="{0E9CBB3D-DEB5-46F1-A0E1-5243C85F080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055015" y="2569985"/>
            <a:ext cx="329461" cy="329461"/>
          </a:xfrm>
          <a:prstGeom prst="rect">
            <a:avLst/>
          </a:prstGeom>
        </p:spPr>
      </p:pic>
      <p:pic>
        <p:nvPicPr>
          <p:cNvPr id="324" name="图形 323">
            <a:extLst>
              <a:ext uri="{FF2B5EF4-FFF2-40B4-BE49-F238E27FC236}">
                <a16:creationId xmlns:a16="http://schemas.microsoft.com/office/drawing/2014/main" id="{55B6D405-C935-4B37-B1D8-76465B0472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09112" y="1907808"/>
            <a:ext cx="365379" cy="365379"/>
          </a:xfrm>
          <a:prstGeom prst="rect">
            <a:avLst/>
          </a:prstGeom>
        </p:spPr>
      </p:pic>
      <p:cxnSp>
        <p:nvCxnSpPr>
          <p:cNvPr id="325" name="直接连接符 324">
            <a:extLst>
              <a:ext uri="{FF2B5EF4-FFF2-40B4-BE49-F238E27FC236}">
                <a16:creationId xmlns:a16="http://schemas.microsoft.com/office/drawing/2014/main" id="{C4F80416-DFD2-411D-B6CF-DC12DFD86E0C}"/>
              </a:ext>
            </a:extLst>
          </p:cNvPr>
          <p:cNvCxnSpPr>
            <a:cxnSpLocks/>
          </p:cNvCxnSpPr>
          <p:nvPr/>
        </p:nvCxnSpPr>
        <p:spPr>
          <a:xfrm>
            <a:off x="7877669" y="2075393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6" name="文本框 325">
                <a:extLst>
                  <a:ext uri="{FF2B5EF4-FFF2-40B4-BE49-F238E27FC236}">
                    <a16:creationId xmlns:a16="http://schemas.microsoft.com/office/drawing/2014/main" id="{DFE9DAC8-9D3D-4C1D-A680-548DD0BCC7D7}"/>
                  </a:ext>
                </a:extLst>
              </p:cNvPr>
              <p:cNvSpPr txBox="1"/>
              <p:nvPr/>
            </p:nvSpPr>
            <p:spPr>
              <a:xfrm>
                <a:off x="9098587" y="1897881"/>
                <a:ext cx="315383" cy="5072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  <a:p>
                <a:endParaRPr lang="zh-CN" altLang="en-US" sz="1200" b="1" dirty="0"/>
              </a:p>
            </p:txBody>
          </p:sp>
        </mc:Choice>
        <mc:Fallback>
          <p:sp>
            <p:nvSpPr>
              <p:cNvPr id="326" name="文本框 325">
                <a:extLst>
                  <a:ext uri="{FF2B5EF4-FFF2-40B4-BE49-F238E27FC236}">
                    <a16:creationId xmlns:a16="http://schemas.microsoft.com/office/drawing/2014/main" id="{DFE9DAC8-9D3D-4C1D-A680-548DD0BCC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8587" y="1897881"/>
                <a:ext cx="315383" cy="507255"/>
              </a:xfrm>
              <a:prstGeom prst="rect">
                <a:avLst/>
              </a:prstGeom>
              <a:blipFill>
                <a:blip r:embed="rId28"/>
                <a:stretch>
                  <a:fillRect r="-490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7" name="文本框 326">
            <a:extLst>
              <a:ext uri="{FF2B5EF4-FFF2-40B4-BE49-F238E27FC236}">
                <a16:creationId xmlns:a16="http://schemas.microsoft.com/office/drawing/2014/main" id="{BD2B4953-38A9-4B2D-BE29-8053894C6B6C}"/>
              </a:ext>
            </a:extLst>
          </p:cNvPr>
          <p:cNvSpPr txBox="1"/>
          <p:nvPr/>
        </p:nvSpPr>
        <p:spPr>
          <a:xfrm rot="19578038">
            <a:off x="8051391" y="2211622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8" name="文本框 327">
            <a:extLst>
              <a:ext uri="{FF2B5EF4-FFF2-40B4-BE49-F238E27FC236}">
                <a16:creationId xmlns:a16="http://schemas.microsoft.com/office/drawing/2014/main" id="{0EC08794-141A-4472-9651-113722B4841E}"/>
              </a:ext>
            </a:extLst>
          </p:cNvPr>
          <p:cNvSpPr txBox="1"/>
          <p:nvPr/>
        </p:nvSpPr>
        <p:spPr>
          <a:xfrm rot="18139359">
            <a:off x="7435083" y="2290347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9" name="文本框 328">
            <a:extLst>
              <a:ext uri="{FF2B5EF4-FFF2-40B4-BE49-F238E27FC236}">
                <a16:creationId xmlns:a16="http://schemas.microsoft.com/office/drawing/2014/main" id="{E5608E7F-D926-4958-A148-0F926963836E}"/>
              </a:ext>
            </a:extLst>
          </p:cNvPr>
          <p:cNvSpPr txBox="1"/>
          <p:nvPr/>
        </p:nvSpPr>
        <p:spPr>
          <a:xfrm rot="3187128">
            <a:off x="7612540" y="2392389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0" name="文本框 329">
            <a:extLst>
              <a:ext uri="{FF2B5EF4-FFF2-40B4-BE49-F238E27FC236}">
                <a16:creationId xmlns:a16="http://schemas.microsoft.com/office/drawing/2014/main" id="{D2F70AA7-B9A6-4B4D-AE7C-5090F21DB760}"/>
              </a:ext>
            </a:extLst>
          </p:cNvPr>
          <p:cNvSpPr txBox="1"/>
          <p:nvPr/>
        </p:nvSpPr>
        <p:spPr>
          <a:xfrm rot="1783072">
            <a:off x="7785331" y="2248507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1" name="文本框 330">
            <a:extLst>
              <a:ext uri="{FF2B5EF4-FFF2-40B4-BE49-F238E27FC236}">
                <a16:creationId xmlns:a16="http://schemas.microsoft.com/office/drawing/2014/main" id="{59071DE7-249F-42FC-A273-6562389BBC85}"/>
              </a:ext>
            </a:extLst>
          </p:cNvPr>
          <p:cNvSpPr txBox="1"/>
          <p:nvPr/>
        </p:nvSpPr>
        <p:spPr>
          <a:xfrm rot="215747">
            <a:off x="8236801" y="2352532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2" name="文本框 331">
            <a:extLst>
              <a:ext uri="{FF2B5EF4-FFF2-40B4-BE49-F238E27FC236}">
                <a16:creationId xmlns:a16="http://schemas.microsoft.com/office/drawing/2014/main" id="{52CB5B0D-E615-4C5B-9348-F49B77C2A8DB}"/>
              </a:ext>
            </a:extLst>
          </p:cNvPr>
          <p:cNvSpPr txBox="1"/>
          <p:nvPr/>
        </p:nvSpPr>
        <p:spPr>
          <a:xfrm rot="1736926">
            <a:off x="8453796" y="2371375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3" name="文本框 332">
            <a:extLst>
              <a:ext uri="{FF2B5EF4-FFF2-40B4-BE49-F238E27FC236}">
                <a16:creationId xmlns:a16="http://schemas.microsoft.com/office/drawing/2014/main" id="{80A6B13C-9EF1-40FB-9429-15690DFEC3B9}"/>
              </a:ext>
            </a:extLst>
          </p:cNvPr>
          <p:cNvSpPr txBox="1"/>
          <p:nvPr/>
        </p:nvSpPr>
        <p:spPr>
          <a:xfrm rot="832048">
            <a:off x="8685917" y="2257072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4" name="文本框 333">
            <a:extLst>
              <a:ext uri="{FF2B5EF4-FFF2-40B4-BE49-F238E27FC236}">
                <a16:creationId xmlns:a16="http://schemas.microsoft.com/office/drawing/2014/main" id="{E900CD91-D00C-4A4A-85B1-99A5EAB99A4F}"/>
              </a:ext>
            </a:extLst>
          </p:cNvPr>
          <p:cNvSpPr txBox="1"/>
          <p:nvPr/>
        </p:nvSpPr>
        <p:spPr>
          <a:xfrm rot="3243918">
            <a:off x="9085254" y="2288390"/>
            <a:ext cx="2055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3" name="文本框 362">
            <a:extLst>
              <a:ext uri="{FF2B5EF4-FFF2-40B4-BE49-F238E27FC236}">
                <a16:creationId xmlns:a16="http://schemas.microsoft.com/office/drawing/2014/main" id="{44FC0935-3918-4D46-B724-6C47EEC9060E}"/>
              </a:ext>
            </a:extLst>
          </p:cNvPr>
          <p:cNvSpPr txBox="1"/>
          <p:nvPr/>
        </p:nvSpPr>
        <p:spPr>
          <a:xfrm>
            <a:off x="7311078" y="1050245"/>
            <a:ext cx="2446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Fusion and Denoising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64" name="图形 363">
            <a:extLst>
              <a:ext uri="{FF2B5EF4-FFF2-40B4-BE49-F238E27FC236}">
                <a16:creationId xmlns:a16="http://schemas.microsoft.com/office/drawing/2014/main" id="{144801C0-9A41-4767-BD11-73CB53613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801" y="2222587"/>
            <a:ext cx="359938" cy="359938"/>
          </a:xfrm>
          <a:prstGeom prst="rect">
            <a:avLst/>
          </a:prstGeom>
        </p:spPr>
      </p:pic>
      <p:pic>
        <p:nvPicPr>
          <p:cNvPr id="365" name="图形 364">
            <a:extLst>
              <a:ext uri="{FF2B5EF4-FFF2-40B4-BE49-F238E27FC236}">
                <a16:creationId xmlns:a16="http://schemas.microsoft.com/office/drawing/2014/main" id="{DA101FED-D645-4B18-BA49-37A499AED2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06069" y="2223340"/>
            <a:ext cx="357763" cy="357763"/>
          </a:xfrm>
          <a:prstGeom prst="rect">
            <a:avLst/>
          </a:prstGeom>
        </p:spPr>
      </p:pic>
      <p:pic>
        <p:nvPicPr>
          <p:cNvPr id="366" name="图形 365">
            <a:extLst>
              <a:ext uri="{FF2B5EF4-FFF2-40B4-BE49-F238E27FC236}">
                <a16:creationId xmlns:a16="http://schemas.microsoft.com/office/drawing/2014/main" id="{AF50F6BD-DA23-4F33-9FF2-5D6F89EECB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14385" y="2222284"/>
            <a:ext cx="365379" cy="365379"/>
          </a:xfrm>
          <a:prstGeom prst="rect">
            <a:avLst/>
          </a:prstGeom>
        </p:spPr>
      </p:pic>
      <p:cxnSp>
        <p:nvCxnSpPr>
          <p:cNvPr id="367" name="直接连接符 366">
            <a:extLst>
              <a:ext uri="{FF2B5EF4-FFF2-40B4-BE49-F238E27FC236}">
                <a16:creationId xmlns:a16="http://schemas.microsoft.com/office/drawing/2014/main" id="{789CC5E5-A96D-46B5-A47D-50647DCA971D}"/>
              </a:ext>
            </a:extLst>
          </p:cNvPr>
          <p:cNvCxnSpPr>
            <a:cxnSpLocks/>
          </p:cNvCxnSpPr>
          <p:nvPr/>
        </p:nvCxnSpPr>
        <p:spPr>
          <a:xfrm>
            <a:off x="1575286" y="2637395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8" name="矩形: 圆角 367">
            <a:extLst>
              <a:ext uri="{FF2B5EF4-FFF2-40B4-BE49-F238E27FC236}">
                <a16:creationId xmlns:a16="http://schemas.microsoft.com/office/drawing/2014/main" id="{C6373876-2E5B-4FE7-A195-3D8616BC7B09}"/>
              </a:ext>
            </a:extLst>
          </p:cNvPr>
          <p:cNvSpPr/>
          <p:nvPr/>
        </p:nvSpPr>
        <p:spPr>
          <a:xfrm>
            <a:off x="995707" y="1362996"/>
            <a:ext cx="2255537" cy="108503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69" name="直接连接符 368">
            <a:extLst>
              <a:ext uri="{FF2B5EF4-FFF2-40B4-BE49-F238E27FC236}">
                <a16:creationId xmlns:a16="http://schemas.microsoft.com/office/drawing/2014/main" id="{7FCCF5EE-5BB9-4EA0-9B74-CBF078C9F17F}"/>
              </a:ext>
            </a:extLst>
          </p:cNvPr>
          <p:cNvCxnSpPr>
            <a:cxnSpLocks/>
          </p:cNvCxnSpPr>
          <p:nvPr/>
        </p:nvCxnSpPr>
        <p:spPr>
          <a:xfrm flipH="1">
            <a:off x="1240311" y="1765253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70" name="图形 369">
            <a:extLst>
              <a:ext uri="{FF2B5EF4-FFF2-40B4-BE49-F238E27FC236}">
                <a16:creationId xmlns:a16="http://schemas.microsoft.com/office/drawing/2014/main" id="{AFAF4101-2E97-45CE-B709-E1D3B63FCA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17929" y="1999395"/>
            <a:ext cx="460789" cy="460789"/>
          </a:xfrm>
          <a:prstGeom prst="rect">
            <a:avLst/>
          </a:prstGeom>
        </p:spPr>
      </p:pic>
      <p:pic>
        <p:nvPicPr>
          <p:cNvPr id="371" name="图形 370">
            <a:extLst>
              <a:ext uri="{FF2B5EF4-FFF2-40B4-BE49-F238E27FC236}">
                <a16:creationId xmlns:a16="http://schemas.microsoft.com/office/drawing/2014/main" id="{75084313-C74F-4EF1-9C92-0D0F3AE7F33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30760" y="1981717"/>
            <a:ext cx="430225" cy="430225"/>
          </a:xfrm>
          <a:prstGeom prst="rect">
            <a:avLst/>
          </a:prstGeom>
        </p:spPr>
      </p:pic>
      <p:cxnSp>
        <p:nvCxnSpPr>
          <p:cNvPr id="372" name="直接连接符 371">
            <a:extLst>
              <a:ext uri="{FF2B5EF4-FFF2-40B4-BE49-F238E27FC236}">
                <a16:creationId xmlns:a16="http://schemas.microsoft.com/office/drawing/2014/main" id="{230EAA84-57C2-4E5A-8A86-4F1272DDE2E4}"/>
              </a:ext>
            </a:extLst>
          </p:cNvPr>
          <p:cNvCxnSpPr>
            <a:cxnSpLocks/>
          </p:cNvCxnSpPr>
          <p:nvPr/>
        </p:nvCxnSpPr>
        <p:spPr>
          <a:xfrm>
            <a:off x="1430808" y="1765263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3" name="直接连接符 372">
            <a:extLst>
              <a:ext uri="{FF2B5EF4-FFF2-40B4-BE49-F238E27FC236}">
                <a16:creationId xmlns:a16="http://schemas.microsoft.com/office/drawing/2014/main" id="{0FB1EDAE-C5C0-4096-9C1C-AD77913BC6FF}"/>
              </a:ext>
            </a:extLst>
          </p:cNvPr>
          <p:cNvCxnSpPr>
            <a:cxnSpLocks/>
          </p:cNvCxnSpPr>
          <p:nvPr/>
        </p:nvCxnSpPr>
        <p:spPr>
          <a:xfrm>
            <a:off x="1430819" y="1765253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4" name="直接连接符 373">
            <a:extLst>
              <a:ext uri="{FF2B5EF4-FFF2-40B4-BE49-F238E27FC236}">
                <a16:creationId xmlns:a16="http://schemas.microsoft.com/office/drawing/2014/main" id="{40E5801D-4953-4824-982C-9A84E860B9A8}"/>
              </a:ext>
            </a:extLst>
          </p:cNvPr>
          <p:cNvCxnSpPr>
            <a:cxnSpLocks/>
          </p:cNvCxnSpPr>
          <p:nvPr/>
        </p:nvCxnSpPr>
        <p:spPr>
          <a:xfrm flipH="1">
            <a:off x="1650081" y="1777205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5" name="直接连接符 374">
            <a:extLst>
              <a:ext uri="{FF2B5EF4-FFF2-40B4-BE49-F238E27FC236}">
                <a16:creationId xmlns:a16="http://schemas.microsoft.com/office/drawing/2014/main" id="{CE280B10-A58A-4562-8120-22E67B4A4D87}"/>
              </a:ext>
            </a:extLst>
          </p:cNvPr>
          <p:cNvCxnSpPr>
            <a:cxnSpLocks/>
          </p:cNvCxnSpPr>
          <p:nvPr/>
        </p:nvCxnSpPr>
        <p:spPr>
          <a:xfrm>
            <a:off x="2075371" y="1777209"/>
            <a:ext cx="97324" cy="32638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6" name="直接连接符 375">
            <a:extLst>
              <a:ext uri="{FF2B5EF4-FFF2-40B4-BE49-F238E27FC236}">
                <a16:creationId xmlns:a16="http://schemas.microsoft.com/office/drawing/2014/main" id="{32BF9E86-7635-4DF7-A826-B2F5865CEF2C}"/>
              </a:ext>
            </a:extLst>
          </p:cNvPr>
          <p:cNvCxnSpPr>
            <a:cxnSpLocks/>
          </p:cNvCxnSpPr>
          <p:nvPr/>
        </p:nvCxnSpPr>
        <p:spPr>
          <a:xfrm>
            <a:off x="2064047" y="1779847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7" name="直接连接符 376">
            <a:extLst>
              <a:ext uri="{FF2B5EF4-FFF2-40B4-BE49-F238E27FC236}">
                <a16:creationId xmlns:a16="http://schemas.microsoft.com/office/drawing/2014/main" id="{379CEFED-7252-43D7-91D2-AE71ECF99228}"/>
              </a:ext>
            </a:extLst>
          </p:cNvPr>
          <p:cNvCxnSpPr>
            <a:cxnSpLocks/>
          </p:cNvCxnSpPr>
          <p:nvPr/>
        </p:nvCxnSpPr>
        <p:spPr>
          <a:xfrm>
            <a:off x="2075371" y="1777209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8" name="直接连接符 377">
            <a:extLst>
              <a:ext uri="{FF2B5EF4-FFF2-40B4-BE49-F238E27FC236}">
                <a16:creationId xmlns:a16="http://schemas.microsoft.com/office/drawing/2014/main" id="{79BC8D6D-7531-4B02-8C83-8CD5FD526735}"/>
              </a:ext>
            </a:extLst>
          </p:cNvPr>
          <p:cNvCxnSpPr>
            <a:cxnSpLocks/>
            <a:stCxn id="384" idx="2"/>
          </p:cNvCxnSpPr>
          <p:nvPr/>
        </p:nvCxnSpPr>
        <p:spPr>
          <a:xfrm>
            <a:off x="2713767" y="1756546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379" name="图形 378">
            <a:extLst>
              <a:ext uri="{FF2B5EF4-FFF2-40B4-BE49-F238E27FC236}">
                <a16:creationId xmlns:a16="http://schemas.microsoft.com/office/drawing/2014/main" id="{150C0AD2-A21A-4257-A2E5-1F0F8EC1C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7324" y="1390430"/>
            <a:ext cx="359938" cy="359938"/>
          </a:xfrm>
          <a:prstGeom prst="rect">
            <a:avLst/>
          </a:prstGeom>
        </p:spPr>
      </p:pic>
      <p:pic>
        <p:nvPicPr>
          <p:cNvPr id="380" name="图形 379">
            <a:extLst>
              <a:ext uri="{FF2B5EF4-FFF2-40B4-BE49-F238E27FC236}">
                <a16:creationId xmlns:a16="http://schemas.microsoft.com/office/drawing/2014/main" id="{8B18B0C3-15F5-446D-A26D-BF82487339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10193" y="1390489"/>
            <a:ext cx="357763" cy="357763"/>
          </a:xfrm>
          <a:prstGeom prst="rect">
            <a:avLst/>
          </a:prstGeom>
        </p:spPr>
      </p:pic>
      <p:pic>
        <p:nvPicPr>
          <p:cNvPr id="381" name="图形 380">
            <a:extLst>
              <a:ext uri="{FF2B5EF4-FFF2-40B4-BE49-F238E27FC236}">
                <a16:creationId xmlns:a16="http://schemas.microsoft.com/office/drawing/2014/main" id="{4D8BECE7-CFA7-4193-BD1F-76C11671B83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13578" y="2045494"/>
            <a:ext cx="369944" cy="369944"/>
          </a:xfrm>
          <a:prstGeom prst="rect">
            <a:avLst/>
          </a:prstGeom>
        </p:spPr>
      </p:pic>
      <p:pic>
        <p:nvPicPr>
          <p:cNvPr id="382" name="图形 381">
            <a:extLst>
              <a:ext uri="{FF2B5EF4-FFF2-40B4-BE49-F238E27FC236}">
                <a16:creationId xmlns:a16="http://schemas.microsoft.com/office/drawing/2014/main" id="{02057F48-4523-48C6-852D-7D225CBC17E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13606" y="2035548"/>
            <a:ext cx="341725" cy="341725"/>
          </a:xfrm>
          <a:prstGeom prst="rect">
            <a:avLst/>
          </a:prstGeom>
        </p:spPr>
      </p:pic>
      <p:pic>
        <p:nvPicPr>
          <p:cNvPr id="383" name="图形 382">
            <a:extLst>
              <a:ext uri="{FF2B5EF4-FFF2-40B4-BE49-F238E27FC236}">
                <a16:creationId xmlns:a16="http://schemas.microsoft.com/office/drawing/2014/main" id="{758A5B68-A5D4-433C-9E88-9AE7DC0DE3F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776981" y="2053358"/>
            <a:ext cx="329461" cy="329461"/>
          </a:xfrm>
          <a:prstGeom prst="rect">
            <a:avLst/>
          </a:prstGeom>
        </p:spPr>
      </p:pic>
      <p:pic>
        <p:nvPicPr>
          <p:cNvPr id="384" name="图形 383">
            <a:extLst>
              <a:ext uri="{FF2B5EF4-FFF2-40B4-BE49-F238E27FC236}">
                <a16:creationId xmlns:a16="http://schemas.microsoft.com/office/drawing/2014/main" id="{CDE4E76E-BD9D-4C8A-8833-C48E1B94B6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31077" y="1391180"/>
            <a:ext cx="365379" cy="365379"/>
          </a:xfrm>
          <a:prstGeom prst="rect">
            <a:avLst/>
          </a:prstGeom>
        </p:spPr>
      </p:pic>
      <p:cxnSp>
        <p:nvCxnSpPr>
          <p:cNvPr id="385" name="直接连接符 384">
            <a:extLst>
              <a:ext uri="{FF2B5EF4-FFF2-40B4-BE49-F238E27FC236}">
                <a16:creationId xmlns:a16="http://schemas.microsoft.com/office/drawing/2014/main" id="{BE8ABD1F-3663-4E70-B13C-66BD03245005}"/>
              </a:ext>
            </a:extLst>
          </p:cNvPr>
          <p:cNvCxnSpPr>
            <a:cxnSpLocks/>
          </p:cNvCxnSpPr>
          <p:nvPr/>
        </p:nvCxnSpPr>
        <p:spPr>
          <a:xfrm>
            <a:off x="1599628" y="1558765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6" name="文本框 385">
                <a:extLst>
                  <a:ext uri="{FF2B5EF4-FFF2-40B4-BE49-F238E27FC236}">
                    <a16:creationId xmlns:a16="http://schemas.microsoft.com/office/drawing/2014/main" id="{0A315C08-8EFA-40B4-B2BE-FD3E91AD6893}"/>
                  </a:ext>
                </a:extLst>
              </p:cNvPr>
              <p:cNvSpPr txBox="1"/>
              <p:nvPr/>
            </p:nvSpPr>
            <p:spPr>
              <a:xfrm>
                <a:off x="2901851" y="1365791"/>
                <a:ext cx="315383" cy="291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386" name="文本框 385">
                <a:extLst>
                  <a:ext uri="{FF2B5EF4-FFF2-40B4-BE49-F238E27FC236}">
                    <a16:creationId xmlns:a16="http://schemas.microsoft.com/office/drawing/2014/main" id="{0A315C08-8EFA-40B4-B2BE-FD3E91AD6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851" y="1365791"/>
                <a:ext cx="315383" cy="29181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7" name="文本框 386">
            <a:extLst>
              <a:ext uri="{FF2B5EF4-FFF2-40B4-BE49-F238E27FC236}">
                <a16:creationId xmlns:a16="http://schemas.microsoft.com/office/drawing/2014/main" id="{28D411B9-7A33-4AFA-807C-2B8BDA353CC5}"/>
              </a:ext>
            </a:extLst>
          </p:cNvPr>
          <p:cNvSpPr txBox="1"/>
          <p:nvPr/>
        </p:nvSpPr>
        <p:spPr>
          <a:xfrm rot="19578038">
            <a:off x="1773355" y="1694994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8" name="文本框 387">
            <a:extLst>
              <a:ext uri="{FF2B5EF4-FFF2-40B4-BE49-F238E27FC236}">
                <a16:creationId xmlns:a16="http://schemas.microsoft.com/office/drawing/2014/main" id="{516C1B8D-3310-4DE7-AED4-CE358A2FDD30}"/>
              </a:ext>
            </a:extLst>
          </p:cNvPr>
          <p:cNvSpPr txBox="1"/>
          <p:nvPr/>
        </p:nvSpPr>
        <p:spPr>
          <a:xfrm rot="18139359">
            <a:off x="1157047" y="1773718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9D56AA8D-D54F-44B4-8037-057593DED696}"/>
              </a:ext>
            </a:extLst>
          </p:cNvPr>
          <p:cNvSpPr txBox="1"/>
          <p:nvPr/>
        </p:nvSpPr>
        <p:spPr>
          <a:xfrm rot="3187128">
            <a:off x="1334503" y="1875761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0" name="文本框 389">
            <a:extLst>
              <a:ext uri="{FF2B5EF4-FFF2-40B4-BE49-F238E27FC236}">
                <a16:creationId xmlns:a16="http://schemas.microsoft.com/office/drawing/2014/main" id="{A6FBD3D4-CF30-43E3-8275-D92C9B8F0D87}"/>
              </a:ext>
            </a:extLst>
          </p:cNvPr>
          <p:cNvSpPr txBox="1"/>
          <p:nvPr/>
        </p:nvSpPr>
        <p:spPr>
          <a:xfrm rot="1783072">
            <a:off x="1507292" y="1731879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1" name="文本框 390">
            <a:extLst>
              <a:ext uri="{FF2B5EF4-FFF2-40B4-BE49-F238E27FC236}">
                <a16:creationId xmlns:a16="http://schemas.microsoft.com/office/drawing/2014/main" id="{E2393EDB-E502-4E5C-9FD3-C10194F4201D}"/>
              </a:ext>
            </a:extLst>
          </p:cNvPr>
          <p:cNvSpPr txBox="1"/>
          <p:nvPr/>
        </p:nvSpPr>
        <p:spPr>
          <a:xfrm rot="215747">
            <a:off x="1958765" y="1835903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2" name="文本框 391">
            <a:extLst>
              <a:ext uri="{FF2B5EF4-FFF2-40B4-BE49-F238E27FC236}">
                <a16:creationId xmlns:a16="http://schemas.microsoft.com/office/drawing/2014/main" id="{62B9CE29-1056-4A0E-B8B2-930333CA32AE}"/>
              </a:ext>
            </a:extLst>
          </p:cNvPr>
          <p:cNvSpPr txBox="1"/>
          <p:nvPr/>
        </p:nvSpPr>
        <p:spPr>
          <a:xfrm rot="1736926">
            <a:off x="2175760" y="1854747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3" name="文本框 392">
            <a:extLst>
              <a:ext uri="{FF2B5EF4-FFF2-40B4-BE49-F238E27FC236}">
                <a16:creationId xmlns:a16="http://schemas.microsoft.com/office/drawing/2014/main" id="{3000E39E-575A-4C3C-8169-C1F590B0002E}"/>
              </a:ext>
            </a:extLst>
          </p:cNvPr>
          <p:cNvSpPr txBox="1"/>
          <p:nvPr/>
        </p:nvSpPr>
        <p:spPr>
          <a:xfrm rot="832048">
            <a:off x="2407880" y="1740444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4" name="文本框 393">
            <a:extLst>
              <a:ext uri="{FF2B5EF4-FFF2-40B4-BE49-F238E27FC236}">
                <a16:creationId xmlns:a16="http://schemas.microsoft.com/office/drawing/2014/main" id="{0C167138-DFFB-4CCC-AEB3-E7D077CD32B5}"/>
              </a:ext>
            </a:extLst>
          </p:cNvPr>
          <p:cNvSpPr txBox="1"/>
          <p:nvPr/>
        </p:nvSpPr>
        <p:spPr>
          <a:xfrm rot="3243918">
            <a:off x="2807219" y="1771761"/>
            <a:ext cx="2055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5" name="矩形: 圆角 394">
            <a:extLst>
              <a:ext uri="{FF2B5EF4-FFF2-40B4-BE49-F238E27FC236}">
                <a16:creationId xmlns:a16="http://schemas.microsoft.com/office/drawing/2014/main" id="{00DD4512-DC79-4BD6-BD78-71D5CEB57DC8}"/>
              </a:ext>
            </a:extLst>
          </p:cNvPr>
          <p:cNvSpPr/>
          <p:nvPr/>
        </p:nvSpPr>
        <p:spPr>
          <a:xfrm>
            <a:off x="843192" y="1641002"/>
            <a:ext cx="2255537" cy="108503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96" name="直接连接符 395">
            <a:extLst>
              <a:ext uri="{FF2B5EF4-FFF2-40B4-BE49-F238E27FC236}">
                <a16:creationId xmlns:a16="http://schemas.microsoft.com/office/drawing/2014/main" id="{1A094DC2-13F7-4B70-B8C9-0A43F36E6D5B}"/>
              </a:ext>
            </a:extLst>
          </p:cNvPr>
          <p:cNvCxnSpPr>
            <a:cxnSpLocks/>
          </p:cNvCxnSpPr>
          <p:nvPr/>
        </p:nvCxnSpPr>
        <p:spPr>
          <a:xfrm flipH="1">
            <a:off x="1123927" y="2047257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97" name="图形 396">
            <a:extLst>
              <a:ext uri="{FF2B5EF4-FFF2-40B4-BE49-F238E27FC236}">
                <a16:creationId xmlns:a16="http://schemas.microsoft.com/office/drawing/2014/main" id="{B583130B-164B-4979-BF2E-7C18668231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65410" y="2277397"/>
            <a:ext cx="460789" cy="460789"/>
          </a:xfrm>
          <a:prstGeom prst="rect">
            <a:avLst/>
          </a:prstGeom>
        </p:spPr>
      </p:pic>
      <p:pic>
        <p:nvPicPr>
          <p:cNvPr id="398" name="图形 397">
            <a:extLst>
              <a:ext uri="{FF2B5EF4-FFF2-40B4-BE49-F238E27FC236}">
                <a16:creationId xmlns:a16="http://schemas.microsoft.com/office/drawing/2014/main" id="{93BC880F-10E5-4CCA-8E3A-CE6EC07F684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78246" y="2259725"/>
            <a:ext cx="430225" cy="430225"/>
          </a:xfrm>
          <a:prstGeom prst="rect">
            <a:avLst/>
          </a:prstGeom>
        </p:spPr>
      </p:pic>
      <p:cxnSp>
        <p:nvCxnSpPr>
          <p:cNvPr id="399" name="直接连接符 398">
            <a:extLst>
              <a:ext uri="{FF2B5EF4-FFF2-40B4-BE49-F238E27FC236}">
                <a16:creationId xmlns:a16="http://schemas.microsoft.com/office/drawing/2014/main" id="{66C27987-F4A2-4448-8810-C98F9EFD8996}"/>
              </a:ext>
            </a:extLst>
          </p:cNvPr>
          <p:cNvCxnSpPr>
            <a:cxnSpLocks/>
          </p:cNvCxnSpPr>
          <p:nvPr/>
        </p:nvCxnSpPr>
        <p:spPr>
          <a:xfrm>
            <a:off x="1314424" y="2047265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0" name="直接连接符 399">
            <a:extLst>
              <a:ext uri="{FF2B5EF4-FFF2-40B4-BE49-F238E27FC236}">
                <a16:creationId xmlns:a16="http://schemas.microsoft.com/office/drawing/2014/main" id="{E929838D-9905-4FF9-BA15-52832A697DD9}"/>
              </a:ext>
            </a:extLst>
          </p:cNvPr>
          <p:cNvCxnSpPr>
            <a:cxnSpLocks/>
          </p:cNvCxnSpPr>
          <p:nvPr/>
        </p:nvCxnSpPr>
        <p:spPr>
          <a:xfrm>
            <a:off x="1314435" y="2047256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1" name="直接连接符 400">
            <a:extLst>
              <a:ext uri="{FF2B5EF4-FFF2-40B4-BE49-F238E27FC236}">
                <a16:creationId xmlns:a16="http://schemas.microsoft.com/office/drawing/2014/main" id="{D0CB78AA-84FA-443C-B22F-EA33BA0E0088}"/>
              </a:ext>
            </a:extLst>
          </p:cNvPr>
          <p:cNvCxnSpPr>
            <a:cxnSpLocks/>
          </p:cNvCxnSpPr>
          <p:nvPr/>
        </p:nvCxnSpPr>
        <p:spPr>
          <a:xfrm flipH="1">
            <a:off x="1533697" y="2059208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2" name="直接连接符 401">
            <a:extLst>
              <a:ext uri="{FF2B5EF4-FFF2-40B4-BE49-F238E27FC236}">
                <a16:creationId xmlns:a16="http://schemas.microsoft.com/office/drawing/2014/main" id="{F76382BD-BB1B-4636-B6B6-756F3774809B}"/>
              </a:ext>
            </a:extLst>
          </p:cNvPr>
          <p:cNvCxnSpPr>
            <a:cxnSpLocks/>
          </p:cNvCxnSpPr>
          <p:nvPr/>
        </p:nvCxnSpPr>
        <p:spPr>
          <a:xfrm>
            <a:off x="1958987" y="2059213"/>
            <a:ext cx="97324" cy="32638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3" name="直接连接符 402">
            <a:extLst>
              <a:ext uri="{FF2B5EF4-FFF2-40B4-BE49-F238E27FC236}">
                <a16:creationId xmlns:a16="http://schemas.microsoft.com/office/drawing/2014/main" id="{51F1EF41-B3A1-4C42-9FE3-2B7255B88514}"/>
              </a:ext>
            </a:extLst>
          </p:cNvPr>
          <p:cNvCxnSpPr>
            <a:cxnSpLocks/>
          </p:cNvCxnSpPr>
          <p:nvPr/>
        </p:nvCxnSpPr>
        <p:spPr>
          <a:xfrm>
            <a:off x="1947664" y="2061850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4" name="直接连接符 403">
            <a:extLst>
              <a:ext uri="{FF2B5EF4-FFF2-40B4-BE49-F238E27FC236}">
                <a16:creationId xmlns:a16="http://schemas.microsoft.com/office/drawing/2014/main" id="{CAB73DB5-A7F4-4A48-A33D-449F0AEE5BD6}"/>
              </a:ext>
            </a:extLst>
          </p:cNvPr>
          <p:cNvCxnSpPr>
            <a:cxnSpLocks/>
          </p:cNvCxnSpPr>
          <p:nvPr/>
        </p:nvCxnSpPr>
        <p:spPr>
          <a:xfrm>
            <a:off x="1958987" y="2059210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5" name="直接连接符 404">
            <a:extLst>
              <a:ext uri="{FF2B5EF4-FFF2-40B4-BE49-F238E27FC236}">
                <a16:creationId xmlns:a16="http://schemas.microsoft.com/office/drawing/2014/main" id="{B5E0159A-F897-43C8-9C48-F853332C03FA}"/>
              </a:ext>
            </a:extLst>
          </p:cNvPr>
          <p:cNvCxnSpPr>
            <a:cxnSpLocks/>
          </p:cNvCxnSpPr>
          <p:nvPr/>
        </p:nvCxnSpPr>
        <p:spPr>
          <a:xfrm>
            <a:off x="2597383" y="2038549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406" name="图形 405">
            <a:extLst>
              <a:ext uri="{FF2B5EF4-FFF2-40B4-BE49-F238E27FC236}">
                <a16:creationId xmlns:a16="http://schemas.microsoft.com/office/drawing/2014/main" id="{8D1F186E-7907-4BEF-A890-F5122153A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809" y="1668436"/>
            <a:ext cx="359938" cy="359938"/>
          </a:xfrm>
          <a:prstGeom prst="rect">
            <a:avLst/>
          </a:prstGeom>
        </p:spPr>
      </p:pic>
      <p:pic>
        <p:nvPicPr>
          <p:cNvPr id="407" name="图形 406">
            <a:extLst>
              <a:ext uri="{FF2B5EF4-FFF2-40B4-BE49-F238E27FC236}">
                <a16:creationId xmlns:a16="http://schemas.microsoft.com/office/drawing/2014/main" id="{FD346FF2-77C3-458E-87EB-5AA9AD86D7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57676" y="1668493"/>
            <a:ext cx="357763" cy="357763"/>
          </a:xfrm>
          <a:prstGeom prst="rect">
            <a:avLst/>
          </a:prstGeom>
        </p:spPr>
      </p:pic>
      <p:pic>
        <p:nvPicPr>
          <p:cNvPr id="408" name="图形 407">
            <a:extLst>
              <a:ext uri="{FF2B5EF4-FFF2-40B4-BE49-F238E27FC236}">
                <a16:creationId xmlns:a16="http://schemas.microsoft.com/office/drawing/2014/main" id="{BED752F7-EADA-4D67-8C6E-0412F6B240F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61062" y="2323500"/>
            <a:ext cx="369944" cy="369944"/>
          </a:xfrm>
          <a:prstGeom prst="rect">
            <a:avLst/>
          </a:prstGeom>
        </p:spPr>
      </p:pic>
      <p:pic>
        <p:nvPicPr>
          <p:cNvPr id="409" name="图形 408">
            <a:extLst>
              <a:ext uri="{FF2B5EF4-FFF2-40B4-BE49-F238E27FC236}">
                <a16:creationId xmlns:a16="http://schemas.microsoft.com/office/drawing/2014/main" id="{69F90914-81A3-4D34-A3D4-8E5563C682B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61091" y="2313554"/>
            <a:ext cx="341725" cy="341725"/>
          </a:xfrm>
          <a:prstGeom prst="rect">
            <a:avLst/>
          </a:prstGeom>
        </p:spPr>
      </p:pic>
      <p:pic>
        <p:nvPicPr>
          <p:cNvPr id="410" name="图形 409">
            <a:extLst>
              <a:ext uri="{FF2B5EF4-FFF2-40B4-BE49-F238E27FC236}">
                <a16:creationId xmlns:a16="http://schemas.microsoft.com/office/drawing/2014/main" id="{C8C775D9-355D-491B-87E6-CE81872CBF5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660595" y="2335361"/>
            <a:ext cx="329461" cy="329461"/>
          </a:xfrm>
          <a:prstGeom prst="rect">
            <a:avLst/>
          </a:prstGeom>
        </p:spPr>
      </p:pic>
      <p:pic>
        <p:nvPicPr>
          <p:cNvPr id="411" name="图形 410">
            <a:extLst>
              <a:ext uri="{FF2B5EF4-FFF2-40B4-BE49-F238E27FC236}">
                <a16:creationId xmlns:a16="http://schemas.microsoft.com/office/drawing/2014/main" id="{3A4578FE-49DF-4ADC-9A50-8449D431A9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78562" y="1669187"/>
            <a:ext cx="365379" cy="365379"/>
          </a:xfrm>
          <a:prstGeom prst="rect">
            <a:avLst/>
          </a:prstGeom>
        </p:spPr>
      </p:pic>
      <p:cxnSp>
        <p:nvCxnSpPr>
          <p:cNvPr id="412" name="直接连接符 411">
            <a:extLst>
              <a:ext uri="{FF2B5EF4-FFF2-40B4-BE49-F238E27FC236}">
                <a16:creationId xmlns:a16="http://schemas.microsoft.com/office/drawing/2014/main" id="{56CE2154-CB18-4E8A-8296-03C4544E3402}"/>
              </a:ext>
            </a:extLst>
          </p:cNvPr>
          <p:cNvCxnSpPr>
            <a:cxnSpLocks/>
          </p:cNvCxnSpPr>
          <p:nvPr/>
        </p:nvCxnSpPr>
        <p:spPr>
          <a:xfrm>
            <a:off x="1447113" y="1836771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3" name="文本框 412">
                <a:extLst>
                  <a:ext uri="{FF2B5EF4-FFF2-40B4-BE49-F238E27FC236}">
                    <a16:creationId xmlns:a16="http://schemas.microsoft.com/office/drawing/2014/main" id="{B0C4E90B-AAC7-40D7-8F18-88853D39FE32}"/>
                  </a:ext>
                </a:extLst>
              </p:cNvPr>
              <p:cNvSpPr txBox="1"/>
              <p:nvPr/>
            </p:nvSpPr>
            <p:spPr>
              <a:xfrm>
                <a:off x="2749337" y="1643797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413" name="文本框 412">
                <a:extLst>
                  <a:ext uri="{FF2B5EF4-FFF2-40B4-BE49-F238E27FC236}">
                    <a16:creationId xmlns:a16="http://schemas.microsoft.com/office/drawing/2014/main" id="{B0C4E90B-AAC7-40D7-8F18-88853D39F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337" y="1643797"/>
                <a:ext cx="315383" cy="27699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4" name="文本框 413">
            <a:extLst>
              <a:ext uri="{FF2B5EF4-FFF2-40B4-BE49-F238E27FC236}">
                <a16:creationId xmlns:a16="http://schemas.microsoft.com/office/drawing/2014/main" id="{4DF769E4-4A7E-4058-9CA3-776CB33ECEFB}"/>
              </a:ext>
            </a:extLst>
          </p:cNvPr>
          <p:cNvSpPr txBox="1"/>
          <p:nvPr/>
        </p:nvSpPr>
        <p:spPr>
          <a:xfrm rot="19578038">
            <a:off x="1656971" y="1976997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5" name="文本框 414">
            <a:extLst>
              <a:ext uri="{FF2B5EF4-FFF2-40B4-BE49-F238E27FC236}">
                <a16:creationId xmlns:a16="http://schemas.microsoft.com/office/drawing/2014/main" id="{C769177F-686A-4A53-B164-E531F08A9F0B}"/>
              </a:ext>
            </a:extLst>
          </p:cNvPr>
          <p:cNvSpPr txBox="1"/>
          <p:nvPr/>
        </p:nvSpPr>
        <p:spPr>
          <a:xfrm rot="18139359">
            <a:off x="1040663" y="2055721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文本框 415">
            <a:extLst>
              <a:ext uri="{FF2B5EF4-FFF2-40B4-BE49-F238E27FC236}">
                <a16:creationId xmlns:a16="http://schemas.microsoft.com/office/drawing/2014/main" id="{CA506962-670A-4F7D-9665-9DF8700B9746}"/>
              </a:ext>
            </a:extLst>
          </p:cNvPr>
          <p:cNvSpPr txBox="1"/>
          <p:nvPr/>
        </p:nvSpPr>
        <p:spPr>
          <a:xfrm rot="3187128">
            <a:off x="1218116" y="2157764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7" name="文本框 416">
            <a:extLst>
              <a:ext uri="{FF2B5EF4-FFF2-40B4-BE49-F238E27FC236}">
                <a16:creationId xmlns:a16="http://schemas.microsoft.com/office/drawing/2014/main" id="{E13A07FA-A046-41C3-90E6-F1C5F3B67D4E}"/>
              </a:ext>
            </a:extLst>
          </p:cNvPr>
          <p:cNvSpPr txBox="1"/>
          <p:nvPr/>
        </p:nvSpPr>
        <p:spPr>
          <a:xfrm rot="1783072">
            <a:off x="1390909" y="2013882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8" name="文本框 417">
            <a:extLst>
              <a:ext uri="{FF2B5EF4-FFF2-40B4-BE49-F238E27FC236}">
                <a16:creationId xmlns:a16="http://schemas.microsoft.com/office/drawing/2014/main" id="{BBBD71B9-9B5F-472D-8A5F-19B2DF5F313A}"/>
              </a:ext>
            </a:extLst>
          </p:cNvPr>
          <p:cNvSpPr txBox="1"/>
          <p:nvPr/>
        </p:nvSpPr>
        <p:spPr>
          <a:xfrm rot="215747">
            <a:off x="1842382" y="2117906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9" name="文本框 418">
            <a:extLst>
              <a:ext uri="{FF2B5EF4-FFF2-40B4-BE49-F238E27FC236}">
                <a16:creationId xmlns:a16="http://schemas.microsoft.com/office/drawing/2014/main" id="{4BE9A5CF-2E60-4278-B17F-201E7BFC9CCC}"/>
              </a:ext>
            </a:extLst>
          </p:cNvPr>
          <p:cNvSpPr txBox="1"/>
          <p:nvPr/>
        </p:nvSpPr>
        <p:spPr>
          <a:xfrm rot="1736926">
            <a:off x="2059376" y="2136750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0" name="文本框 419">
            <a:extLst>
              <a:ext uri="{FF2B5EF4-FFF2-40B4-BE49-F238E27FC236}">
                <a16:creationId xmlns:a16="http://schemas.microsoft.com/office/drawing/2014/main" id="{20B1BA8D-C1C0-4614-90E9-FB16EE2B1D72}"/>
              </a:ext>
            </a:extLst>
          </p:cNvPr>
          <p:cNvSpPr txBox="1"/>
          <p:nvPr/>
        </p:nvSpPr>
        <p:spPr>
          <a:xfrm rot="832048">
            <a:off x="2291497" y="2022447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1" name="文本框 420">
            <a:extLst>
              <a:ext uri="{FF2B5EF4-FFF2-40B4-BE49-F238E27FC236}">
                <a16:creationId xmlns:a16="http://schemas.microsoft.com/office/drawing/2014/main" id="{8C2C34B4-085B-4C38-B75F-F110C5A9D71A}"/>
              </a:ext>
            </a:extLst>
          </p:cNvPr>
          <p:cNvSpPr txBox="1"/>
          <p:nvPr/>
        </p:nvSpPr>
        <p:spPr>
          <a:xfrm rot="3243918">
            <a:off x="2690833" y="2053764"/>
            <a:ext cx="2055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2" name="矩形: 圆角 421">
            <a:extLst>
              <a:ext uri="{FF2B5EF4-FFF2-40B4-BE49-F238E27FC236}">
                <a16:creationId xmlns:a16="http://schemas.microsoft.com/office/drawing/2014/main" id="{4C412284-904A-4935-8D32-3A9685864C5E}"/>
              </a:ext>
            </a:extLst>
          </p:cNvPr>
          <p:cNvSpPr/>
          <p:nvPr/>
        </p:nvSpPr>
        <p:spPr>
          <a:xfrm>
            <a:off x="683703" y="1891414"/>
            <a:ext cx="2255537" cy="108503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23" name="直接连接符 422">
            <a:extLst>
              <a:ext uri="{FF2B5EF4-FFF2-40B4-BE49-F238E27FC236}">
                <a16:creationId xmlns:a16="http://schemas.microsoft.com/office/drawing/2014/main" id="{C8B0DDDD-5C00-4D1B-8839-1A463FE62E7A}"/>
              </a:ext>
            </a:extLst>
          </p:cNvPr>
          <p:cNvCxnSpPr>
            <a:cxnSpLocks/>
          </p:cNvCxnSpPr>
          <p:nvPr/>
        </p:nvCxnSpPr>
        <p:spPr>
          <a:xfrm flipH="1">
            <a:off x="928308" y="2293671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24" name="图形 423">
            <a:extLst>
              <a:ext uri="{FF2B5EF4-FFF2-40B4-BE49-F238E27FC236}">
                <a16:creationId xmlns:a16="http://schemas.microsoft.com/office/drawing/2014/main" id="{BE7DB9DF-0E34-4DBD-8E34-FA4E9A3B2D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69790" y="2523812"/>
            <a:ext cx="460789" cy="460789"/>
          </a:xfrm>
          <a:prstGeom prst="rect">
            <a:avLst/>
          </a:prstGeom>
        </p:spPr>
      </p:pic>
      <p:pic>
        <p:nvPicPr>
          <p:cNvPr id="425" name="图形 424">
            <a:extLst>
              <a:ext uri="{FF2B5EF4-FFF2-40B4-BE49-F238E27FC236}">
                <a16:creationId xmlns:a16="http://schemas.microsoft.com/office/drawing/2014/main" id="{E2E89A12-F734-450B-9C72-B6EEBA2AD48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82627" y="2506138"/>
            <a:ext cx="430225" cy="430225"/>
          </a:xfrm>
          <a:prstGeom prst="rect">
            <a:avLst/>
          </a:prstGeom>
        </p:spPr>
      </p:pic>
      <p:cxnSp>
        <p:nvCxnSpPr>
          <p:cNvPr id="426" name="直接连接符 425">
            <a:extLst>
              <a:ext uri="{FF2B5EF4-FFF2-40B4-BE49-F238E27FC236}">
                <a16:creationId xmlns:a16="http://schemas.microsoft.com/office/drawing/2014/main" id="{C9CFCA12-0342-452A-9AB2-788C12494683}"/>
              </a:ext>
            </a:extLst>
          </p:cNvPr>
          <p:cNvCxnSpPr>
            <a:cxnSpLocks/>
          </p:cNvCxnSpPr>
          <p:nvPr/>
        </p:nvCxnSpPr>
        <p:spPr>
          <a:xfrm>
            <a:off x="1118805" y="2293678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7" name="直接连接符 426">
            <a:extLst>
              <a:ext uri="{FF2B5EF4-FFF2-40B4-BE49-F238E27FC236}">
                <a16:creationId xmlns:a16="http://schemas.microsoft.com/office/drawing/2014/main" id="{2DA0F65A-37FC-4814-A5A0-3D58974A7094}"/>
              </a:ext>
            </a:extLst>
          </p:cNvPr>
          <p:cNvCxnSpPr>
            <a:cxnSpLocks/>
          </p:cNvCxnSpPr>
          <p:nvPr/>
        </p:nvCxnSpPr>
        <p:spPr>
          <a:xfrm>
            <a:off x="1118813" y="2293671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8" name="直接连接符 427">
            <a:extLst>
              <a:ext uri="{FF2B5EF4-FFF2-40B4-BE49-F238E27FC236}">
                <a16:creationId xmlns:a16="http://schemas.microsoft.com/office/drawing/2014/main" id="{A1E7C5D2-0051-4B1E-BBA4-A4849B59C661}"/>
              </a:ext>
            </a:extLst>
          </p:cNvPr>
          <p:cNvCxnSpPr>
            <a:cxnSpLocks/>
          </p:cNvCxnSpPr>
          <p:nvPr/>
        </p:nvCxnSpPr>
        <p:spPr>
          <a:xfrm flipH="1">
            <a:off x="1338078" y="2305623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9" name="直接连接符 428">
            <a:extLst>
              <a:ext uri="{FF2B5EF4-FFF2-40B4-BE49-F238E27FC236}">
                <a16:creationId xmlns:a16="http://schemas.microsoft.com/office/drawing/2014/main" id="{3CF992C4-70FA-43CE-B42D-04A99121AB85}"/>
              </a:ext>
            </a:extLst>
          </p:cNvPr>
          <p:cNvCxnSpPr>
            <a:cxnSpLocks/>
          </p:cNvCxnSpPr>
          <p:nvPr/>
        </p:nvCxnSpPr>
        <p:spPr>
          <a:xfrm>
            <a:off x="1763367" y="2305623"/>
            <a:ext cx="97324" cy="32638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0" name="直接连接符 429">
            <a:extLst>
              <a:ext uri="{FF2B5EF4-FFF2-40B4-BE49-F238E27FC236}">
                <a16:creationId xmlns:a16="http://schemas.microsoft.com/office/drawing/2014/main" id="{E02917FE-043A-4684-9104-1E1618670DCA}"/>
              </a:ext>
            </a:extLst>
          </p:cNvPr>
          <p:cNvCxnSpPr>
            <a:cxnSpLocks/>
          </p:cNvCxnSpPr>
          <p:nvPr/>
        </p:nvCxnSpPr>
        <p:spPr>
          <a:xfrm>
            <a:off x="1752042" y="2308262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1" name="直接连接符 430">
            <a:extLst>
              <a:ext uri="{FF2B5EF4-FFF2-40B4-BE49-F238E27FC236}">
                <a16:creationId xmlns:a16="http://schemas.microsoft.com/office/drawing/2014/main" id="{67B3EE6A-4D6C-4F24-A279-C544A0DE5DEE}"/>
              </a:ext>
            </a:extLst>
          </p:cNvPr>
          <p:cNvCxnSpPr>
            <a:cxnSpLocks/>
          </p:cNvCxnSpPr>
          <p:nvPr/>
        </p:nvCxnSpPr>
        <p:spPr>
          <a:xfrm>
            <a:off x="1763368" y="2305622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2" name="直接连接符 431">
            <a:extLst>
              <a:ext uri="{FF2B5EF4-FFF2-40B4-BE49-F238E27FC236}">
                <a16:creationId xmlns:a16="http://schemas.microsoft.com/office/drawing/2014/main" id="{BCFC1DDA-69CC-4386-8BF2-35D59337550A}"/>
              </a:ext>
            </a:extLst>
          </p:cNvPr>
          <p:cNvCxnSpPr>
            <a:cxnSpLocks/>
            <a:stCxn id="438" idx="2"/>
          </p:cNvCxnSpPr>
          <p:nvPr/>
        </p:nvCxnSpPr>
        <p:spPr>
          <a:xfrm>
            <a:off x="2401763" y="2284965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433" name="图形 432">
            <a:extLst>
              <a:ext uri="{FF2B5EF4-FFF2-40B4-BE49-F238E27FC236}">
                <a16:creationId xmlns:a16="http://schemas.microsoft.com/office/drawing/2014/main" id="{6FB84AF1-EE54-469C-80FD-B1D3DE055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5319" y="1918848"/>
            <a:ext cx="359938" cy="359938"/>
          </a:xfrm>
          <a:prstGeom prst="rect">
            <a:avLst/>
          </a:prstGeom>
        </p:spPr>
      </p:pic>
      <p:pic>
        <p:nvPicPr>
          <p:cNvPr id="434" name="图形 433">
            <a:extLst>
              <a:ext uri="{FF2B5EF4-FFF2-40B4-BE49-F238E27FC236}">
                <a16:creationId xmlns:a16="http://schemas.microsoft.com/office/drawing/2014/main" id="{9E08E84C-F2DF-4D83-9FB1-ADA9E02BB2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8187" y="1918905"/>
            <a:ext cx="357763" cy="357763"/>
          </a:xfrm>
          <a:prstGeom prst="rect">
            <a:avLst/>
          </a:prstGeom>
        </p:spPr>
      </p:pic>
      <p:pic>
        <p:nvPicPr>
          <p:cNvPr id="435" name="图形 434">
            <a:extLst>
              <a:ext uri="{FF2B5EF4-FFF2-40B4-BE49-F238E27FC236}">
                <a16:creationId xmlns:a16="http://schemas.microsoft.com/office/drawing/2014/main" id="{20800DB9-1E58-4144-87FA-C12607C6792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5443" y="2569915"/>
            <a:ext cx="369944" cy="369944"/>
          </a:xfrm>
          <a:prstGeom prst="rect">
            <a:avLst/>
          </a:prstGeom>
        </p:spPr>
      </p:pic>
      <p:pic>
        <p:nvPicPr>
          <p:cNvPr id="436" name="图形 435">
            <a:extLst>
              <a:ext uri="{FF2B5EF4-FFF2-40B4-BE49-F238E27FC236}">
                <a16:creationId xmlns:a16="http://schemas.microsoft.com/office/drawing/2014/main" id="{3E943447-3C9A-4644-82B6-562A2F20CD5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65469" y="2559967"/>
            <a:ext cx="341725" cy="341725"/>
          </a:xfrm>
          <a:prstGeom prst="rect">
            <a:avLst/>
          </a:prstGeom>
        </p:spPr>
      </p:pic>
      <p:pic>
        <p:nvPicPr>
          <p:cNvPr id="437" name="图形 436">
            <a:extLst>
              <a:ext uri="{FF2B5EF4-FFF2-40B4-BE49-F238E27FC236}">
                <a16:creationId xmlns:a16="http://schemas.microsoft.com/office/drawing/2014/main" id="{5D3F8204-4819-4638-8F26-9A7BD719CCE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464977" y="2581777"/>
            <a:ext cx="329461" cy="329461"/>
          </a:xfrm>
          <a:prstGeom prst="rect">
            <a:avLst/>
          </a:prstGeom>
        </p:spPr>
      </p:pic>
      <p:pic>
        <p:nvPicPr>
          <p:cNvPr id="438" name="图形 437">
            <a:extLst>
              <a:ext uri="{FF2B5EF4-FFF2-40B4-BE49-F238E27FC236}">
                <a16:creationId xmlns:a16="http://schemas.microsoft.com/office/drawing/2014/main" id="{681E3972-29DF-4E64-B28B-07A94535A0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19073" y="1919599"/>
            <a:ext cx="365379" cy="365379"/>
          </a:xfrm>
          <a:prstGeom prst="rect">
            <a:avLst/>
          </a:prstGeom>
        </p:spPr>
      </p:pic>
      <p:cxnSp>
        <p:nvCxnSpPr>
          <p:cNvPr id="439" name="直接连接符 438">
            <a:extLst>
              <a:ext uri="{FF2B5EF4-FFF2-40B4-BE49-F238E27FC236}">
                <a16:creationId xmlns:a16="http://schemas.microsoft.com/office/drawing/2014/main" id="{9841AB93-5410-46A6-B0A5-80F26604D446}"/>
              </a:ext>
            </a:extLst>
          </p:cNvPr>
          <p:cNvCxnSpPr>
            <a:cxnSpLocks/>
          </p:cNvCxnSpPr>
          <p:nvPr/>
        </p:nvCxnSpPr>
        <p:spPr>
          <a:xfrm>
            <a:off x="1287625" y="2087183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0" name="文本框 439">
                <a:extLst>
                  <a:ext uri="{FF2B5EF4-FFF2-40B4-BE49-F238E27FC236}">
                    <a16:creationId xmlns:a16="http://schemas.microsoft.com/office/drawing/2014/main" id="{4F49AF6D-B273-4453-B49A-DB695261622E}"/>
                  </a:ext>
                </a:extLst>
              </p:cNvPr>
              <p:cNvSpPr txBox="1"/>
              <p:nvPr/>
            </p:nvSpPr>
            <p:spPr>
              <a:xfrm>
                <a:off x="2589847" y="1894207"/>
                <a:ext cx="315383" cy="299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440" name="文本框 439">
                <a:extLst>
                  <a:ext uri="{FF2B5EF4-FFF2-40B4-BE49-F238E27FC236}">
                    <a16:creationId xmlns:a16="http://schemas.microsoft.com/office/drawing/2014/main" id="{4F49AF6D-B273-4453-B49A-DB6952616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847" y="1894207"/>
                <a:ext cx="315383" cy="299313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1" name="文本框 440">
            <a:extLst>
              <a:ext uri="{FF2B5EF4-FFF2-40B4-BE49-F238E27FC236}">
                <a16:creationId xmlns:a16="http://schemas.microsoft.com/office/drawing/2014/main" id="{2FB4A0C6-2057-4C54-B0DB-65E943361FF6}"/>
              </a:ext>
            </a:extLst>
          </p:cNvPr>
          <p:cNvSpPr txBox="1"/>
          <p:nvPr/>
        </p:nvSpPr>
        <p:spPr>
          <a:xfrm rot="19578038">
            <a:off x="1461350" y="2223412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2" name="文本框 441">
            <a:extLst>
              <a:ext uri="{FF2B5EF4-FFF2-40B4-BE49-F238E27FC236}">
                <a16:creationId xmlns:a16="http://schemas.microsoft.com/office/drawing/2014/main" id="{8AF76AB0-2FC5-4D14-873F-0B3EA48514E8}"/>
              </a:ext>
            </a:extLst>
          </p:cNvPr>
          <p:cNvSpPr txBox="1"/>
          <p:nvPr/>
        </p:nvSpPr>
        <p:spPr>
          <a:xfrm rot="18139359">
            <a:off x="845044" y="2302136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3" name="文本框 442">
            <a:extLst>
              <a:ext uri="{FF2B5EF4-FFF2-40B4-BE49-F238E27FC236}">
                <a16:creationId xmlns:a16="http://schemas.microsoft.com/office/drawing/2014/main" id="{90F36E79-D4B0-470D-A2EC-8CB6504B1E96}"/>
              </a:ext>
            </a:extLst>
          </p:cNvPr>
          <p:cNvSpPr txBox="1"/>
          <p:nvPr/>
        </p:nvSpPr>
        <p:spPr>
          <a:xfrm rot="3187128">
            <a:off x="1022496" y="2404179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4" name="文本框 443">
            <a:extLst>
              <a:ext uri="{FF2B5EF4-FFF2-40B4-BE49-F238E27FC236}">
                <a16:creationId xmlns:a16="http://schemas.microsoft.com/office/drawing/2014/main" id="{C75480B5-08C0-4B23-BC7E-8BF32699FF41}"/>
              </a:ext>
            </a:extLst>
          </p:cNvPr>
          <p:cNvSpPr txBox="1"/>
          <p:nvPr/>
        </p:nvSpPr>
        <p:spPr>
          <a:xfrm rot="1783072">
            <a:off x="1195286" y="2260297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5" name="文本框 444">
            <a:extLst>
              <a:ext uri="{FF2B5EF4-FFF2-40B4-BE49-F238E27FC236}">
                <a16:creationId xmlns:a16="http://schemas.microsoft.com/office/drawing/2014/main" id="{877E01FD-2207-4806-A3F7-B97E4722D7EA}"/>
              </a:ext>
            </a:extLst>
          </p:cNvPr>
          <p:cNvSpPr txBox="1"/>
          <p:nvPr/>
        </p:nvSpPr>
        <p:spPr>
          <a:xfrm rot="215747">
            <a:off x="1646760" y="2364321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6" name="文本框 445">
            <a:extLst>
              <a:ext uri="{FF2B5EF4-FFF2-40B4-BE49-F238E27FC236}">
                <a16:creationId xmlns:a16="http://schemas.microsoft.com/office/drawing/2014/main" id="{47BD1F2B-E23D-431D-8CBB-92BD18A57736}"/>
              </a:ext>
            </a:extLst>
          </p:cNvPr>
          <p:cNvSpPr txBox="1"/>
          <p:nvPr/>
        </p:nvSpPr>
        <p:spPr>
          <a:xfrm rot="1736926">
            <a:off x="1863756" y="2383164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7" name="文本框 446">
            <a:extLst>
              <a:ext uri="{FF2B5EF4-FFF2-40B4-BE49-F238E27FC236}">
                <a16:creationId xmlns:a16="http://schemas.microsoft.com/office/drawing/2014/main" id="{63FA1F58-63B0-4805-B01A-9FA3F78F096C}"/>
              </a:ext>
            </a:extLst>
          </p:cNvPr>
          <p:cNvSpPr txBox="1"/>
          <p:nvPr/>
        </p:nvSpPr>
        <p:spPr>
          <a:xfrm rot="832048">
            <a:off x="2095876" y="2268861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8" name="文本框 447">
            <a:extLst>
              <a:ext uri="{FF2B5EF4-FFF2-40B4-BE49-F238E27FC236}">
                <a16:creationId xmlns:a16="http://schemas.microsoft.com/office/drawing/2014/main" id="{65301106-01C6-440C-9913-CE2E9ABE5917}"/>
              </a:ext>
            </a:extLst>
          </p:cNvPr>
          <p:cNvSpPr txBox="1"/>
          <p:nvPr/>
        </p:nvSpPr>
        <p:spPr>
          <a:xfrm rot="3243918">
            <a:off x="2495214" y="2300179"/>
            <a:ext cx="2055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1" name="直接箭头连接符 450">
            <a:extLst>
              <a:ext uri="{FF2B5EF4-FFF2-40B4-BE49-F238E27FC236}">
                <a16:creationId xmlns:a16="http://schemas.microsoft.com/office/drawing/2014/main" id="{145FFB8D-191E-4A61-9CE6-1CCB8703B5EA}"/>
              </a:ext>
            </a:extLst>
          </p:cNvPr>
          <p:cNvCxnSpPr>
            <a:cxnSpLocks/>
          </p:cNvCxnSpPr>
          <p:nvPr/>
        </p:nvCxnSpPr>
        <p:spPr>
          <a:xfrm flipV="1">
            <a:off x="3271821" y="2204635"/>
            <a:ext cx="472968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矩形: 圆角 334">
            <a:extLst>
              <a:ext uri="{FF2B5EF4-FFF2-40B4-BE49-F238E27FC236}">
                <a16:creationId xmlns:a16="http://schemas.microsoft.com/office/drawing/2014/main" id="{A376B14D-EA44-42C3-AA75-36159D25C52A}"/>
              </a:ext>
            </a:extLst>
          </p:cNvPr>
          <p:cNvSpPr/>
          <p:nvPr/>
        </p:nvSpPr>
        <p:spPr>
          <a:xfrm>
            <a:off x="711322" y="3434755"/>
            <a:ext cx="2412121" cy="1442983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6" name="矩形: 圆角 335">
            <a:extLst>
              <a:ext uri="{FF2B5EF4-FFF2-40B4-BE49-F238E27FC236}">
                <a16:creationId xmlns:a16="http://schemas.microsoft.com/office/drawing/2014/main" id="{DDCB47CE-CA68-420E-A269-C1B7A7EA96DE}"/>
              </a:ext>
            </a:extLst>
          </p:cNvPr>
          <p:cNvSpPr/>
          <p:nvPr/>
        </p:nvSpPr>
        <p:spPr>
          <a:xfrm>
            <a:off x="810868" y="3508840"/>
            <a:ext cx="2240191" cy="602421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7" name="矩形: 圆角 336">
            <a:extLst>
              <a:ext uri="{FF2B5EF4-FFF2-40B4-BE49-F238E27FC236}">
                <a16:creationId xmlns:a16="http://schemas.microsoft.com/office/drawing/2014/main" id="{2A22E297-4EAB-43E9-9EA0-AA916A13F6D9}"/>
              </a:ext>
            </a:extLst>
          </p:cNvPr>
          <p:cNvSpPr/>
          <p:nvPr/>
        </p:nvSpPr>
        <p:spPr>
          <a:xfrm>
            <a:off x="810868" y="4205146"/>
            <a:ext cx="2240191" cy="599218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38" name="直接连接符 337">
            <a:extLst>
              <a:ext uri="{FF2B5EF4-FFF2-40B4-BE49-F238E27FC236}">
                <a16:creationId xmlns:a16="http://schemas.microsoft.com/office/drawing/2014/main" id="{43C8ADC6-0B67-45BA-A88F-5C36E17E969E}"/>
              </a:ext>
            </a:extLst>
          </p:cNvPr>
          <p:cNvCxnSpPr>
            <a:cxnSpLocks/>
          </p:cNvCxnSpPr>
          <p:nvPr/>
        </p:nvCxnSpPr>
        <p:spPr>
          <a:xfrm>
            <a:off x="1294563" y="3800064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39" name="图形 338">
            <a:extLst>
              <a:ext uri="{FF2B5EF4-FFF2-40B4-BE49-F238E27FC236}">
                <a16:creationId xmlns:a16="http://schemas.microsoft.com/office/drawing/2014/main" id="{FBE472D2-605A-447D-A63D-A89CC2DEBB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46508" y="4266072"/>
            <a:ext cx="460789" cy="460789"/>
          </a:xfrm>
          <a:prstGeom prst="rect">
            <a:avLst/>
          </a:prstGeom>
        </p:spPr>
      </p:pic>
      <p:pic>
        <p:nvPicPr>
          <p:cNvPr id="340" name="图形 339">
            <a:extLst>
              <a:ext uri="{FF2B5EF4-FFF2-40B4-BE49-F238E27FC236}">
                <a16:creationId xmlns:a16="http://schemas.microsoft.com/office/drawing/2014/main" id="{C566152B-6F7E-482E-9631-ACE00FCB83D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57321" y="4309083"/>
            <a:ext cx="430225" cy="430225"/>
          </a:xfrm>
          <a:prstGeom prst="rect">
            <a:avLst/>
          </a:prstGeom>
        </p:spPr>
      </p:pic>
      <p:cxnSp>
        <p:nvCxnSpPr>
          <p:cNvPr id="341" name="直接连接符 340">
            <a:extLst>
              <a:ext uri="{FF2B5EF4-FFF2-40B4-BE49-F238E27FC236}">
                <a16:creationId xmlns:a16="http://schemas.microsoft.com/office/drawing/2014/main" id="{91D34526-ADC5-4209-9483-3942602DA9E6}"/>
              </a:ext>
            </a:extLst>
          </p:cNvPr>
          <p:cNvCxnSpPr>
            <a:cxnSpLocks/>
          </p:cNvCxnSpPr>
          <p:nvPr/>
        </p:nvCxnSpPr>
        <p:spPr>
          <a:xfrm>
            <a:off x="1104286" y="4517750"/>
            <a:ext cx="158775" cy="1287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2" name="直接连接符 341">
            <a:extLst>
              <a:ext uri="{FF2B5EF4-FFF2-40B4-BE49-F238E27FC236}">
                <a16:creationId xmlns:a16="http://schemas.microsoft.com/office/drawing/2014/main" id="{0C430208-CF34-42F7-9EA4-1ED312A2376F}"/>
              </a:ext>
            </a:extLst>
          </p:cNvPr>
          <p:cNvCxnSpPr>
            <a:cxnSpLocks/>
          </p:cNvCxnSpPr>
          <p:nvPr/>
        </p:nvCxnSpPr>
        <p:spPr>
          <a:xfrm>
            <a:off x="1545000" y="4519028"/>
            <a:ext cx="189930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3" name="直接连接符 342">
            <a:extLst>
              <a:ext uri="{FF2B5EF4-FFF2-40B4-BE49-F238E27FC236}">
                <a16:creationId xmlns:a16="http://schemas.microsoft.com/office/drawing/2014/main" id="{FC96166A-9B7D-4941-A530-D04D660C8BB9}"/>
              </a:ext>
            </a:extLst>
          </p:cNvPr>
          <p:cNvCxnSpPr>
            <a:cxnSpLocks/>
          </p:cNvCxnSpPr>
          <p:nvPr/>
        </p:nvCxnSpPr>
        <p:spPr>
          <a:xfrm>
            <a:off x="2373185" y="4525264"/>
            <a:ext cx="211713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4" name="文本框 343">
                <a:extLst>
                  <a:ext uri="{FF2B5EF4-FFF2-40B4-BE49-F238E27FC236}">
                    <a16:creationId xmlns:a16="http://schemas.microsoft.com/office/drawing/2014/main" id="{F8F21314-B4FC-45F2-B057-7901497E8329}"/>
                  </a:ext>
                </a:extLst>
              </p:cNvPr>
              <p:cNvSpPr txBox="1"/>
              <p:nvPr/>
            </p:nvSpPr>
            <p:spPr>
              <a:xfrm>
                <a:off x="2654937" y="3522068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</m:sSub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344" name="文本框 343">
                <a:extLst>
                  <a:ext uri="{FF2B5EF4-FFF2-40B4-BE49-F238E27FC236}">
                    <a16:creationId xmlns:a16="http://schemas.microsoft.com/office/drawing/2014/main" id="{F8F21314-B4FC-45F2-B057-7901497E8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937" y="3522068"/>
                <a:ext cx="315383" cy="276999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5" name="图形 344">
            <a:extLst>
              <a:ext uri="{FF2B5EF4-FFF2-40B4-BE49-F238E27FC236}">
                <a16:creationId xmlns:a16="http://schemas.microsoft.com/office/drawing/2014/main" id="{AA2E9938-3636-4127-B91E-9738B46777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5336" y="3627343"/>
            <a:ext cx="359938" cy="359938"/>
          </a:xfrm>
          <a:prstGeom prst="rect">
            <a:avLst/>
          </a:prstGeom>
        </p:spPr>
      </p:pic>
      <p:pic>
        <p:nvPicPr>
          <p:cNvPr id="346" name="图形 345">
            <a:extLst>
              <a:ext uri="{FF2B5EF4-FFF2-40B4-BE49-F238E27FC236}">
                <a16:creationId xmlns:a16="http://schemas.microsoft.com/office/drawing/2014/main" id="{29CD5902-DB01-42B7-B6D3-640BD956D4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02291" y="3629386"/>
            <a:ext cx="357763" cy="357763"/>
          </a:xfrm>
          <a:prstGeom prst="rect">
            <a:avLst/>
          </a:prstGeom>
        </p:spPr>
      </p:pic>
      <p:pic>
        <p:nvPicPr>
          <p:cNvPr id="347" name="图形 346">
            <a:extLst>
              <a:ext uri="{FF2B5EF4-FFF2-40B4-BE49-F238E27FC236}">
                <a16:creationId xmlns:a16="http://schemas.microsoft.com/office/drawing/2014/main" id="{688985EC-8D1E-4B8E-ABF7-5C63C0AB5D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2495" y="3628702"/>
            <a:ext cx="365379" cy="365379"/>
          </a:xfrm>
          <a:prstGeom prst="rect">
            <a:avLst/>
          </a:prstGeom>
        </p:spPr>
      </p:pic>
      <p:pic>
        <p:nvPicPr>
          <p:cNvPr id="348" name="图形 347">
            <a:extLst>
              <a:ext uri="{FF2B5EF4-FFF2-40B4-BE49-F238E27FC236}">
                <a16:creationId xmlns:a16="http://schemas.microsoft.com/office/drawing/2014/main" id="{E2F14058-3F99-4D19-BCA5-5F9C8251EAD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06004" y="4326348"/>
            <a:ext cx="369944" cy="369944"/>
          </a:xfrm>
          <a:prstGeom prst="rect">
            <a:avLst/>
          </a:prstGeom>
        </p:spPr>
      </p:pic>
      <p:pic>
        <p:nvPicPr>
          <p:cNvPr id="349" name="图形 348">
            <a:extLst>
              <a:ext uri="{FF2B5EF4-FFF2-40B4-BE49-F238E27FC236}">
                <a16:creationId xmlns:a16="http://schemas.microsoft.com/office/drawing/2014/main" id="{A38D496A-C38D-453F-8395-7E7DDC050A3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33445" y="4333899"/>
            <a:ext cx="341725" cy="341725"/>
          </a:xfrm>
          <a:prstGeom prst="rect">
            <a:avLst/>
          </a:prstGeom>
        </p:spPr>
      </p:pic>
      <p:pic>
        <p:nvPicPr>
          <p:cNvPr id="350" name="图形 349">
            <a:extLst>
              <a:ext uri="{FF2B5EF4-FFF2-40B4-BE49-F238E27FC236}">
                <a16:creationId xmlns:a16="http://schemas.microsoft.com/office/drawing/2014/main" id="{A02CA4E8-EC15-4E46-BA5A-21E22EABA74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517853" y="4359464"/>
            <a:ext cx="329461" cy="32946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51" name="文本框 350">
                <a:extLst>
                  <a:ext uri="{FF2B5EF4-FFF2-40B4-BE49-F238E27FC236}">
                    <a16:creationId xmlns:a16="http://schemas.microsoft.com/office/drawing/2014/main" id="{D52A9A84-44F0-4CE0-A76A-81010DDF6FBF}"/>
                  </a:ext>
                </a:extLst>
              </p:cNvPr>
              <p:cNvSpPr txBox="1"/>
              <p:nvPr/>
            </p:nvSpPr>
            <p:spPr>
              <a:xfrm>
                <a:off x="2740105" y="4188583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</m:sSub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351" name="文本框 350">
                <a:extLst>
                  <a:ext uri="{FF2B5EF4-FFF2-40B4-BE49-F238E27FC236}">
                    <a16:creationId xmlns:a16="http://schemas.microsoft.com/office/drawing/2014/main" id="{D52A9A84-44F0-4CE0-A76A-81010DDF6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0105" y="4188583"/>
                <a:ext cx="315383" cy="27699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1CF65BBD-995F-487A-9589-819E3532A760}"/>
              </a:ext>
            </a:extLst>
          </p:cNvPr>
          <p:cNvCxnSpPr>
            <a:cxnSpLocks/>
            <a:endCxn id="356" idx="3"/>
          </p:cNvCxnSpPr>
          <p:nvPr/>
        </p:nvCxnSpPr>
        <p:spPr>
          <a:xfrm rot="16200000" flipH="1">
            <a:off x="2976997" y="2781767"/>
            <a:ext cx="467892" cy="376355"/>
          </a:xfrm>
          <a:prstGeom prst="bentConnector4">
            <a:avLst>
              <a:gd name="adj1" fmla="val 30266"/>
              <a:gd name="adj2" fmla="val 16074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直接箭头连接符 2">
            <a:extLst>
              <a:ext uri="{FF2B5EF4-FFF2-40B4-BE49-F238E27FC236}">
                <a16:creationId xmlns:a16="http://schemas.microsoft.com/office/drawing/2014/main" id="{F75DABBE-295E-46D2-A2CF-7E82446E122F}"/>
              </a:ext>
            </a:extLst>
          </p:cNvPr>
          <p:cNvCxnSpPr>
            <a:cxnSpLocks/>
          </p:cNvCxnSpPr>
          <p:nvPr/>
        </p:nvCxnSpPr>
        <p:spPr>
          <a:xfrm rot="16200000" flipH="1">
            <a:off x="2988458" y="2626119"/>
            <a:ext cx="688893" cy="31233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6" name="文本框 355">
                <a:extLst>
                  <a:ext uri="{FF2B5EF4-FFF2-40B4-BE49-F238E27FC236}">
                    <a16:creationId xmlns:a16="http://schemas.microsoft.com/office/drawing/2014/main" id="{95148F8D-B908-450A-8939-8DCCD51A3B54}"/>
                  </a:ext>
                </a:extLst>
              </p:cNvPr>
              <p:cNvSpPr txBox="1"/>
              <p:nvPr/>
            </p:nvSpPr>
            <p:spPr>
              <a:xfrm>
                <a:off x="3353405" y="3019222"/>
                <a:ext cx="45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56" name="文本框 355">
                <a:extLst>
                  <a:ext uri="{FF2B5EF4-FFF2-40B4-BE49-F238E27FC236}">
                    <a16:creationId xmlns:a16="http://schemas.microsoft.com/office/drawing/2014/main" id="{95148F8D-B908-450A-8939-8DCCD51A3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405" y="3019222"/>
                <a:ext cx="45719" cy="369332"/>
              </a:xfrm>
              <a:prstGeom prst="rect">
                <a:avLst/>
              </a:prstGeom>
              <a:blipFill>
                <a:blip r:embed="rId34"/>
                <a:stretch>
                  <a:fillRect l="-162500" r="-625000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8" name="文本框 357">
                <a:extLst>
                  <a:ext uri="{FF2B5EF4-FFF2-40B4-BE49-F238E27FC236}">
                    <a16:creationId xmlns:a16="http://schemas.microsoft.com/office/drawing/2014/main" id="{48E35C85-39B6-4C5A-8553-65F5ABD8A5ED}"/>
                  </a:ext>
                </a:extLst>
              </p:cNvPr>
              <p:cNvSpPr txBox="1"/>
              <p:nvPr/>
            </p:nvSpPr>
            <p:spPr>
              <a:xfrm>
                <a:off x="6705339" y="2006757"/>
                <a:ext cx="763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58" name="文本框 357">
                <a:extLst>
                  <a:ext uri="{FF2B5EF4-FFF2-40B4-BE49-F238E27FC236}">
                    <a16:creationId xmlns:a16="http://schemas.microsoft.com/office/drawing/2014/main" id="{48E35C85-39B6-4C5A-8553-65F5ABD8A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339" y="2006757"/>
                <a:ext cx="76368" cy="369332"/>
              </a:xfrm>
              <a:prstGeom prst="rect">
                <a:avLst/>
              </a:prstGeom>
              <a:blipFill>
                <a:blip r:embed="rId35"/>
                <a:stretch>
                  <a:fillRect l="-83333" r="-408333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2" name="直接箭头连接符 2">
            <a:extLst>
              <a:ext uri="{FF2B5EF4-FFF2-40B4-BE49-F238E27FC236}">
                <a16:creationId xmlns:a16="http://schemas.microsoft.com/office/drawing/2014/main" id="{AA715947-1301-4D0F-AAC2-25A29107497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653611" y="2918087"/>
            <a:ext cx="1837411" cy="575153"/>
          </a:xfrm>
          <a:prstGeom prst="bentConnector3">
            <a:avLst>
              <a:gd name="adj1" fmla="val -19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直接箭头连接符 454">
            <a:extLst>
              <a:ext uri="{FF2B5EF4-FFF2-40B4-BE49-F238E27FC236}">
                <a16:creationId xmlns:a16="http://schemas.microsoft.com/office/drawing/2014/main" id="{C32A785A-9ED6-4671-A994-F80EC7AB47E2}"/>
              </a:ext>
            </a:extLst>
          </p:cNvPr>
          <p:cNvCxnSpPr>
            <a:cxnSpLocks/>
          </p:cNvCxnSpPr>
          <p:nvPr/>
        </p:nvCxnSpPr>
        <p:spPr>
          <a:xfrm>
            <a:off x="6525368" y="2206089"/>
            <a:ext cx="2386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6" name="矩形: 圆角 465">
            <a:extLst>
              <a:ext uri="{FF2B5EF4-FFF2-40B4-BE49-F238E27FC236}">
                <a16:creationId xmlns:a16="http://schemas.microsoft.com/office/drawing/2014/main" id="{A6F14D83-0831-453C-80B7-F82F5D20F755}"/>
              </a:ext>
            </a:extLst>
          </p:cNvPr>
          <p:cNvSpPr/>
          <p:nvPr/>
        </p:nvSpPr>
        <p:spPr>
          <a:xfrm>
            <a:off x="7235583" y="3433230"/>
            <a:ext cx="2412121" cy="1442983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67" name="矩形: 圆角 466">
            <a:extLst>
              <a:ext uri="{FF2B5EF4-FFF2-40B4-BE49-F238E27FC236}">
                <a16:creationId xmlns:a16="http://schemas.microsoft.com/office/drawing/2014/main" id="{DBF28128-152F-4A4E-847A-862D7680CB55}"/>
              </a:ext>
            </a:extLst>
          </p:cNvPr>
          <p:cNvSpPr/>
          <p:nvPr/>
        </p:nvSpPr>
        <p:spPr>
          <a:xfrm>
            <a:off x="7335129" y="3507315"/>
            <a:ext cx="2240191" cy="602421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68" name="矩形: 圆角 467">
            <a:extLst>
              <a:ext uri="{FF2B5EF4-FFF2-40B4-BE49-F238E27FC236}">
                <a16:creationId xmlns:a16="http://schemas.microsoft.com/office/drawing/2014/main" id="{6DD2AAEB-6A99-4934-B48E-38BFE81C48E2}"/>
              </a:ext>
            </a:extLst>
          </p:cNvPr>
          <p:cNvSpPr/>
          <p:nvPr/>
        </p:nvSpPr>
        <p:spPr>
          <a:xfrm>
            <a:off x="7335129" y="4203618"/>
            <a:ext cx="2240191" cy="599218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69" name="直接连接符 468">
            <a:extLst>
              <a:ext uri="{FF2B5EF4-FFF2-40B4-BE49-F238E27FC236}">
                <a16:creationId xmlns:a16="http://schemas.microsoft.com/office/drawing/2014/main" id="{E51A0B14-591A-40FF-9448-833D39F234E0}"/>
              </a:ext>
            </a:extLst>
          </p:cNvPr>
          <p:cNvCxnSpPr>
            <a:cxnSpLocks/>
          </p:cNvCxnSpPr>
          <p:nvPr/>
        </p:nvCxnSpPr>
        <p:spPr>
          <a:xfrm>
            <a:off x="7869803" y="3789086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70" name="图形 469">
            <a:extLst>
              <a:ext uri="{FF2B5EF4-FFF2-40B4-BE49-F238E27FC236}">
                <a16:creationId xmlns:a16="http://schemas.microsoft.com/office/drawing/2014/main" id="{82512089-BF63-4812-86BE-5E90AEB8D9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70767" y="4264547"/>
            <a:ext cx="460789" cy="460789"/>
          </a:xfrm>
          <a:prstGeom prst="rect">
            <a:avLst/>
          </a:prstGeom>
        </p:spPr>
      </p:pic>
      <p:pic>
        <p:nvPicPr>
          <p:cNvPr id="471" name="图形 470">
            <a:extLst>
              <a:ext uri="{FF2B5EF4-FFF2-40B4-BE49-F238E27FC236}">
                <a16:creationId xmlns:a16="http://schemas.microsoft.com/office/drawing/2014/main" id="{6A238911-7B69-48E8-AE3A-CB040D150E4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72473" y="4272492"/>
            <a:ext cx="430225" cy="430225"/>
          </a:xfrm>
          <a:prstGeom prst="rect">
            <a:avLst/>
          </a:prstGeom>
        </p:spPr>
      </p:pic>
      <p:cxnSp>
        <p:nvCxnSpPr>
          <p:cNvPr id="472" name="直接连接符 471">
            <a:extLst>
              <a:ext uri="{FF2B5EF4-FFF2-40B4-BE49-F238E27FC236}">
                <a16:creationId xmlns:a16="http://schemas.microsoft.com/office/drawing/2014/main" id="{15BF9C18-7214-4FC0-8E3B-0CE8D40DA479}"/>
              </a:ext>
            </a:extLst>
          </p:cNvPr>
          <p:cNvCxnSpPr>
            <a:cxnSpLocks/>
          </p:cNvCxnSpPr>
          <p:nvPr/>
        </p:nvCxnSpPr>
        <p:spPr>
          <a:xfrm>
            <a:off x="7628547" y="4516226"/>
            <a:ext cx="158775" cy="1287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3" name="直接连接符 472">
            <a:extLst>
              <a:ext uri="{FF2B5EF4-FFF2-40B4-BE49-F238E27FC236}">
                <a16:creationId xmlns:a16="http://schemas.microsoft.com/office/drawing/2014/main" id="{E49EA236-82F8-46B2-B2F2-6D079BCB13D8}"/>
              </a:ext>
            </a:extLst>
          </p:cNvPr>
          <p:cNvCxnSpPr>
            <a:cxnSpLocks/>
          </p:cNvCxnSpPr>
          <p:nvPr/>
        </p:nvCxnSpPr>
        <p:spPr>
          <a:xfrm>
            <a:off x="8069255" y="4517499"/>
            <a:ext cx="189930" cy="0"/>
          </a:xfrm>
          <a:prstGeom prst="line">
            <a:avLst/>
          </a:prstGeom>
          <a:ln>
            <a:solidFill>
              <a:srgbClr val="674598"/>
            </a:solidFill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4" name="直接连接符 473">
            <a:extLst>
              <a:ext uri="{FF2B5EF4-FFF2-40B4-BE49-F238E27FC236}">
                <a16:creationId xmlns:a16="http://schemas.microsoft.com/office/drawing/2014/main" id="{A2CC35D4-1C90-411F-8E87-EAC291757E7E}"/>
              </a:ext>
            </a:extLst>
          </p:cNvPr>
          <p:cNvCxnSpPr>
            <a:cxnSpLocks/>
          </p:cNvCxnSpPr>
          <p:nvPr/>
        </p:nvCxnSpPr>
        <p:spPr>
          <a:xfrm>
            <a:off x="8913298" y="4515207"/>
            <a:ext cx="211713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5" name="文本框 474">
                <a:extLst>
                  <a:ext uri="{FF2B5EF4-FFF2-40B4-BE49-F238E27FC236}">
                    <a16:creationId xmlns:a16="http://schemas.microsoft.com/office/drawing/2014/main" id="{28261D34-20DD-4054-B3B2-31710B083491}"/>
                  </a:ext>
                </a:extLst>
              </p:cNvPr>
              <p:cNvSpPr txBox="1"/>
              <p:nvPr/>
            </p:nvSpPr>
            <p:spPr>
              <a:xfrm>
                <a:off x="9142679" y="3495729"/>
                <a:ext cx="315383" cy="301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475" name="文本框 474">
                <a:extLst>
                  <a:ext uri="{FF2B5EF4-FFF2-40B4-BE49-F238E27FC236}">
                    <a16:creationId xmlns:a16="http://schemas.microsoft.com/office/drawing/2014/main" id="{28261D34-20DD-4054-B3B2-31710B083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2679" y="3495729"/>
                <a:ext cx="315383" cy="301557"/>
              </a:xfrm>
              <a:prstGeom prst="rect">
                <a:avLst/>
              </a:prstGeom>
              <a:blipFill>
                <a:blip r:embed="rId36"/>
                <a:stretch>
                  <a:fillRect r="-4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6" name="图形 475">
            <a:extLst>
              <a:ext uri="{FF2B5EF4-FFF2-40B4-BE49-F238E27FC236}">
                <a16:creationId xmlns:a16="http://schemas.microsoft.com/office/drawing/2014/main" id="{77A289A0-8E8A-4023-919A-ED8642D80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06962" y="3607889"/>
            <a:ext cx="359938" cy="359938"/>
          </a:xfrm>
          <a:prstGeom prst="rect">
            <a:avLst/>
          </a:prstGeom>
        </p:spPr>
      </p:pic>
      <p:pic>
        <p:nvPicPr>
          <p:cNvPr id="477" name="图形 476">
            <a:extLst>
              <a:ext uri="{FF2B5EF4-FFF2-40B4-BE49-F238E27FC236}">
                <a16:creationId xmlns:a16="http://schemas.microsoft.com/office/drawing/2014/main" id="{6B61AB0F-372E-4D78-8346-14346C3D1E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99322" y="3607314"/>
            <a:ext cx="357763" cy="357763"/>
          </a:xfrm>
          <a:prstGeom prst="rect">
            <a:avLst/>
          </a:prstGeom>
        </p:spPr>
      </p:pic>
      <p:pic>
        <p:nvPicPr>
          <p:cNvPr id="478" name="图形 477">
            <a:extLst>
              <a:ext uri="{FF2B5EF4-FFF2-40B4-BE49-F238E27FC236}">
                <a16:creationId xmlns:a16="http://schemas.microsoft.com/office/drawing/2014/main" id="{75EA35D9-D3E3-4AA0-99E9-E426CFBD70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41065" y="3611702"/>
            <a:ext cx="365379" cy="365379"/>
          </a:xfrm>
          <a:prstGeom prst="rect">
            <a:avLst/>
          </a:prstGeom>
        </p:spPr>
      </p:pic>
      <p:pic>
        <p:nvPicPr>
          <p:cNvPr id="479" name="图形 478">
            <a:extLst>
              <a:ext uri="{FF2B5EF4-FFF2-40B4-BE49-F238E27FC236}">
                <a16:creationId xmlns:a16="http://schemas.microsoft.com/office/drawing/2014/main" id="{4CF571A2-3FBC-45C9-8689-A3065133895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30260" y="4324819"/>
            <a:ext cx="369944" cy="369944"/>
          </a:xfrm>
          <a:prstGeom prst="rect">
            <a:avLst/>
          </a:prstGeom>
        </p:spPr>
      </p:pic>
      <p:pic>
        <p:nvPicPr>
          <p:cNvPr id="480" name="图形 479">
            <a:extLst>
              <a:ext uri="{FF2B5EF4-FFF2-40B4-BE49-F238E27FC236}">
                <a16:creationId xmlns:a16="http://schemas.microsoft.com/office/drawing/2014/main" id="{1E3BC570-FC93-4010-A4BC-C6DCB7031AC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757706" y="4332374"/>
            <a:ext cx="341725" cy="341725"/>
          </a:xfrm>
          <a:prstGeom prst="rect">
            <a:avLst/>
          </a:prstGeom>
        </p:spPr>
      </p:pic>
      <p:pic>
        <p:nvPicPr>
          <p:cNvPr id="481" name="图形 480">
            <a:extLst>
              <a:ext uri="{FF2B5EF4-FFF2-40B4-BE49-F238E27FC236}">
                <a16:creationId xmlns:a16="http://schemas.microsoft.com/office/drawing/2014/main" id="{FD46EB25-58C6-48BC-84DA-87726571844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094837" y="4335257"/>
            <a:ext cx="329461" cy="32946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82" name="文本框 481">
                <a:extLst>
                  <a:ext uri="{FF2B5EF4-FFF2-40B4-BE49-F238E27FC236}">
                    <a16:creationId xmlns:a16="http://schemas.microsoft.com/office/drawing/2014/main" id="{1D8D870A-6D15-43B9-AA84-7BC5AA3D099A}"/>
                  </a:ext>
                </a:extLst>
              </p:cNvPr>
              <p:cNvSpPr txBox="1"/>
              <p:nvPr/>
            </p:nvSpPr>
            <p:spPr>
              <a:xfrm>
                <a:off x="9156988" y="4158443"/>
                <a:ext cx="315383" cy="300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482" name="文本框 481">
                <a:extLst>
                  <a:ext uri="{FF2B5EF4-FFF2-40B4-BE49-F238E27FC236}">
                    <a16:creationId xmlns:a16="http://schemas.microsoft.com/office/drawing/2014/main" id="{1D8D870A-6D15-43B9-AA84-7BC5AA3D09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6988" y="4158443"/>
                <a:ext cx="315383" cy="300723"/>
              </a:xfrm>
              <a:prstGeom prst="rect">
                <a:avLst/>
              </a:prstGeom>
              <a:blipFill>
                <a:blip r:embed="rId37"/>
                <a:stretch>
                  <a:fillRect r="-4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83" name="图形 482">
            <a:extLst>
              <a:ext uri="{FF2B5EF4-FFF2-40B4-BE49-F238E27FC236}">
                <a16:creationId xmlns:a16="http://schemas.microsoft.com/office/drawing/2014/main" id="{177EA270-CD67-4999-BEC0-0E439C2E9BD6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8057974" y="4310272"/>
            <a:ext cx="212382" cy="212382"/>
          </a:xfrm>
          <a:prstGeom prst="rect">
            <a:avLst/>
          </a:prstGeom>
        </p:spPr>
      </p:pic>
      <p:cxnSp>
        <p:nvCxnSpPr>
          <p:cNvPr id="492" name="直接箭头连接符 491">
            <a:extLst>
              <a:ext uri="{FF2B5EF4-FFF2-40B4-BE49-F238E27FC236}">
                <a16:creationId xmlns:a16="http://schemas.microsoft.com/office/drawing/2014/main" id="{CAC860A8-1971-489E-AA59-DE9CD3927FA0}"/>
              </a:ext>
            </a:extLst>
          </p:cNvPr>
          <p:cNvCxnSpPr>
            <a:cxnSpLocks/>
          </p:cNvCxnSpPr>
          <p:nvPr/>
        </p:nvCxnSpPr>
        <p:spPr>
          <a:xfrm>
            <a:off x="6950516" y="2210798"/>
            <a:ext cx="2386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6" name="矩形: 圆角 495">
            <a:extLst>
              <a:ext uri="{FF2B5EF4-FFF2-40B4-BE49-F238E27FC236}">
                <a16:creationId xmlns:a16="http://schemas.microsoft.com/office/drawing/2014/main" id="{3B8AC958-9CC7-48BA-82F7-969C5F295494}"/>
              </a:ext>
            </a:extLst>
          </p:cNvPr>
          <p:cNvSpPr/>
          <p:nvPr/>
        </p:nvSpPr>
        <p:spPr>
          <a:xfrm>
            <a:off x="752575" y="5169905"/>
            <a:ext cx="3558801" cy="1907834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7" name="矩形: 圆角 496">
            <a:extLst>
              <a:ext uri="{FF2B5EF4-FFF2-40B4-BE49-F238E27FC236}">
                <a16:creationId xmlns:a16="http://schemas.microsoft.com/office/drawing/2014/main" id="{78FE76D5-E497-47D5-B69A-3785717662DC}"/>
              </a:ext>
            </a:extLst>
          </p:cNvPr>
          <p:cNvSpPr/>
          <p:nvPr/>
        </p:nvSpPr>
        <p:spPr>
          <a:xfrm>
            <a:off x="4758210" y="5158969"/>
            <a:ext cx="3543190" cy="1907893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8" name="矩形: 圆角 497">
            <a:extLst>
              <a:ext uri="{FF2B5EF4-FFF2-40B4-BE49-F238E27FC236}">
                <a16:creationId xmlns:a16="http://schemas.microsoft.com/office/drawing/2014/main" id="{5D5DC968-B793-458E-82CD-AFA3E2CDD296}"/>
              </a:ext>
            </a:extLst>
          </p:cNvPr>
          <p:cNvSpPr/>
          <p:nvPr/>
        </p:nvSpPr>
        <p:spPr>
          <a:xfrm>
            <a:off x="8966124" y="5002309"/>
            <a:ext cx="2150702" cy="2186670"/>
          </a:xfrm>
          <a:prstGeom prst="roundRect">
            <a:avLst>
              <a:gd name="adj" fmla="val 3512"/>
            </a:avLst>
          </a:prstGeom>
          <a:solidFill>
            <a:srgbClr val="EEEEEE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9" name="矩形 498">
            <a:extLst>
              <a:ext uri="{FF2B5EF4-FFF2-40B4-BE49-F238E27FC236}">
                <a16:creationId xmlns:a16="http://schemas.microsoft.com/office/drawing/2014/main" id="{DA899F6E-474F-4ABF-98B7-072C585DDBAC}"/>
              </a:ext>
            </a:extLst>
          </p:cNvPr>
          <p:cNvSpPr/>
          <p:nvPr/>
        </p:nvSpPr>
        <p:spPr>
          <a:xfrm>
            <a:off x="9101645" y="5536723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0" name="矩形 499">
            <a:extLst>
              <a:ext uri="{FF2B5EF4-FFF2-40B4-BE49-F238E27FC236}">
                <a16:creationId xmlns:a16="http://schemas.microsoft.com/office/drawing/2014/main" id="{FF9F0814-775D-4564-AA73-32D01E2CD5D3}"/>
              </a:ext>
            </a:extLst>
          </p:cNvPr>
          <p:cNvSpPr/>
          <p:nvPr/>
        </p:nvSpPr>
        <p:spPr>
          <a:xfrm>
            <a:off x="9232272" y="5536723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1" name="矩形 500">
            <a:extLst>
              <a:ext uri="{FF2B5EF4-FFF2-40B4-BE49-F238E27FC236}">
                <a16:creationId xmlns:a16="http://schemas.microsoft.com/office/drawing/2014/main" id="{1DED3CFF-E1E9-4CB7-8B25-4ACD3F4102CE}"/>
              </a:ext>
            </a:extLst>
          </p:cNvPr>
          <p:cNvSpPr/>
          <p:nvPr/>
        </p:nvSpPr>
        <p:spPr>
          <a:xfrm>
            <a:off x="9362166" y="5536723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矩形 501">
            <a:extLst>
              <a:ext uri="{FF2B5EF4-FFF2-40B4-BE49-F238E27FC236}">
                <a16:creationId xmlns:a16="http://schemas.microsoft.com/office/drawing/2014/main" id="{31A20A16-8DFC-4D01-A15A-7E5268DB22A3}"/>
              </a:ext>
            </a:extLst>
          </p:cNvPr>
          <p:cNvSpPr/>
          <p:nvPr/>
        </p:nvSpPr>
        <p:spPr>
          <a:xfrm>
            <a:off x="9493485" y="5536244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3" name="矩形 502">
            <a:extLst>
              <a:ext uri="{FF2B5EF4-FFF2-40B4-BE49-F238E27FC236}">
                <a16:creationId xmlns:a16="http://schemas.microsoft.com/office/drawing/2014/main" id="{7347DC72-A14A-492F-B791-41983CDF3F4B}"/>
              </a:ext>
            </a:extLst>
          </p:cNvPr>
          <p:cNvSpPr/>
          <p:nvPr/>
        </p:nvSpPr>
        <p:spPr>
          <a:xfrm>
            <a:off x="9624165" y="5536722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矩形 503">
            <a:extLst>
              <a:ext uri="{FF2B5EF4-FFF2-40B4-BE49-F238E27FC236}">
                <a16:creationId xmlns:a16="http://schemas.microsoft.com/office/drawing/2014/main" id="{3D229B43-AB29-456C-8C05-24038E03A3BD}"/>
              </a:ext>
            </a:extLst>
          </p:cNvPr>
          <p:cNvSpPr/>
          <p:nvPr/>
        </p:nvSpPr>
        <p:spPr>
          <a:xfrm>
            <a:off x="9748191" y="5536244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5" name="矩形 504">
            <a:extLst>
              <a:ext uri="{FF2B5EF4-FFF2-40B4-BE49-F238E27FC236}">
                <a16:creationId xmlns:a16="http://schemas.microsoft.com/office/drawing/2014/main" id="{56CE4536-FEDD-41F9-9E7F-C319C8171149}"/>
              </a:ext>
            </a:extLst>
          </p:cNvPr>
          <p:cNvSpPr/>
          <p:nvPr/>
        </p:nvSpPr>
        <p:spPr>
          <a:xfrm>
            <a:off x="9878871" y="5536722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6" name="矩形 505">
            <a:extLst>
              <a:ext uri="{FF2B5EF4-FFF2-40B4-BE49-F238E27FC236}">
                <a16:creationId xmlns:a16="http://schemas.microsoft.com/office/drawing/2014/main" id="{161DA8FD-7D26-47C6-BDEF-259E8024649D}"/>
              </a:ext>
            </a:extLst>
          </p:cNvPr>
          <p:cNvSpPr/>
          <p:nvPr/>
        </p:nvSpPr>
        <p:spPr>
          <a:xfrm>
            <a:off x="9104164" y="5869425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7" name="矩形 506">
            <a:extLst>
              <a:ext uri="{FF2B5EF4-FFF2-40B4-BE49-F238E27FC236}">
                <a16:creationId xmlns:a16="http://schemas.microsoft.com/office/drawing/2014/main" id="{BDD28843-4916-477F-9FF7-851160E77D13}"/>
              </a:ext>
            </a:extLst>
          </p:cNvPr>
          <p:cNvSpPr/>
          <p:nvPr/>
        </p:nvSpPr>
        <p:spPr>
          <a:xfrm>
            <a:off x="9234792" y="5869425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8" name="矩形 507">
            <a:extLst>
              <a:ext uri="{FF2B5EF4-FFF2-40B4-BE49-F238E27FC236}">
                <a16:creationId xmlns:a16="http://schemas.microsoft.com/office/drawing/2014/main" id="{A2731869-8055-431F-B465-173D95716EC2}"/>
              </a:ext>
            </a:extLst>
          </p:cNvPr>
          <p:cNvSpPr/>
          <p:nvPr/>
        </p:nvSpPr>
        <p:spPr>
          <a:xfrm>
            <a:off x="9364685" y="5869425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9" name="矩形 508">
            <a:extLst>
              <a:ext uri="{FF2B5EF4-FFF2-40B4-BE49-F238E27FC236}">
                <a16:creationId xmlns:a16="http://schemas.microsoft.com/office/drawing/2014/main" id="{7F2EE5EB-5EBD-4C3A-879D-BCD356DE053B}"/>
              </a:ext>
            </a:extLst>
          </p:cNvPr>
          <p:cNvSpPr/>
          <p:nvPr/>
        </p:nvSpPr>
        <p:spPr>
          <a:xfrm>
            <a:off x="9496004" y="5868945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10" name="矩形 509">
            <a:extLst>
              <a:ext uri="{FF2B5EF4-FFF2-40B4-BE49-F238E27FC236}">
                <a16:creationId xmlns:a16="http://schemas.microsoft.com/office/drawing/2014/main" id="{4D289051-E478-4B3A-A585-96A65B627ACC}"/>
              </a:ext>
            </a:extLst>
          </p:cNvPr>
          <p:cNvSpPr/>
          <p:nvPr/>
        </p:nvSpPr>
        <p:spPr>
          <a:xfrm>
            <a:off x="9626684" y="5869424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1" name="矩形 510">
            <a:extLst>
              <a:ext uri="{FF2B5EF4-FFF2-40B4-BE49-F238E27FC236}">
                <a16:creationId xmlns:a16="http://schemas.microsoft.com/office/drawing/2014/main" id="{512D0ADA-EA18-452D-8829-9952DCB0DB9F}"/>
              </a:ext>
            </a:extLst>
          </p:cNvPr>
          <p:cNvSpPr/>
          <p:nvPr/>
        </p:nvSpPr>
        <p:spPr>
          <a:xfrm>
            <a:off x="9750711" y="5868945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12" name="矩形 511">
            <a:extLst>
              <a:ext uri="{FF2B5EF4-FFF2-40B4-BE49-F238E27FC236}">
                <a16:creationId xmlns:a16="http://schemas.microsoft.com/office/drawing/2014/main" id="{6599913D-0191-4076-A62E-ACFC0C6F3B01}"/>
              </a:ext>
            </a:extLst>
          </p:cNvPr>
          <p:cNvSpPr/>
          <p:nvPr/>
        </p:nvSpPr>
        <p:spPr>
          <a:xfrm>
            <a:off x="9881391" y="5869424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" name="矩形 512">
            <a:extLst>
              <a:ext uri="{FF2B5EF4-FFF2-40B4-BE49-F238E27FC236}">
                <a16:creationId xmlns:a16="http://schemas.microsoft.com/office/drawing/2014/main" id="{327DEF9B-C527-4AE3-8FB9-B60DE12C7999}"/>
              </a:ext>
            </a:extLst>
          </p:cNvPr>
          <p:cNvSpPr/>
          <p:nvPr/>
        </p:nvSpPr>
        <p:spPr>
          <a:xfrm>
            <a:off x="9101645" y="6543161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4" name="矩形 513">
            <a:extLst>
              <a:ext uri="{FF2B5EF4-FFF2-40B4-BE49-F238E27FC236}">
                <a16:creationId xmlns:a16="http://schemas.microsoft.com/office/drawing/2014/main" id="{162DB73E-AC6C-4305-92C5-FA50B0708474}"/>
              </a:ext>
            </a:extLst>
          </p:cNvPr>
          <p:cNvSpPr/>
          <p:nvPr/>
        </p:nvSpPr>
        <p:spPr>
          <a:xfrm>
            <a:off x="9232272" y="6543161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5" name="矩形 514">
            <a:extLst>
              <a:ext uri="{FF2B5EF4-FFF2-40B4-BE49-F238E27FC236}">
                <a16:creationId xmlns:a16="http://schemas.microsoft.com/office/drawing/2014/main" id="{09DDFA85-2BE4-4EB0-A2B4-F85C5257CEAE}"/>
              </a:ext>
            </a:extLst>
          </p:cNvPr>
          <p:cNvSpPr/>
          <p:nvPr/>
        </p:nvSpPr>
        <p:spPr>
          <a:xfrm>
            <a:off x="9362166" y="6543161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6" name="矩形 515">
            <a:extLst>
              <a:ext uri="{FF2B5EF4-FFF2-40B4-BE49-F238E27FC236}">
                <a16:creationId xmlns:a16="http://schemas.microsoft.com/office/drawing/2014/main" id="{40577A47-CB8F-47B0-96B6-938A5E2451E1}"/>
              </a:ext>
            </a:extLst>
          </p:cNvPr>
          <p:cNvSpPr/>
          <p:nvPr/>
        </p:nvSpPr>
        <p:spPr>
          <a:xfrm>
            <a:off x="9493485" y="6542680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17" name="矩形 516">
            <a:extLst>
              <a:ext uri="{FF2B5EF4-FFF2-40B4-BE49-F238E27FC236}">
                <a16:creationId xmlns:a16="http://schemas.microsoft.com/office/drawing/2014/main" id="{5FED4ADE-0546-4864-8586-C12F1B7D1CAB}"/>
              </a:ext>
            </a:extLst>
          </p:cNvPr>
          <p:cNvSpPr/>
          <p:nvPr/>
        </p:nvSpPr>
        <p:spPr>
          <a:xfrm>
            <a:off x="9624165" y="6543160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8" name="矩形 517">
            <a:extLst>
              <a:ext uri="{FF2B5EF4-FFF2-40B4-BE49-F238E27FC236}">
                <a16:creationId xmlns:a16="http://schemas.microsoft.com/office/drawing/2014/main" id="{E44EC3F8-9695-4657-8E7B-9B7698D6F52F}"/>
              </a:ext>
            </a:extLst>
          </p:cNvPr>
          <p:cNvSpPr/>
          <p:nvPr/>
        </p:nvSpPr>
        <p:spPr>
          <a:xfrm>
            <a:off x="9748191" y="6542680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19" name="矩形 518">
            <a:extLst>
              <a:ext uri="{FF2B5EF4-FFF2-40B4-BE49-F238E27FC236}">
                <a16:creationId xmlns:a16="http://schemas.microsoft.com/office/drawing/2014/main" id="{CEAD733B-C04F-456F-B901-CA1AF9E306D2}"/>
              </a:ext>
            </a:extLst>
          </p:cNvPr>
          <p:cNvSpPr/>
          <p:nvPr/>
        </p:nvSpPr>
        <p:spPr>
          <a:xfrm>
            <a:off x="9878871" y="6543160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0" name="矩形 519">
            <a:extLst>
              <a:ext uri="{FF2B5EF4-FFF2-40B4-BE49-F238E27FC236}">
                <a16:creationId xmlns:a16="http://schemas.microsoft.com/office/drawing/2014/main" id="{64E7170F-BBBA-4A16-BFD0-CA3671AB9145}"/>
              </a:ext>
            </a:extLst>
          </p:cNvPr>
          <p:cNvSpPr/>
          <p:nvPr/>
        </p:nvSpPr>
        <p:spPr>
          <a:xfrm>
            <a:off x="9104216" y="6855485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1" name="矩形 520">
            <a:extLst>
              <a:ext uri="{FF2B5EF4-FFF2-40B4-BE49-F238E27FC236}">
                <a16:creationId xmlns:a16="http://schemas.microsoft.com/office/drawing/2014/main" id="{8C019C0B-08E6-4086-A624-8280B58E450D}"/>
              </a:ext>
            </a:extLst>
          </p:cNvPr>
          <p:cNvSpPr/>
          <p:nvPr/>
        </p:nvSpPr>
        <p:spPr>
          <a:xfrm>
            <a:off x="9234844" y="6855485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2" name="矩形 521">
            <a:extLst>
              <a:ext uri="{FF2B5EF4-FFF2-40B4-BE49-F238E27FC236}">
                <a16:creationId xmlns:a16="http://schemas.microsoft.com/office/drawing/2014/main" id="{795633EC-12F7-4CE3-9B75-25A269D2E31E}"/>
              </a:ext>
            </a:extLst>
          </p:cNvPr>
          <p:cNvSpPr/>
          <p:nvPr/>
        </p:nvSpPr>
        <p:spPr>
          <a:xfrm>
            <a:off x="9364738" y="6855485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3" name="矩形 522">
            <a:extLst>
              <a:ext uri="{FF2B5EF4-FFF2-40B4-BE49-F238E27FC236}">
                <a16:creationId xmlns:a16="http://schemas.microsoft.com/office/drawing/2014/main" id="{650AB900-8954-4648-8A15-2B62221CF369}"/>
              </a:ext>
            </a:extLst>
          </p:cNvPr>
          <p:cNvSpPr/>
          <p:nvPr/>
        </p:nvSpPr>
        <p:spPr>
          <a:xfrm>
            <a:off x="9496056" y="6855005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4" name="矩形 523">
            <a:extLst>
              <a:ext uri="{FF2B5EF4-FFF2-40B4-BE49-F238E27FC236}">
                <a16:creationId xmlns:a16="http://schemas.microsoft.com/office/drawing/2014/main" id="{030124C4-3C18-43FF-9C55-6762651FE463}"/>
              </a:ext>
            </a:extLst>
          </p:cNvPr>
          <p:cNvSpPr/>
          <p:nvPr/>
        </p:nvSpPr>
        <p:spPr>
          <a:xfrm>
            <a:off x="9626736" y="6855484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5" name="矩形 524">
            <a:extLst>
              <a:ext uri="{FF2B5EF4-FFF2-40B4-BE49-F238E27FC236}">
                <a16:creationId xmlns:a16="http://schemas.microsoft.com/office/drawing/2014/main" id="{54D1F1FB-82FC-4F01-A94B-F7FADA1C363A}"/>
              </a:ext>
            </a:extLst>
          </p:cNvPr>
          <p:cNvSpPr/>
          <p:nvPr/>
        </p:nvSpPr>
        <p:spPr>
          <a:xfrm>
            <a:off x="9750763" y="6855005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6" name="矩形 525">
            <a:extLst>
              <a:ext uri="{FF2B5EF4-FFF2-40B4-BE49-F238E27FC236}">
                <a16:creationId xmlns:a16="http://schemas.microsoft.com/office/drawing/2014/main" id="{243F361A-524D-4BFC-ADF8-4FAE75A57C9D}"/>
              </a:ext>
            </a:extLst>
          </p:cNvPr>
          <p:cNvSpPr/>
          <p:nvPr/>
        </p:nvSpPr>
        <p:spPr>
          <a:xfrm>
            <a:off x="9881443" y="6855484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7" name="矩形 526">
            <a:extLst>
              <a:ext uri="{FF2B5EF4-FFF2-40B4-BE49-F238E27FC236}">
                <a16:creationId xmlns:a16="http://schemas.microsoft.com/office/drawing/2014/main" id="{CA90B9E4-992F-4566-A739-C73565CF438E}"/>
              </a:ext>
            </a:extLst>
          </p:cNvPr>
          <p:cNvSpPr/>
          <p:nvPr/>
        </p:nvSpPr>
        <p:spPr>
          <a:xfrm>
            <a:off x="9101867" y="6202447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8" name="矩形 527">
            <a:extLst>
              <a:ext uri="{FF2B5EF4-FFF2-40B4-BE49-F238E27FC236}">
                <a16:creationId xmlns:a16="http://schemas.microsoft.com/office/drawing/2014/main" id="{0F1F8115-61D7-4F4C-992C-0649ECB9989D}"/>
              </a:ext>
            </a:extLst>
          </p:cNvPr>
          <p:cNvSpPr/>
          <p:nvPr/>
        </p:nvSpPr>
        <p:spPr>
          <a:xfrm>
            <a:off x="9232495" y="6202447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矩形 528">
            <a:extLst>
              <a:ext uri="{FF2B5EF4-FFF2-40B4-BE49-F238E27FC236}">
                <a16:creationId xmlns:a16="http://schemas.microsoft.com/office/drawing/2014/main" id="{B95BC95D-295F-4ED7-9347-D878B301BE37}"/>
              </a:ext>
            </a:extLst>
          </p:cNvPr>
          <p:cNvSpPr/>
          <p:nvPr/>
        </p:nvSpPr>
        <p:spPr>
          <a:xfrm>
            <a:off x="9362387" y="6202447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矩形 529">
            <a:extLst>
              <a:ext uri="{FF2B5EF4-FFF2-40B4-BE49-F238E27FC236}">
                <a16:creationId xmlns:a16="http://schemas.microsoft.com/office/drawing/2014/main" id="{CB5C6E6D-8DDF-4B8E-9588-4EC0BB7CEE41}"/>
              </a:ext>
            </a:extLst>
          </p:cNvPr>
          <p:cNvSpPr/>
          <p:nvPr/>
        </p:nvSpPr>
        <p:spPr>
          <a:xfrm>
            <a:off x="9493707" y="6201967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31" name="矩形 530">
            <a:extLst>
              <a:ext uri="{FF2B5EF4-FFF2-40B4-BE49-F238E27FC236}">
                <a16:creationId xmlns:a16="http://schemas.microsoft.com/office/drawing/2014/main" id="{46C26CED-890E-4733-BACB-EDE05BE4D8CC}"/>
              </a:ext>
            </a:extLst>
          </p:cNvPr>
          <p:cNvSpPr/>
          <p:nvPr/>
        </p:nvSpPr>
        <p:spPr>
          <a:xfrm>
            <a:off x="9624387" y="6202445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矩形 531">
            <a:extLst>
              <a:ext uri="{FF2B5EF4-FFF2-40B4-BE49-F238E27FC236}">
                <a16:creationId xmlns:a16="http://schemas.microsoft.com/office/drawing/2014/main" id="{65F37FB4-B1FB-4C1E-93CE-396A262CA675}"/>
              </a:ext>
            </a:extLst>
          </p:cNvPr>
          <p:cNvSpPr/>
          <p:nvPr/>
        </p:nvSpPr>
        <p:spPr>
          <a:xfrm>
            <a:off x="9748414" y="6201967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33" name="矩形 532">
            <a:extLst>
              <a:ext uri="{FF2B5EF4-FFF2-40B4-BE49-F238E27FC236}">
                <a16:creationId xmlns:a16="http://schemas.microsoft.com/office/drawing/2014/main" id="{7FEB6A6F-17BD-4D9C-B88B-9A449E0AD320}"/>
              </a:ext>
            </a:extLst>
          </p:cNvPr>
          <p:cNvSpPr/>
          <p:nvPr/>
        </p:nvSpPr>
        <p:spPr>
          <a:xfrm>
            <a:off x="9879094" y="6202445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4" name="文本框 533">
                <a:extLst>
                  <a:ext uri="{FF2B5EF4-FFF2-40B4-BE49-F238E27FC236}">
                    <a16:creationId xmlns:a16="http://schemas.microsoft.com/office/drawing/2014/main" id="{CE2BE215-7623-4636-BE78-72DF54EBC94C}"/>
                  </a:ext>
                </a:extLst>
              </p:cNvPr>
              <p:cNvSpPr txBox="1"/>
              <p:nvPr/>
            </p:nvSpPr>
            <p:spPr>
              <a:xfrm>
                <a:off x="9188848" y="5649077"/>
                <a:ext cx="171318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10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User Embedding</a:t>
                </a:r>
                <a:endParaRPr lang="zh-CN" altLang="en-US" sz="1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34" name="文本框 533">
                <a:extLst>
                  <a:ext uri="{FF2B5EF4-FFF2-40B4-BE49-F238E27FC236}">
                    <a16:creationId xmlns:a16="http://schemas.microsoft.com/office/drawing/2014/main" id="{CE2BE215-7623-4636-BE78-72DF54EBC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848" y="5649077"/>
                <a:ext cx="1713181" cy="246221"/>
              </a:xfrm>
              <a:prstGeom prst="rect">
                <a:avLst/>
              </a:prstGeom>
              <a:blipFill>
                <a:blip r:embed="rId40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5" name="文本框 534">
                <a:extLst>
                  <a:ext uri="{FF2B5EF4-FFF2-40B4-BE49-F238E27FC236}">
                    <a16:creationId xmlns:a16="http://schemas.microsoft.com/office/drawing/2014/main" id="{9BF0CC60-D512-4D32-A832-EA7712F8ABC1}"/>
                  </a:ext>
                </a:extLst>
              </p:cNvPr>
              <p:cNvSpPr txBox="1"/>
              <p:nvPr/>
            </p:nvSpPr>
            <p:spPr>
              <a:xfrm>
                <a:off x="9297587" y="5974925"/>
                <a:ext cx="14707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10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Item Embedding</a:t>
                </a:r>
                <a:endParaRPr lang="zh-CN" altLang="en-US" sz="1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35" name="文本框 534">
                <a:extLst>
                  <a:ext uri="{FF2B5EF4-FFF2-40B4-BE49-F238E27FC236}">
                    <a16:creationId xmlns:a16="http://schemas.microsoft.com/office/drawing/2014/main" id="{9BF0CC60-D512-4D32-A832-EA7712F8A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7587" y="5974925"/>
                <a:ext cx="1470712" cy="246221"/>
              </a:xfrm>
              <a:prstGeom prst="rect">
                <a:avLst/>
              </a:prstGeom>
              <a:blipFill>
                <a:blip r:embed="rId41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6" name="文本框 535">
                <a:extLst>
                  <a:ext uri="{FF2B5EF4-FFF2-40B4-BE49-F238E27FC236}">
                    <a16:creationId xmlns:a16="http://schemas.microsoft.com/office/drawing/2014/main" id="{B7EFC70C-1D0D-4CDC-9E73-035D3DEA5B81}"/>
                  </a:ext>
                </a:extLst>
              </p:cNvPr>
              <p:cNvSpPr txBox="1"/>
              <p:nvPr/>
            </p:nvSpPr>
            <p:spPr>
              <a:xfrm>
                <a:off x="9329020" y="6306629"/>
                <a:ext cx="1779021" cy="260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altLang="zh-CN" sz="10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 Behavior Embedding</a:t>
                </a:r>
                <a:endParaRPr lang="zh-CN" altLang="en-US" sz="1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36" name="文本框 535">
                <a:extLst>
                  <a:ext uri="{FF2B5EF4-FFF2-40B4-BE49-F238E27FC236}">
                    <a16:creationId xmlns:a16="http://schemas.microsoft.com/office/drawing/2014/main" id="{B7EFC70C-1D0D-4CDC-9E73-035D3DEA5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9020" y="6306629"/>
                <a:ext cx="1779021" cy="260008"/>
              </a:xfrm>
              <a:prstGeom prst="rect">
                <a:avLst/>
              </a:prstGeom>
              <a:blipFill>
                <a:blip r:embed="rId42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7" name="文本框 536">
                <a:extLst>
                  <a:ext uri="{FF2B5EF4-FFF2-40B4-BE49-F238E27FC236}">
                    <a16:creationId xmlns:a16="http://schemas.microsoft.com/office/drawing/2014/main" id="{9C5F783D-7042-4C40-BACA-84EA01B615F0}"/>
                  </a:ext>
                </a:extLst>
              </p:cNvPr>
              <p:cNvSpPr txBox="1"/>
              <p:nvPr/>
            </p:nvSpPr>
            <p:spPr>
              <a:xfrm>
                <a:off x="9308442" y="6640917"/>
                <a:ext cx="185008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altLang="zh-CN" sz="10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 Behavior Embedding</a:t>
                </a:r>
                <a:endPara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537" name="文本框 536">
                <a:extLst>
                  <a:ext uri="{FF2B5EF4-FFF2-40B4-BE49-F238E27FC236}">
                    <a16:creationId xmlns:a16="http://schemas.microsoft.com/office/drawing/2014/main" id="{9C5F783D-7042-4C40-BACA-84EA01B61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8442" y="6640917"/>
                <a:ext cx="1850086" cy="246221"/>
              </a:xfrm>
              <a:prstGeom prst="rect">
                <a:avLst/>
              </a:prstGeom>
              <a:blipFill>
                <a:blip r:embed="rId43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8" name="矩形 537">
            <a:extLst>
              <a:ext uri="{FF2B5EF4-FFF2-40B4-BE49-F238E27FC236}">
                <a16:creationId xmlns:a16="http://schemas.microsoft.com/office/drawing/2014/main" id="{56611AAA-55A3-42A4-A425-E7F31396124A}"/>
              </a:ext>
            </a:extLst>
          </p:cNvPr>
          <p:cNvSpPr/>
          <p:nvPr/>
        </p:nvSpPr>
        <p:spPr>
          <a:xfrm rot="5400000">
            <a:off x="10256066" y="3496663"/>
            <a:ext cx="777465" cy="2658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zh-CN" altLang="en-US" sz="1599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9" name="文本框 538">
            <a:extLst>
              <a:ext uri="{FF2B5EF4-FFF2-40B4-BE49-F238E27FC236}">
                <a16:creationId xmlns:a16="http://schemas.microsoft.com/office/drawing/2014/main" id="{CDA48793-F122-4869-BD3D-EA77F564A63A}"/>
              </a:ext>
            </a:extLst>
          </p:cNvPr>
          <p:cNvSpPr txBox="1"/>
          <p:nvPr/>
        </p:nvSpPr>
        <p:spPr>
          <a:xfrm>
            <a:off x="679156" y="5145254"/>
            <a:ext cx="3670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Preference-informed Intra-Behavior SSL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40" name="直接箭头连接符 539">
            <a:extLst>
              <a:ext uri="{FF2B5EF4-FFF2-40B4-BE49-F238E27FC236}">
                <a16:creationId xmlns:a16="http://schemas.microsoft.com/office/drawing/2014/main" id="{ABBE8460-5B6F-4632-BFDF-BCC07D462D96}"/>
              </a:ext>
            </a:extLst>
          </p:cNvPr>
          <p:cNvCxnSpPr>
            <a:cxnSpLocks/>
          </p:cNvCxnSpPr>
          <p:nvPr/>
        </p:nvCxnSpPr>
        <p:spPr>
          <a:xfrm flipV="1">
            <a:off x="5526302" y="6171577"/>
            <a:ext cx="0" cy="1422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直接箭头连接符 540">
            <a:extLst>
              <a:ext uri="{FF2B5EF4-FFF2-40B4-BE49-F238E27FC236}">
                <a16:creationId xmlns:a16="http://schemas.microsoft.com/office/drawing/2014/main" id="{3B316389-8F4B-4321-A156-060F016B84F9}"/>
              </a:ext>
            </a:extLst>
          </p:cNvPr>
          <p:cNvCxnSpPr>
            <a:cxnSpLocks/>
          </p:cNvCxnSpPr>
          <p:nvPr/>
        </p:nvCxnSpPr>
        <p:spPr>
          <a:xfrm>
            <a:off x="6126035" y="5834459"/>
            <a:ext cx="1625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直接箭头连接符 541">
            <a:extLst>
              <a:ext uri="{FF2B5EF4-FFF2-40B4-BE49-F238E27FC236}">
                <a16:creationId xmlns:a16="http://schemas.microsoft.com/office/drawing/2014/main" id="{68F37B00-99F0-4275-805B-EFD20831EC20}"/>
              </a:ext>
            </a:extLst>
          </p:cNvPr>
          <p:cNvCxnSpPr>
            <a:cxnSpLocks/>
          </p:cNvCxnSpPr>
          <p:nvPr/>
        </p:nvCxnSpPr>
        <p:spPr>
          <a:xfrm flipH="1">
            <a:off x="6710172" y="5843322"/>
            <a:ext cx="184547" cy="153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3" name="文本框 542">
                <a:extLst>
                  <a:ext uri="{FF2B5EF4-FFF2-40B4-BE49-F238E27FC236}">
                    <a16:creationId xmlns:a16="http://schemas.microsoft.com/office/drawing/2014/main" id="{BBD9665E-2F1F-42A1-8D4C-DB3096D301B9}"/>
                  </a:ext>
                </a:extLst>
              </p:cNvPr>
              <p:cNvSpPr txBox="1"/>
              <p:nvPr/>
            </p:nvSpPr>
            <p:spPr>
              <a:xfrm>
                <a:off x="6124672" y="5568575"/>
                <a:ext cx="297287" cy="28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𝒊𝒏𝒕𝒆𝒓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𝒔𝒔𝒍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543" name="文本框 542">
                <a:extLst>
                  <a:ext uri="{FF2B5EF4-FFF2-40B4-BE49-F238E27FC236}">
                    <a16:creationId xmlns:a16="http://schemas.microsoft.com/office/drawing/2014/main" id="{BBD9665E-2F1F-42A1-8D4C-DB3096D30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4672" y="5568575"/>
                <a:ext cx="297287" cy="283219"/>
              </a:xfrm>
              <a:prstGeom prst="rect">
                <a:avLst/>
              </a:prstGeom>
              <a:blipFill>
                <a:blip r:embed="rId44"/>
                <a:stretch>
                  <a:fillRect r="-14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4" name="矩形: 圆角 543">
            <a:extLst>
              <a:ext uri="{FF2B5EF4-FFF2-40B4-BE49-F238E27FC236}">
                <a16:creationId xmlns:a16="http://schemas.microsoft.com/office/drawing/2014/main" id="{BCE853DE-E419-4FD9-A5EB-BB2F3DBCE774}"/>
              </a:ext>
            </a:extLst>
          </p:cNvPr>
          <p:cNvSpPr/>
          <p:nvPr/>
        </p:nvSpPr>
        <p:spPr>
          <a:xfrm>
            <a:off x="4885176" y="5458330"/>
            <a:ext cx="1246462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5" name="文本框 544">
            <a:extLst>
              <a:ext uri="{FF2B5EF4-FFF2-40B4-BE49-F238E27FC236}">
                <a16:creationId xmlns:a16="http://schemas.microsoft.com/office/drawing/2014/main" id="{E3DAE6B0-7932-4D3B-9D3C-CFF40C661622}"/>
              </a:ext>
            </a:extLst>
          </p:cNvPr>
          <p:cNvSpPr txBox="1"/>
          <p:nvPr/>
        </p:nvSpPr>
        <p:spPr>
          <a:xfrm>
            <a:off x="4610697" y="5146897"/>
            <a:ext cx="3746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Preference-informed Inter-Behavior SSL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6" name="矩形: 圆角 545">
            <a:extLst>
              <a:ext uri="{FF2B5EF4-FFF2-40B4-BE49-F238E27FC236}">
                <a16:creationId xmlns:a16="http://schemas.microsoft.com/office/drawing/2014/main" id="{2DCE987B-C587-4C90-B142-A321A583314B}"/>
              </a:ext>
            </a:extLst>
          </p:cNvPr>
          <p:cNvSpPr/>
          <p:nvPr/>
        </p:nvSpPr>
        <p:spPr>
          <a:xfrm>
            <a:off x="1007859" y="5407869"/>
            <a:ext cx="3049779" cy="1597998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7" name="矩形 546">
            <a:extLst>
              <a:ext uri="{FF2B5EF4-FFF2-40B4-BE49-F238E27FC236}">
                <a16:creationId xmlns:a16="http://schemas.microsoft.com/office/drawing/2014/main" id="{DB2FB80E-1A7D-44CE-84B1-897B3F5984D9}"/>
              </a:ext>
            </a:extLst>
          </p:cNvPr>
          <p:cNvSpPr/>
          <p:nvPr/>
        </p:nvSpPr>
        <p:spPr>
          <a:xfrm>
            <a:off x="1485188" y="5520380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8" name="矩形 547">
            <a:extLst>
              <a:ext uri="{FF2B5EF4-FFF2-40B4-BE49-F238E27FC236}">
                <a16:creationId xmlns:a16="http://schemas.microsoft.com/office/drawing/2014/main" id="{864C4492-20A7-4CAD-9AA6-EC6F83E09B8F}"/>
              </a:ext>
            </a:extLst>
          </p:cNvPr>
          <p:cNvSpPr/>
          <p:nvPr/>
        </p:nvSpPr>
        <p:spPr>
          <a:xfrm>
            <a:off x="1615816" y="5520380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9" name="矩形 548">
            <a:extLst>
              <a:ext uri="{FF2B5EF4-FFF2-40B4-BE49-F238E27FC236}">
                <a16:creationId xmlns:a16="http://schemas.microsoft.com/office/drawing/2014/main" id="{5F13A742-87AC-4C35-9DB0-89B50C8DF81A}"/>
              </a:ext>
            </a:extLst>
          </p:cNvPr>
          <p:cNvSpPr/>
          <p:nvPr/>
        </p:nvSpPr>
        <p:spPr>
          <a:xfrm>
            <a:off x="1745709" y="5520380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0" name="矩形 549">
            <a:extLst>
              <a:ext uri="{FF2B5EF4-FFF2-40B4-BE49-F238E27FC236}">
                <a16:creationId xmlns:a16="http://schemas.microsoft.com/office/drawing/2014/main" id="{178792BB-5642-4706-B100-DBF387FD597E}"/>
              </a:ext>
            </a:extLst>
          </p:cNvPr>
          <p:cNvSpPr/>
          <p:nvPr/>
        </p:nvSpPr>
        <p:spPr>
          <a:xfrm>
            <a:off x="1877028" y="5519902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51" name="矩形 550">
            <a:extLst>
              <a:ext uri="{FF2B5EF4-FFF2-40B4-BE49-F238E27FC236}">
                <a16:creationId xmlns:a16="http://schemas.microsoft.com/office/drawing/2014/main" id="{215E6F3A-B2A0-4726-8AEE-71464C802C27}"/>
              </a:ext>
            </a:extLst>
          </p:cNvPr>
          <p:cNvSpPr/>
          <p:nvPr/>
        </p:nvSpPr>
        <p:spPr>
          <a:xfrm>
            <a:off x="2007708" y="5520380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2" name="矩形 551">
            <a:extLst>
              <a:ext uri="{FF2B5EF4-FFF2-40B4-BE49-F238E27FC236}">
                <a16:creationId xmlns:a16="http://schemas.microsoft.com/office/drawing/2014/main" id="{B0F5B8FF-B558-4BCC-BC98-15AD9C2F69BC}"/>
              </a:ext>
            </a:extLst>
          </p:cNvPr>
          <p:cNvSpPr/>
          <p:nvPr/>
        </p:nvSpPr>
        <p:spPr>
          <a:xfrm>
            <a:off x="2131736" y="5519902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53" name="矩形 552">
            <a:extLst>
              <a:ext uri="{FF2B5EF4-FFF2-40B4-BE49-F238E27FC236}">
                <a16:creationId xmlns:a16="http://schemas.microsoft.com/office/drawing/2014/main" id="{4281EF3D-34BB-4424-8D7E-C01FB95AFFBC}"/>
              </a:ext>
            </a:extLst>
          </p:cNvPr>
          <p:cNvSpPr/>
          <p:nvPr/>
        </p:nvSpPr>
        <p:spPr>
          <a:xfrm>
            <a:off x="2262416" y="5520380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4" name="直接连接符 553">
            <a:extLst>
              <a:ext uri="{FF2B5EF4-FFF2-40B4-BE49-F238E27FC236}">
                <a16:creationId xmlns:a16="http://schemas.microsoft.com/office/drawing/2014/main" id="{94D2867E-89C8-4CD2-9BDD-54F0E08DB4EA}"/>
              </a:ext>
            </a:extLst>
          </p:cNvPr>
          <p:cNvCxnSpPr>
            <a:cxnSpLocks/>
          </p:cNvCxnSpPr>
          <p:nvPr/>
        </p:nvCxnSpPr>
        <p:spPr>
          <a:xfrm>
            <a:off x="1237190" y="5793354"/>
            <a:ext cx="0" cy="141335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5" name="矩形 554">
            <a:extLst>
              <a:ext uri="{FF2B5EF4-FFF2-40B4-BE49-F238E27FC236}">
                <a16:creationId xmlns:a16="http://schemas.microsoft.com/office/drawing/2014/main" id="{38F16887-5D08-46E5-BC0F-58ABEA372299}"/>
              </a:ext>
            </a:extLst>
          </p:cNvPr>
          <p:cNvSpPr/>
          <p:nvPr/>
        </p:nvSpPr>
        <p:spPr>
          <a:xfrm>
            <a:off x="1480655" y="6008628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6" name="矩形 555">
            <a:extLst>
              <a:ext uri="{FF2B5EF4-FFF2-40B4-BE49-F238E27FC236}">
                <a16:creationId xmlns:a16="http://schemas.microsoft.com/office/drawing/2014/main" id="{E64902BD-E6BA-40E4-AB50-6BE814895FF1}"/>
              </a:ext>
            </a:extLst>
          </p:cNvPr>
          <p:cNvSpPr/>
          <p:nvPr/>
        </p:nvSpPr>
        <p:spPr>
          <a:xfrm>
            <a:off x="1611283" y="6008628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7" name="矩形 556">
            <a:extLst>
              <a:ext uri="{FF2B5EF4-FFF2-40B4-BE49-F238E27FC236}">
                <a16:creationId xmlns:a16="http://schemas.microsoft.com/office/drawing/2014/main" id="{11E3B848-FF43-42DE-9880-23F2CFA4C165}"/>
              </a:ext>
            </a:extLst>
          </p:cNvPr>
          <p:cNvSpPr/>
          <p:nvPr/>
        </p:nvSpPr>
        <p:spPr>
          <a:xfrm>
            <a:off x="1741176" y="6008628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8" name="矩形 557">
            <a:extLst>
              <a:ext uri="{FF2B5EF4-FFF2-40B4-BE49-F238E27FC236}">
                <a16:creationId xmlns:a16="http://schemas.microsoft.com/office/drawing/2014/main" id="{ADA6050A-0E79-419F-B33F-9D5A514B8000}"/>
              </a:ext>
            </a:extLst>
          </p:cNvPr>
          <p:cNvSpPr/>
          <p:nvPr/>
        </p:nvSpPr>
        <p:spPr>
          <a:xfrm>
            <a:off x="1872495" y="6008150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59" name="矩形 558">
            <a:extLst>
              <a:ext uri="{FF2B5EF4-FFF2-40B4-BE49-F238E27FC236}">
                <a16:creationId xmlns:a16="http://schemas.microsoft.com/office/drawing/2014/main" id="{56A3B9AD-1CC4-429A-8B96-D9B6660ACDC9}"/>
              </a:ext>
            </a:extLst>
          </p:cNvPr>
          <p:cNvSpPr/>
          <p:nvPr/>
        </p:nvSpPr>
        <p:spPr>
          <a:xfrm>
            <a:off x="2003175" y="600862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矩形 559">
            <a:extLst>
              <a:ext uri="{FF2B5EF4-FFF2-40B4-BE49-F238E27FC236}">
                <a16:creationId xmlns:a16="http://schemas.microsoft.com/office/drawing/2014/main" id="{1F71F8C9-4986-4B75-8C4E-CA1F0CCCE43E}"/>
              </a:ext>
            </a:extLst>
          </p:cNvPr>
          <p:cNvSpPr/>
          <p:nvPr/>
        </p:nvSpPr>
        <p:spPr>
          <a:xfrm>
            <a:off x="2127202" y="6008150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61" name="矩形 560">
            <a:extLst>
              <a:ext uri="{FF2B5EF4-FFF2-40B4-BE49-F238E27FC236}">
                <a16:creationId xmlns:a16="http://schemas.microsoft.com/office/drawing/2014/main" id="{A7FD4B68-0B8B-4702-A59A-C53F3384D4FC}"/>
              </a:ext>
            </a:extLst>
          </p:cNvPr>
          <p:cNvSpPr/>
          <p:nvPr/>
        </p:nvSpPr>
        <p:spPr>
          <a:xfrm>
            <a:off x="2257882" y="600862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矩形 561">
            <a:extLst>
              <a:ext uri="{FF2B5EF4-FFF2-40B4-BE49-F238E27FC236}">
                <a16:creationId xmlns:a16="http://schemas.microsoft.com/office/drawing/2014/main" id="{3410218A-2879-4BE3-861F-607D6062EF0D}"/>
              </a:ext>
            </a:extLst>
          </p:cNvPr>
          <p:cNvSpPr/>
          <p:nvPr/>
        </p:nvSpPr>
        <p:spPr>
          <a:xfrm>
            <a:off x="1485159" y="6526850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3" name="矩形 562">
            <a:extLst>
              <a:ext uri="{FF2B5EF4-FFF2-40B4-BE49-F238E27FC236}">
                <a16:creationId xmlns:a16="http://schemas.microsoft.com/office/drawing/2014/main" id="{2B62DA89-6196-42E4-9FBC-C89A40968BF9}"/>
              </a:ext>
            </a:extLst>
          </p:cNvPr>
          <p:cNvSpPr/>
          <p:nvPr/>
        </p:nvSpPr>
        <p:spPr>
          <a:xfrm>
            <a:off x="1615787" y="6526850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4" name="矩形 563">
            <a:extLst>
              <a:ext uri="{FF2B5EF4-FFF2-40B4-BE49-F238E27FC236}">
                <a16:creationId xmlns:a16="http://schemas.microsoft.com/office/drawing/2014/main" id="{F0BE7069-398B-47C4-A060-D678EF9F9047}"/>
              </a:ext>
            </a:extLst>
          </p:cNvPr>
          <p:cNvSpPr/>
          <p:nvPr/>
        </p:nvSpPr>
        <p:spPr>
          <a:xfrm>
            <a:off x="1745680" y="6526850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5" name="矩形 564">
            <a:extLst>
              <a:ext uri="{FF2B5EF4-FFF2-40B4-BE49-F238E27FC236}">
                <a16:creationId xmlns:a16="http://schemas.microsoft.com/office/drawing/2014/main" id="{FEA18279-BBD5-4167-9EBA-0D8EF13EF0A6}"/>
              </a:ext>
            </a:extLst>
          </p:cNvPr>
          <p:cNvSpPr/>
          <p:nvPr/>
        </p:nvSpPr>
        <p:spPr>
          <a:xfrm>
            <a:off x="1876999" y="6526372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66" name="矩形 565">
            <a:extLst>
              <a:ext uri="{FF2B5EF4-FFF2-40B4-BE49-F238E27FC236}">
                <a16:creationId xmlns:a16="http://schemas.microsoft.com/office/drawing/2014/main" id="{26546677-D381-4101-BF1C-282B68DD5BC1}"/>
              </a:ext>
            </a:extLst>
          </p:cNvPr>
          <p:cNvSpPr/>
          <p:nvPr/>
        </p:nvSpPr>
        <p:spPr>
          <a:xfrm>
            <a:off x="2007679" y="6526850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7" name="矩形 566">
            <a:extLst>
              <a:ext uri="{FF2B5EF4-FFF2-40B4-BE49-F238E27FC236}">
                <a16:creationId xmlns:a16="http://schemas.microsoft.com/office/drawing/2014/main" id="{C7875E48-5590-4B32-879D-CEB3161896BC}"/>
              </a:ext>
            </a:extLst>
          </p:cNvPr>
          <p:cNvSpPr/>
          <p:nvPr/>
        </p:nvSpPr>
        <p:spPr>
          <a:xfrm>
            <a:off x="2131707" y="6526372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68" name="矩形 567">
            <a:extLst>
              <a:ext uri="{FF2B5EF4-FFF2-40B4-BE49-F238E27FC236}">
                <a16:creationId xmlns:a16="http://schemas.microsoft.com/office/drawing/2014/main" id="{3E6C1DBE-18A8-4AEB-959D-9608180DBBD4}"/>
              </a:ext>
            </a:extLst>
          </p:cNvPr>
          <p:cNvSpPr/>
          <p:nvPr/>
        </p:nvSpPr>
        <p:spPr>
          <a:xfrm>
            <a:off x="2262387" y="6526850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9" name="文本框 568">
            <a:extLst>
              <a:ext uri="{FF2B5EF4-FFF2-40B4-BE49-F238E27FC236}">
                <a16:creationId xmlns:a16="http://schemas.microsoft.com/office/drawing/2014/main" id="{55CB0E39-B269-4D1D-B83D-18F0FC125A68}"/>
              </a:ext>
            </a:extLst>
          </p:cNvPr>
          <p:cNvSpPr txBox="1"/>
          <p:nvPr/>
        </p:nvSpPr>
        <p:spPr>
          <a:xfrm>
            <a:off x="1881451" y="5714943"/>
            <a:ext cx="638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Pull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0" name="文本框 569">
            <a:extLst>
              <a:ext uri="{FF2B5EF4-FFF2-40B4-BE49-F238E27FC236}">
                <a16:creationId xmlns:a16="http://schemas.microsoft.com/office/drawing/2014/main" id="{3574257F-2E58-49A2-922E-B35AB273E223}"/>
              </a:ext>
            </a:extLst>
          </p:cNvPr>
          <p:cNvSpPr txBox="1"/>
          <p:nvPr/>
        </p:nvSpPr>
        <p:spPr>
          <a:xfrm>
            <a:off x="1792168" y="6217593"/>
            <a:ext cx="787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Push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1" name="矩形 570">
            <a:extLst>
              <a:ext uri="{FF2B5EF4-FFF2-40B4-BE49-F238E27FC236}">
                <a16:creationId xmlns:a16="http://schemas.microsoft.com/office/drawing/2014/main" id="{6981FFC2-FD6C-4AC4-B3B7-DC8B2A964380}"/>
              </a:ext>
            </a:extLst>
          </p:cNvPr>
          <p:cNvSpPr/>
          <p:nvPr/>
        </p:nvSpPr>
        <p:spPr>
          <a:xfrm>
            <a:off x="2560841" y="5516911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2" name="矩形 571">
            <a:extLst>
              <a:ext uri="{FF2B5EF4-FFF2-40B4-BE49-F238E27FC236}">
                <a16:creationId xmlns:a16="http://schemas.microsoft.com/office/drawing/2014/main" id="{DD1D97FC-7A89-4B1D-BB1D-C95A521A9F27}"/>
              </a:ext>
            </a:extLst>
          </p:cNvPr>
          <p:cNvSpPr/>
          <p:nvPr/>
        </p:nvSpPr>
        <p:spPr>
          <a:xfrm>
            <a:off x="2691469" y="5516911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3" name="矩形 572">
            <a:extLst>
              <a:ext uri="{FF2B5EF4-FFF2-40B4-BE49-F238E27FC236}">
                <a16:creationId xmlns:a16="http://schemas.microsoft.com/office/drawing/2014/main" id="{FB61AD6E-6FF1-4202-8E27-B4930960908C}"/>
              </a:ext>
            </a:extLst>
          </p:cNvPr>
          <p:cNvSpPr/>
          <p:nvPr/>
        </p:nvSpPr>
        <p:spPr>
          <a:xfrm>
            <a:off x="2821362" y="5516911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4" name="矩形 573">
            <a:extLst>
              <a:ext uri="{FF2B5EF4-FFF2-40B4-BE49-F238E27FC236}">
                <a16:creationId xmlns:a16="http://schemas.microsoft.com/office/drawing/2014/main" id="{0D98669F-2D07-4289-9443-169993F2E627}"/>
              </a:ext>
            </a:extLst>
          </p:cNvPr>
          <p:cNvSpPr/>
          <p:nvPr/>
        </p:nvSpPr>
        <p:spPr>
          <a:xfrm>
            <a:off x="2952681" y="5516433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75" name="矩形 574">
            <a:extLst>
              <a:ext uri="{FF2B5EF4-FFF2-40B4-BE49-F238E27FC236}">
                <a16:creationId xmlns:a16="http://schemas.microsoft.com/office/drawing/2014/main" id="{78A94EB2-9B6C-441C-864E-602420BA2113}"/>
              </a:ext>
            </a:extLst>
          </p:cNvPr>
          <p:cNvSpPr/>
          <p:nvPr/>
        </p:nvSpPr>
        <p:spPr>
          <a:xfrm>
            <a:off x="3083361" y="5516910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6" name="矩形 575">
            <a:extLst>
              <a:ext uri="{FF2B5EF4-FFF2-40B4-BE49-F238E27FC236}">
                <a16:creationId xmlns:a16="http://schemas.microsoft.com/office/drawing/2014/main" id="{2B6F1EA4-4914-42AB-8170-D143B542C1B6}"/>
              </a:ext>
            </a:extLst>
          </p:cNvPr>
          <p:cNvSpPr/>
          <p:nvPr/>
        </p:nvSpPr>
        <p:spPr>
          <a:xfrm>
            <a:off x="3202854" y="5516433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77" name="矩形 576">
            <a:extLst>
              <a:ext uri="{FF2B5EF4-FFF2-40B4-BE49-F238E27FC236}">
                <a16:creationId xmlns:a16="http://schemas.microsoft.com/office/drawing/2014/main" id="{52F24668-2256-4486-B651-F6C85A521B3B}"/>
              </a:ext>
            </a:extLst>
          </p:cNvPr>
          <p:cNvSpPr/>
          <p:nvPr/>
        </p:nvSpPr>
        <p:spPr>
          <a:xfrm>
            <a:off x="3338067" y="5516910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8" name="矩形 577">
            <a:extLst>
              <a:ext uri="{FF2B5EF4-FFF2-40B4-BE49-F238E27FC236}">
                <a16:creationId xmlns:a16="http://schemas.microsoft.com/office/drawing/2014/main" id="{40418C0C-6124-4952-A8E1-32E962429121}"/>
              </a:ext>
            </a:extLst>
          </p:cNvPr>
          <p:cNvSpPr/>
          <p:nvPr/>
        </p:nvSpPr>
        <p:spPr>
          <a:xfrm>
            <a:off x="2555616" y="6004136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9" name="矩形 578">
            <a:extLst>
              <a:ext uri="{FF2B5EF4-FFF2-40B4-BE49-F238E27FC236}">
                <a16:creationId xmlns:a16="http://schemas.microsoft.com/office/drawing/2014/main" id="{38B39A4E-BFF0-4D1B-83FD-A6770285A68D}"/>
              </a:ext>
            </a:extLst>
          </p:cNvPr>
          <p:cNvSpPr/>
          <p:nvPr/>
        </p:nvSpPr>
        <p:spPr>
          <a:xfrm>
            <a:off x="2686244" y="6004136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0" name="矩形 579">
            <a:extLst>
              <a:ext uri="{FF2B5EF4-FFF2-40B4-BE49-F238E27FC236}">
                <a16:creationId xmlns:a16="http://schemas.microsoft.com/office/drawing/2014/main" id="{05184500-5A9B-468F-844F-F80D1FEE8787}"/>
              </a:ext>
            </a:extLst>
          </p:cNvPr>
          <p:cNvSpPr/>
          <p:nvPr/>
        </p:nvSpPr>
        <p:spPr>
          <a:xfrm>
            <a:off x="2816136" y="6004136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1" name="矩形 580">
            <a:extLst>
              <a:ext uri="{FF2B5EF4-FFF2-40B4-BE49-F238E27FC236}">
                <a16:creationId xmlns:a16="http://schemas.microsoft.com/office/drawing/2014/main" id="{D676ECD5-FA82-400B-B1A6-7E6C5B7FB1A7}"/>
              </a:ext>
            </a:extLst>
          </p:cNvPr>
          <p:cNvSpPr/>
          <p:nvPr/>
        </p:nvSpPr>
        <p:spPr>
          <a:xfrm>
            <a:off x="2947456" y="6003657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82" name="矩形 581">
            <a:extLst>
              <a:ext uri="{FF2B5EF4-FFF2-40B4-BE49-F238E27FC236}">
                <a16:creationId xmlns:a16="http://schemas.microsoft.com/office/drawing/2014/main" id="{0785A13A-1792-40E4-A4C5-18232B123B2F}"/>
              </a:ext>
            </a:extLst>
          </p:cNvPr>
          <p:cNvSpPr/>
          <p:nvPr/>
        </p:nvSpPr>
        <p:spPr>
          <a:xfrm>
            <a:off x="3078136" y="6004135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3" name="矩形 582">
            <a:extLst>
              <a:ext uri="{FF2B5EF4-FFF2-40B4-BE49-F238E27FC236}">
                <a16:creationId xmlns:a16="http://schemas.microsoft.com/office/drawing/2014/main" id="{DD5C2761-06C7-46B7-9596-5A51A77CB478}"/>
              </a:ext>
            </a:extLst>
          </p:cNvPr>
          <p:cNvSpPr/>
          <p:nvPr/>
        </p:nvSpPr>
        <p:spPr>
          <a:xfrm>
            <a:off x="3202163" y="6003657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84" name="矩形 583">
            <a:extLst>
              <a:ext uri="{FF2B5EF4-FFF2-40B4-BE49-F238E27FC236}">
                <a16:creationId xmlns:a16="http://schemas.microsoft.com/office/drawing/2014/main" id="{7FBBFDA6-578D-42A9-BA73-3AEC86F32BB6}"/>
              </a:ext>
            </a:extLst>
          </p:cNvPr>
          <p:cNvSpPr/>
          <p:nvPr/>
        </p:nvSpPr>
        <p:spPr>
          <a:xfrm>
            <a:off x="3332843" y="6004135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5" name="矩形 584">
            <a:extLst>
              <a:ext uri="{FF2B5EF4-FFF2-40B4-BE49-F238E27FC236}">
                <a16:creationId xmlns:a16="http://schemas.microsoft.com/office/drawing/2014/main" id="{9C8DF1E8-79FE-4DD0-B04F-C9F7A5CB608F}"/>
              </a:ext>
            </a:extLst>
          </p:cNvPr>
          <p:cNvSpPr/>
          <p:nvPr/>
        </p:nvSpPr>
        <p:spPr>
          <a:xfrm>
            <a:off x="2576147" y="6526084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6" name="矩形 585">
            <a:extLst>
              <a:ext uri="{FF2B5EF4-FFF2-40B4-BE49-F238E27FC236}">
                <a16:creationId xmlns:a16="http://schemas.microsoft.com/office/drawing/2014/main" id="{297E9283-3BA9-4D46-AB76-4BE83F216476}"/>
              </a:ext>
            </a:extLst>
          </p:cNvPr>
          <p:cNvSpPr/>
          <p:nvPr/>
        </p:nvSpPr>
        <p:spPr>
          <a:xfrm>
            <a:off x="2706776" y="6526084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7" name="矩形 586">
            <a:extLst>
              <a:ext uri="{FF2B5EF4-FFF2-40B4-BE49-F238E27FC236}">
                <a16:creationId xmlns:a16="http://schemas.microsoft.com/office/drawing/2014/main" id="{A4076EEA-2B63-44C7-A816-A5EE57BD4FDB}"/>
              </a:ext>
            </a:extLst>
          </p:cNvPr>
          <p:cNvSpPr/>
          <p:nvPr/>
        </p:nvSpPr>
        <p:spPr>
          <a:xfrm>
            <a:off x="2836668" y="6526084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8" name="矩形 587">
            <a:extLst>
              <a:ext uri="{FF2B5EF4-FFF2-40B4-BE49-F238E27FC236}">
                <a16:creationId xmlns:a16="http://schemas.microsoft.com/office/drawing/2014/main" id="{9F8F9B4C-4203-436A-97B3-F952C7BA11D9}"/>
              </a:ext>
            </a:extLst>
          </p:cNvPr>
          <p:cNvSpPr/>
          <p:nvPr/>
        </p:nvSpPr>
        <p:spPr>
          <a:xfrm>
            <a:off x="2967987" y="6525604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89" name="矩形 588">
            <a:extLst>
              <a:ext uri="{FF2B5EF4-FFF2-40B4-BE49-F238E27FC236}">
                <a16:creationId xmlns:a16="http://schemas.microsoft.com/office/drawing/2014/main" id="{473B2407-038B-43DE-9E64-67351254D661}"/>
              </a:ext>
            </a:extLst>
          </p:cNvPr>
          <p:cNvSpPr/>
          <p:nvPr/>
        </p:nvSpPr>
        <p:spPr>
          <a:xfrm>
            <a:off x="3098667" y="6526083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0" name="矩形 589">
            <a:extLst>
              <a:ext uri="{FF2B5EF4-FFF2-40B4-BE49-F238E27FC236}">
                <a16:creationId xmlns:a16="http://schemas.microsoft.com/office/drawing/2014/main" id="{4DC70C33-465D-4492-9E9A-4ED33F8C9863}"/>
              </a:ext>
            </a:extLst>
          </p:cNvPr>
          <p:cNvSpPr/>
          <p:nvPr/>
        </p:nvSpPr>
        <p:spPr>
          <a:xfrm>
            <a:off x="3222695" y="6525604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91" name="矩形 590">
            <a:extLst>
              <a:ext uri="{FF2B5EF4-FFF2-40B4-BE49-F238E27FC236}">
                <a16:creationId xmlns:a16="http://schemas.microsoft.com/office/drawing/2014/main" id="{0068926A-6FD8-4AE6-BEB8-53D7AAF6E4B2}"/>
              </a:ext>
            </a:extLst>
          </p:cNvPr>
          <p:cNvSpPr/>
          <p:nvPr/>
        </p:nvSpPr>
        <p:spPr>
          <a:xfrm>
            <a:off x="3353375" y="6526083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92" name="直接箭头连接符 591">
            <a:extLst>
              <a:ext uri="{FF2B5EF4-FFF2-40B4-BE49-F238E27FC236}">
                <a16:creationId xmlns:a16="http://schemas.microsoft.com/office/drawing/2014/main" id="{C27D2EA6-BE58-4487-B386-7A78EEA03B99}"/>
              </a:ext>
            </a:extLst>
          </p:cNvPr>
          <p:cNvCxnSpPr>
            <a:cxnSpLocks/>
          </p:cNvCxnSpPr>
          <p:nvPr/>
        </p:nvCxnSpPr>
        <p:spPr>
          <a:xfrm>
            <a:off x="2974830" y="5674298"/>
            <a:ext cx="0" cy="140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" name="直接箭头连接符 592">
            <a:extLst>
              <a:ext uri="{FF2B5EF4-FFF2-40B4-BE49-F238E27FC236}">
                <a16:creationId xmlns:a16="http://schemas.microsoft.com/office/drawing/2014/main" id="{7C03FF07-408E-470B-AA22-F2ADD5E465EE}"/>
              </a:ext>
            </a:extLst>
          </p:cNvPr>
          <p:cNvCxnSpPr>
            <a:cxnSpLocks/>
          </p:cNvCxnSpPr>
          <p:nvPr/>
        </p:nvCxnSpPr>
        <p:spPr>
          <a:xfrm flipV="1">
            <a:off x="2975714" y="5847880"/>
            <a:ext cx="1455" cy="146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直接箭头连接符 593">
            <a:extLst>
              <a:ext uri="{FF2B5EF4-FFF2-40B4-BE49-F238E27FC236}">
                <a16:creationId xmlns:a16="http://schemas.microsoft.com/office/drawing/2014/main" id="{52D89CDF-7B67-448E-9501-0510F42B519D}"/>
              </a:ext>
            </a:extLst>
          </p:cNvPr>
          <p:cNvCxnSpPr>
            <a:cxnSpLocks/>
          </p:cNvCxnSpPr>
          <p:nvPr/>
        </p:nvCxnSpPr>
        <p:spPr>
          <a:xfrm>
            <a:off x="2977404" y="6355225"/>
            <a:ext cx="4643" cy="158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直接箭头连接符 594">
            <a:extLst>
              <a:ext uri="{FF2B5EF4-FFF2-40B4-BE49-F238E27FC236}">
                <a16:creationId xmlns:a16="http://schemas.microsoft.com/office/drawing/2014/main" id="{550C2A41-5036-4FDB-B112-CCACC833FB41}"/>
              </a:ext>
            </a:extLst>
          </p:cNvPr>
          <p:cNvCxnSpPr>
            <a:cxnSpLocks/>
          </p:cNvCxnSpPr>
          <p:nvPr/>
        </p:nvCxnSpPr>
        <p:spPr>
          <a:xfrm flipV="1">
            <a:off x="2975702" y="6160670"/>
            <a:ext cx="0" cy="159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6" name="矩形: 圆角 595">
            <a:extLst>
              <a:ext uri="{FF2B5EF4-FFF2-40B4-BE49-F238E27FC236}">
                <a16:creationId xmlns:a16="http://schemas.microsoft.com/office/drawing/2014/main" id="{6C42BA94-67E6-45C1-B60C-8061F3417B9A}"/>
              </a:ext>
            </a:extLst>
          </p:cNvPr>
          <p:cNvSpPr/>
          <p:nvPr/>
        </p:nvSpPr>
        <p:spPr>
          <a:xfrm>
            <a:off x="4892529" y="6318054"/>
            <a:ext cx="1603625" cy="611067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97" name="图形 596">
            <a:extLst>
              <a:ext uri="{FF2B5EF4-FFF2-40B4-BE49-F238E27FC236}">
                <a16:creationId xmlns:a16="http://schemas.microsoft.com/office/drawing/2014/main" id="{8C52BF2B-9817-4E90-BD32-2036429E6C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26317" y="6674325"/>
            <a:ext cx="247535" cy="247535"/>
          </a:xfrm>
          <a:prstGeom prst="rect">
            <a:avLst/>
          </a:prstGeom>
        </p:spPr>
      </p:pic>
      <p:pic>
        <p:nvPicPr>
          <p:cNvPr id="598" name="图形 597">
            <a:extLst>
              <a:ext uri="{FF2B5EF4-FFF2-40B4-BE49-F238E27FC236}">
                <a16:creationId xmlns:a16="http://schemas.microsoft.com/office/drawing/2014/main" id="{E92ADFB7-01D6-49E7-BC24-712F14DB577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60844" y="6669626"/>
            <a:ext cx="265180" cy="2651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99" name="文本框 598">
                <a:extLst>
                  <a:ext uri="{FF2B5EF4-FFF2-40B4-BE49-F238E27FC236}">
                    <a16:creationId xmlns:a16="http://schemas.microsoft.com/office/drawing/2014/main" id="{29B46ED0-E98C-45A6-AA38-ADF8D1C3FFD4}"/>
                  </a:ext>
                </a:extLst>
              </p:cNvPr>
              <p:cNvSpPr txBox="1"/>
              <p:nvPr/>
            </p:nvSpPr>
            <p:spPr>
              <a:xfrm>
                <a:off x="6229370" y="6307830"/>
                <a:ext cx="252244" cy="2584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0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599" name="文本框 598">
                <a:extLst>
                  <a:ext uri="{FF2B5EF4-FFF2-40B4-BE49-F238E27FC236}">
                    <a16:creationId xmlns:a16="http://schemas.microsoft.com/office/drawing/2014/main" id="{29B46ED0-E98C-45A6-AA38-ADF8D1C3F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370" y="6307830"/>
                <a:ext cx="252244" cy="258469"/>
              </a:xfrm>
              <a:prstGeom prst="rect">
                <a:avLst/>
              </a:prstGeom>
              <a:blipFill>
                <a:blip r:embed="rId45"/>
                <a:stretch>
                  <a:fillRect r="-73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00" name="图形 599">
            <a:extLst>
              <a:ext uri="{FF2B5EF4-FFF2-40B4-BE49-F238E27FC236}">
                <a16:creationId xmlns:a16="http://schemas.microsoft.com/office/drawing/2014/main" id="{12978C52-E55D-4492-BE1B-BA5F77D3B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95241" y="6350165"/>
            <a:ext cx="221510" cy="221510"/>
          </a:xfrm>
          <a:prstGeom prst="rect">
            <a:avLst/>
          </a:prstGeom>
        </p:spPr>
      </p:pic>
      <p:pic>
        <p:nvPicPr>
          <p:cNvPr id="601" name="图形 600">
            <a:extLst>
              <a:ext uri="{FF2B5EF4-FFF2-40B4-BE49-F238E27FC236}">
                <a16:creationId xmlns:a16="http://schemas.microsoft.com/office/drawing/2014/main" id="{862C216D-6350-4B88-B355-19BCAABADB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7370" y="6348530"/>
            <a:ext cx="221510" cy="221510"/>
          </a:xfrm>
          <a:prstGeom prst="rect">
            <a:avLst/>
          </a:prstGeom>
        </p:spPr>
      </p:pic>
      <p:pic>
        <p:nvPicPr>
          <p:cNvPr id="602" name="图形 601">
            <a:extLst>
              <a:ext uri="{FF2B5EF4-FFF2-40B4-BE49-F238E27FC236}">
                <a16:creationId xmlns:a16="http://schemas.microsoft.com/office/drawing/2014/main" id="{A9363ADD-BB18-47E1-A18C-7EAAD71EB87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43194" y="6690037"/>
            <a:ext cx="210030" cy="210030"/>
          </a:xfrm>
          <a:prstGeom prst="rect">
            <a:avLst/>
          </a:prstGeom>
        </p:spPr>
      </p:pic>
      <p:pic>
        <p:nvPicPr>
          <p:cNvPr id="603" name="图形 602">
            <a:extLst>
              <a:ext uri="{FF2B5EF4-FFF2-40B4-BE49-F238E27FC236}">
                <a16:creationId xmlns:a16="http://schemas.microsoft.com/office/drawing/2014/main" id="{39110598-4C7A-47A0-B6A7-771DFA34D61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277461" y="6698293"/>
            <a:ext cx="184667" cy="184667"/>
          </a:xfrm>
          <a:prstGeom prst="rect">
            <a:avLst/>
          </a:prstGeom>
        </p:spPr>
      </p:pic>
      <p:pic>
        <p:nvPicPr>
          <p:cNvPr id="604" name="图形 603">
            <a:extLst>
              <a:ext uri="{FF2B5EF4-FFF2-40B4-BE49-F238E27FC236}">
                <a16:creationId xmlns:a16="http://schemas.microsoft.com/office/drawing/2014/main" id="{1C465BC0-057D-4D6E-A8C5-369663ED604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45536" y="6687931"/>
            <a:ext cx="215004" cy="215004"/>
          </a:xfrm>
          <a:prstGeom prst="rect">
            <a:avLst/>
          </a:prstGeom>
        </p:spPr>
      </p:pic>
      <p:pic>
        <p:nvPicPr>
          <p:cNvPr id="605" name="图形 604">
            <a:extLst>
              <a:ext uri="{FF2B5EF4-FFF2-40B4-BE49-F238E27FC236}">
                <a16:creationId xmlns:a16="http://schemas.microsoft.com/office/drawing/2014/main" id="{97709EFC-BFAC-48F5-9A3A-7E86E9B9D0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34668" y="6348195"/>
            <a:ext cx="221154" cy="221154"/>
          </a:xfrm>
          <a:prstGeom prst="rect">
            <a:avLst/>
          </a:prstGeom>
        </p:spPr>
      </p:pic>
      <p:cxnSp>
        <p:nvCxnSpPr>
          <p:cNvPr id="606" name="直接连接符 605">
            <a:extLst>
              <a:ext uri="{FF2B5EF4-FFF2-40B4-BE49-F238E27FC236}">
                <a16:creationId xmlns:a16="http://schemas.microsoft.com/office/drawing/2014/main" id="{BC8FF667-806C-447E-A6AA-F8FBE409DAA3}"/>
              </a:ext>
            </a:extLst>
          </p:cNvPr>
          <p:cNvCxnSpPr>
            <a:cxnSpLocks/>
            <a:stCxn id="600" idx="2"/>
            <a:endCxn id="602" idx="0"/>
          </p:cNvCxnSpPr>
          <p:nvPr/>
        </p:nvCxnSpPr>
        <p:spPr>
          <a:xfrm flipH="1">
            <a:off x="5048208" y="6571687"/>
            <a:ext cx="157788" cy="11836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7" name="直接连接符 606">
            <a:extLst>
              <a:ext uri="{FF2B5EF4-FFF2-40B4-BE49-F238E27FC236}">
                <a16:creationId xmlns:a16="http://schemas.microsoft.com/office/drawing/2014/main" id="{F206043F-03D6-4881-AFDB-EC5629979116}"/>
              </a:ext>
            </a:extLst>
          </p:cNvPr>
          <p:cNvCxnSpPr>
            <a:cxnSpLocks/>
            <a:endCxn id="603" idx="0"/>
          </p:cNvCxnSpPr>
          <p:nvPr/>
        </p:nvCxnSpPr>
        <p:spPr>
          <a:xfrm>
            <a:off x="5213270" y="6571505"/>
            <a:ext cx="156523" cy="12678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8" name="直接连接符 607">
            <a:extLst>
              <a:ext uri="{FF2B5EF4-FFF2-40B4-BE49-F238E27FC236}">
                <a16:creationId xmlns:a16="http://schemas.microsoft.com/office/drawing/2014/main" id="{BFA6E98F-C6CC-46AF-B355-9CB248E70CF3}"/>
              </a:ext>
            </a:extLst>
          </p:cNvPr>
          <p:cNvCxnSpPr>
            <a:cxnSpLocks/>
            <a:endCxn id="604" idx="0"/>
          </p:cNvCxnSpPr>
          <p:nvPr/>
        </p:nvCxnSpPr>
        <p:spPr>
          <a:xfrm>
            <a:off x="5719055" y="6586356"/>
            <a:ext cx="633982" cy="1015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09" name="直接连接符 608">
            <a:extLst>
              <a:ext uri="{FF2B5EF4-FFF2-40B4-BE49-F238E27FC236}">
                <a16:creationId xmlns:a16="http://schemas.microsoft.com/office/drawing/2014/main" id="{B6AB9030-773C-4715-80C9-1DD450EA5F29}"/>
              </a:ext>
            </a:extLst>
          </p:cNvPr>
          <p:cNvCxnSpPr>
            <a:cxnSpLocks/>
          </p:cNvCxnSpPr>
          <p:nvPr/>
        </p:nvCxnSpPr>
        <p:spPr>
          <a:xfrm>
            <a:off x="5712555" y="6577017"/>
            <a:ext cx="203070" cy="19050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10" name="矩形: 圆角 609">
            <a:extLst>
              <a:ext uri="{FF2B5EF4-FFF2-40B4-BE49-F238E27FC236}">
                <a16:creationId xmlns:a16="http://schemas.microsoft.com/office/drawing/2014/main" id="{4AD07040-773F-4CF7-B6B5-A706131FBDCD}"/>
              </a:ext>
            </a:extLst>
          </p:cNvPr>
          <p:cNvSpPr/>
          <p:nvPr/>
        </p:nvSpPr>
        <p:spPr>
          <a:xfrm>
            <a:off x="6585661" y="6316358"/>
            <a:ext cx="1603625" cy="611067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11" name="图形 610">
            <a:extLst>
              <a:ext uri="{FF2B5EF4-FFF2-40B4-BE49-F238E27FC236}">
                <a16:creationId xmlns:a16="http://schemas.microsoft.com/office/drawing/2014/main" id="{1C1895D4-92C3-4817-A45D-F9C2496DAB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19448" y="6672629"/>
            <a:ext cx="247535" cy="247535"/>
          </a:xfrm>
          <a:prstGeom prst="rect">
            <a:avLst/>
          </a:prstGeom>
        </p:spPr>
      </p:pic>
      <p:pic>
        <p:nvPicPr>
          <p:cNvPr id="612" name="图形 611">
            <a:extLst>
              <a:ext uri="{FF2B5EF4-FFF2-40B4-BE49-F238E27FC236}">
                <a16:creationId xmlns:a16="http://schemas.microsoft.com/office/drawing/2014/main" id="{F3128A65-867B-4BC5-84BD-C73515CA9B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53974" y="6667930"/>
            <a:ext cx="265180" cy="2651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13" name="文本框 612">
                <a:extLst>
                  <a:ext uri="{FF2B5EF4-FFF2-40B4-BE49-F238E27FC236}">
                    <a16:creationId xmlns:a16="http://schemas.microsoft.com/office/drawing/2014/main" id="{27A7D68D-23DC-4817-8FCD-4587FC5D8895}"/>
                  </a:ext>
                </a:extLst>
              </p:cNvPr>
              <p:cNvSpPr txBox="1"/>
              <p:nvPr/>
            </p:nvSpPr>
            <p:spPr>
              <a:xfrm>
                <a:off x="7816566" y="6351845"/>
                <a:ext cx="252244" cy="2659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0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613" name="文本框 612">
                <a:extLst>
                  <a:ext uri="{FF2B5EF4-FFF2-40B4-BE49-F238E27FC236}">
                    <a16:creationId xmlns:a16="http://schemas.microsoft.com/office/drawing/2014/main" id="{27A7D68D-23DC-4817-8FCD-4587FC5D8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566" y="6351845"/>
                <a:ext cx="252244" cy="265907"/>
              </a:xfrm>
              <a:prstGeom prst="rect">
                <a:avLst/>
              </a:prstGeom>
              <a:blipFill>
                <a:blip r:embed="rId46"/>
                <a:stretch>
                  <a:fillRect r="-5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" name="图形 613">
            <a:extLst>
              <a:ext uri="{FF2B5EF4-FFF2-40B4-BE49-F238E27FC236}">
                <a16:creationId xmlns:a16="http://schemas.microsoft.com/office/drawing/2014/main" id="{0AC1AAEE-FD5F-4DF0-8314-5E87C68901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88372" y="6348470"/>
            <a:ext cx="221510" cy="221510"/>
          </a:xfrm>
          <a:prstGeom prst="rect">
            <a:avLst/>
          </a:prstGeom>
        </p:spPr>
      </p:pic>
      <p:pic>
        <p:nvPicPr>
          <p:cNvPr id="615" name="图形 614">
            <a:extLst>
              <a:ext uri="{FF2B5EF4-FFF2-40B4-BE49-F238E27FC236}">
                <a16:creationId xmlns:a16="http://schemas.microsoft.com/office/drawing/2014/main" id="{3F0F5120-479E-4E17-B211-735833DE9E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2109" y="6347407"/>
            <a:ext cx="221510" cy="221510"/>
          </a:xfrm>
          <a:prstGeom prst="rect">
            <a:avLst/>
          </a:prstGeom>
        </p:spPr>
      </p:pic>
      <p:pic>
        <p:nvPicPr>
          <p:cNvPr id="616" name="图形 615">
            <a:extLst>
              <a:ext uri="{FF2B5EF4-FFF2-40B4-BE49-F238E27FC236}">
                <a16:creationId xmlns:a16="http://schemas.microsoft.com/office/drawing/2014/main" id="{ACD67A7E-C079-4567-873E-2ACA071EF54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36325" y="6688342"/>
            <a:ext cx="210030" cy="210030"/>
          </a:xfrm>
          <a:prstGeom prst="rect">
            <a:avLst/>
          </a:prstGeom>
        </p:spPr>
      </p:pic>
      <p:pic>
        <p:nvPicPr>
          <p:cNvPr id="617" name="图形 616">
            <a:extLst>
              <a:ext uri="{FF2B5EF4-FFF2-40B4-BE49-F238E27FC236}">
                <a16:creationId xmlns:a16="http://schemas.microsoft.com/office/drawing/2014/main" id="{2D1E3A4B-A102-4922-8257-A8C60BFBC27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970590" y="6696597"/>
            <a:ext cx="184667" cy="184667"/>
          </a:xfrm>
          <a:prstGeom prst="rect">
            <a:avLst/>
          </a:prstGeom>
        </p:spPr>
      </p:pic>
      <p:pic>
        <p:nvPicPr>
          <p:cNvPr id="618" name="图形 617">
            <a:extLst>
              <a:ext uri="{FF2B5EF4-FFF2-40B4-BE49-F238E27FC236}">
                <a16:creationId xmlns:a16="http://schemas.microsoft.com/office/drawing/2014/main" id="{64EBB73F-C885-49A0-B728-5E193EA503E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949238" y="6725577"/>
            <a:ext cx="215004" cy="215004"/>
          </a:xfrm>
          <a:prstGeom prst="rect">
            <a:avLst/>
          </a:prstGeom>
        </p:spPr>
      </p:pic>
      <p:pic>
        <p:nvPicPr>
          <p:cNvPr id="619" name="图形 618">
            <a:extLst>
              <a:ext uri="{FF2B5EF4-FFF2-40B4-BE49-F238E27FC236}">
                <a16:creationId xmlns:a16="http://schemas.microsoft.com/office/drawing/2014/main" id="{523046A8-E870-494D-91CB-FCD4714708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51132" y="6391980"/>
            <a:ext cx="221154" cy="221154"/>
          </a:xfrm>
          <a:prstGeom prst="rect">
            <a:avLst/>
          </a:prstGeom>
        </p:spPr>
      </p:pic>
      <p:cxnSp>
        <p:nvCxnSpPr>
          <p:cNvPr id="620" name="直接连接符 619">
            <a:extLst>
              <a:ext uri="{FF2B5EF4-FFF2-40B4-BE49-F238E27FC236}">
                <a16:creationId xmlns:a16="http://schemas.microsoft.com/office/drawing/2014/main" id="{B2AC47F5-DAD0-40B8-9DF7-DB3EECE21D83}"/>
              </a:ext>
            </a:extLst>
          </p:cNvPr>
          <p:cNvCxnSpPr>
            <a:cxnSpLocks/>
            <a:stCxn id="614" idx="2"/>
            <a:endCxn id="616" idx="0"/>
          </p:cNvCxnSpPr>
          <p:nvPr/>
        </p:nvCxnSpPr>
        <p:spPr>
          <a:xfrm flipH="1">
            <a:off x="6741340" y="6569992"/>
            <a:ext cx="157788" cy="11836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1" name="直接连接符 620">
            <a:extLst>
              <a:ext uri="{FF2B5EF4-FFF2-40B4-BE49-F238E27FC236}">
                <a16:creationId xmlns:a16="http://schemas.microsoft.com/office/drawing/2014/main" id="{A644FE63-5B35-4113-84DE-856C4C01015C}"/>
              </a:ext>
            </a:extLst>
          </p:cNvPr>
          <p:cNvCxnSpPr>
            <a:cxnSpLocks/>
            <a:endCxn id="617" idx="0"/>
          </p:cNvCxnSpPr>
          <p:nvPr/>
        </p:nvCxnSpPr>
        <p:spPr>
          <a:xfrm>
            <a:off x="6906402" y="6569810"/>
            <a:ext cx="156523" cy="12678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2" name="直接连接符 621">
            <a:extLst>
              <a:ext uri="{FF2B5EF4-FFF2-40B4-BE49-F238E27FC236}">
                <a16:creationId xmlns:a16="http://schemas.microsoft.com/office/drawing/2014/main" id="{05C3FB45-68D8-4957-B828-777C57C67F16}"/>
              </a:ext>
            </a:extLst>
          </p:cNvPr>
          <p:cNvCxnSpPr>
            <a:cxnSpLocks/>
          </p:cNvCxnSpPr>
          <p:nvPr/>
        </p:nvCxnSpPr>
        <p:spPr>
          <a:xfrm>
            <a:off x="7412187" y="6584663"/>
            <a:ext cx="289772" cy="13303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23" name="直接连接符 622">
            <a:extLst>
              <a:ext uri="{FF2B5EF4-FFF2-40B4-BE49-F238E27FC236}">
                <a16:creationId xmlns:a16="http://schemas.microsoft.com/office/drawing/2014/main" id="{4833C143-5EC3-404B-90CD-7C57B9A982CF}"/>
              </a:ext>
            </a:extLst>
          </p:cNvPr>
          <p:cNvCxnSpPr>
            <a:cxnSpLocks/>
          </p:cNvCxnSpPr>
          <p:nvPr/>
        </p:nvCxnSpPr>
        <p:spPr>
          <a:xfrm flipH="1">
            <a:off x="7376114" y="6570773"/>
            <a:ext cx="38571" cy="15047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24" name="图形 623">
            <a:extLst>
              <a:ext uri="{FF2B5EF4-FFF2-40B4-BE49-F238E27FC236}">
                <a16:creationId xmlns:a16="http://schemas.microsoft.com/office/drawing/2014/main" id="{E73B2FB0-653D-4853-9353-249980618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009" y="5420535"/>
            <a:ext cx="359938" cy="359938"/>
          </a:xfrm>
          <a:prstGeom prst="rect">
            <a:avLst/>
          </a:prstGeom>
        </p:spPr>
      </p:pic>
      <p:pic>
        <p:nvPicPr>
          <p:cNvPr id="625" name="图形 624">
            <a:extLst>
              <a:ext uri="{FF2B5EF4-FFF2-40B4-BE49-F238E27FC236}">
                <a16:creationId xmlns:a16="http://schemas.microsoft.com/office/drawing/2014/main" id="{6D6234F7-A214-4E12-A95B-EEC1A235C2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1613" y="5928881"/>
            <a:ext cx="357763" cy="357763"/>
          </a:xfrm>
          <a:prstGeom prst="rect">
            <a:avLst/>
          </a:prstGeom>
        </p:spPr>
      </p:pic>
      <p:pic>
        <p:nvPicPr>
          <p:cNvPr id="626" name="图形 625">
            <a:extLst>
              <a:ext uri="{FF2B5EF4-FFF2-40B4-BE49-F238E27FC236}">
                <a16:creationId xmlns:a16="http://schemas.microsoft.com/office/drawing/2014/main" id="{E379416A-EC8C-4378-9C1C-6F747DF973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9201" y="6390602"/>
            <a:ext cx="365379" cy="365379"/>
          </a:xfrm>
          <a:prstGeom prst="rect">
            <a:avLst/>
          </a:prstGeom>
        </p:spPr>
      </p:pic>
      <p:sp>
        <p:nvSpPr>
          <p:cNvPr id="627" name="文本框 626">
            <a:extLst>
              <a:ext uri="{FF2B5EF4-FFF2-40B4-BE49-F238E27FC236}">
                <a16:creationId xmlns:a16="http://schemas.microsoft.com/office/drawing/2014/main" id="{39EA5536-4A78-472C-B3D5-71D497779678}"/>
              </a:ext>
            </a:extLst>
          </p:cNvPr>
          <p:cNvSpPr txBox="1"/>
          <p:nvPr/>
        </p:nvSpPr>
        <p:spPr>
          <a:xfrm>
            <a:off x="3077146" y="5703909"/>
            <a:ext cx="500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Pull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28" name="文本框 627">
            <a:extLst>
              <a:ext uri="{FF2B5EF4-FFF2-40B4-BE49-F238E27FC236}">
                <a16:creationId xmlns:a16="http://schemas.microsoft.com/office/drawing/2014/main" id="{EE8C6BC3-BA22-4162-954E-835B7A27155D}"/>
              </a:ext>
            </a:extLst>
          </p:cNvPr>
          <p:cNvSpPr txBox="1"/>
          <p:nvPr/>
        </p:nvSpPr>
        <p:spPr>
          <a:xfrm>
            <a:off x="3062232" y="6213874"/>
            <a:ext cx="585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Push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29" name="直接箭头连接符 628">
            <a:extLst>
              <a:ext uri="{FF2B5EF4-FFF2-40B4-BE49-F238E27FC236}">
                <a16:creationId xmlns:a16="http://schemas.microsoft.com/office/drawing/2014/main" id="{9FB481E9-5FB2-4677-A026-3592AA9DBE69}"/>
              </a:ext>
            </a:extLst>
          </p:cNvPr>
          <p:cNvCxnSpPr>
            <a:cxnSpLocks/>
          </p:cNvCxnSpPr>
          <p:nvPr/>
        </p:nvCxnSpPr>
        <p:spPr>
          <a:xfrm>
            <a:off x="1838785" y="5681289"/>
            <a:ext cx="0" cy="140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" name="直接箭头连接符 629">
            <a:extLst>
              <a:ext uri="{FF2B5EF4-FFF2-40B4-BE49-F238E27FC236}">
                <a16:creationId xmlns:a16="http://schemas.microsoft.com/office/drawing/2014/main" id="{7FAF2170-73E9-4732-9DFB-F2A4DCE034EA}"/>
              </a:ext>
            </a:extLst>
          </p:cNvPr>
          <p:cNvCxnSpPr>
            <a:cxnSpLocks/>
          </p:cNvCxnSpPr>
          <p:nvPr/>
        </p:nvCxnSpPr>
        <p:spPr>
          <a:xfrm flipV="1">
            <a:off x="1838797" y="5852567"/>
            <a:ext cx="1455" cy="146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" name="直接箭头连接符 630">
            <a:extLst>
              <a:ext uri="{FF2B5EF4-FFF2-40B4-BE49-F238E27FC236}">
                <a16:creationId xmlns:a16="http://schemas.microsoft.com/office/drawing/2014/main" id="{2188BE0B-49A4-4E41-BA4C-7D647E1ABFEC}"/>
              </a:ext>
            </a:extLst>
          </p:cNvPr>
          <p:cNvCxnSpPr>
            <a:cxnSpLocks/>
          </p:cNvCxnSpPr>
          <p:nvPr/>
        </p:nvCxnSpPr>
        <p:spPr>
          <a:xfrm>
            <a:off x="1846297" y="6374770"/>
            <a:ext cx="4643" cy="158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直接箭头连接符 631">
            <a:extLst>
              <a:ext uri="{FF2B5EF4-FFF2-40B4-BE49-F238E27FC236}">
                <a16:creationId xmlns:a16="http://schemas.microsoft.com/office/drawing/2014/main" id="{2EED586C-34EA-4A2F-B722-EF5FBF098AF5}"/>
              </a:ext>
            </a:extLst>
          </p:cNvPr>
          <p:cNvCxnSpPr>
            <a:cxnSpLocks/>
          </p:cNvCxnSpPr>
          <p:nvPr/>
        </p:nvCxnSpPr>
        <p:spPr>
          <a:xfrm flipV="1">
            <a:off x="1844189" y="6162089"/>
            <a:ext cx="0" cy="159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33" name="文本框 632">
                <a:extLst>
                  <a:ext uri="{FF2B5EF4-FFF2-40B4-BE49-F238E27FC236}">
                    <a16:creationId xmlns:a16="http://schemas.microsoft.com/office/drawing/2014/main" id="{511F1AF8-5A4B-41EE-A5F3-D31BA589DB39}"/>
                  </a:ext>
                </a:extLst>
              </p:cNvPr>
              <p:cNvSpPr txBox="1"/>
              <p:nvPr/>
            </p:nvSpPr>
            <p:spPr>
              <a:xfrm>
                <a:off x="1068546" y="6721820"/>
                <a:ext cx="315383" cy="301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633" name="文本框 632">
                <a:extLst>
                  <a:ext uri="{FF2B5EF4-FFF2-40B4-BE49-F238E27FC236}">
                    <a16:creationId xmlns:a16="http://schemas.microsoft.com/office/drawing/2014/main" id="{511F1AF8-5A4B-41EE-A5F3-D31BA589D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546" y="6721820"/>
                <a:ext cx="315383" cy="301557"/>
              </a:xfrm>
              <a:prstGeom prst="rect">
                <a:avLst/>
              </a:prstGeom>
              <a:blipFill>
                <a:blip r:embed="rId47"/>
                <a:stretch>
                  <a:fillRect r="-4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4" name="直接箭头连接符 633">
            <a:extLst>
              <a:ext uri="{FF2B5EF4-FFF2-40B4-BE49-F238E27FC236}">
                <a16:creationId xmlns:a16="http://schemas.microsoft.com/office/drawing/2014/main" id="{6C3F731D-5C95-4959-805E-CBFB6C6351DA}"/>
              </a:ext>
            </a:extLst>
          </p:cNvPr>
          <p:cNvCxnSpPr>
            <a:cxnSpLocks/>
          </p:cNvCxnSpPr>
          <p:nvPr/>
        </p:nvCxnSpPr>
        <p:spPr>
          <a:xfrm flipV="1">
            <a:off x="7564492" y="6125353"/>
            <a:ext cx="0" cy="1452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5" name="直接连接符 634">
            <a:extLst>
              <a:ext uri="{FF2B5EF4-FFF2-40B4-BE49-F238E27FC236}">
                <a16:creationId xmlns:a16="http://schemas.microsoft.com/office/drawing/2014/main" id="{BC309954-116E-48A4-9260-00592C19A4C0}"/>
              </a:ext>
            </a:extLst>
          </p:cNvPr>
          <p:cNvCxnSpPr>
            <a:cxnSpLocks/>
          </p:cNvCxnSpPr>
          <p:nvPr/>
        </p:nvCxnSpPr>
        <p:spPr>
          <a:xfrm>
            <a:off x="7414527" y="6578409"/>
            <a:ext cx="633982" cy="1015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36" name="直接连接符 635">
            <a:extLst>
              <a:ext uri="{FF2B5EF4-FFF2-40B4-BE49-F238E27FC236}">
                <a16:creationId xmlns:a16="http://schemas.microsoft.com/office/drawing/2014/main" id="{A42BD7F5-E89F-434D-9541-B04A5E953229}"/>
              </a:ext>
            </a:extLst>
          </p:cNvPr>
          <p:cNvCxnSpPr>
            <a:cxnSpLocks/>
            <a:endCxn id="618" idx="0"/>
          </p:cNvCxnSpPr>
          <p:nvPr/>
        </p:nvCxnSpPr>
        <p:spPr>
          <a:xfrm>
            <a:off x="7799535" y="6614667"/>
            <a:ext cx="257206" cy="110919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40" name="矩形 639">
            <a:extLst>
              <a:ext uri="{FF2B5EF4-FFF2-40B4-BE49-F238E27FC236}">
                <a16:creationId xmlns:a16="http://schemas.microsoft.com/office/drawing/2014/main" id="{6952EDEF-15A0-4724-B26B-017142145AAA}"/>
              </a:ext>
            </a:extLst>
          </p:cNvPr>
          <p:cNvSpPr/>
          <p:nvPr/>
        </p:nvSpPr>
        <p:spPr>
          <a:xfrm>
            <a:off x="4948678" y="555241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1" name="矩形 640">
            <a:extLst>
              <a:ext uri="{FF2B5EF4-FFF2-40B4-BE49-F238E27FC236}">
                <a16:creationId xmlns:a16="http://schemas.microsoft.com/office/drawing/2014/main" id="{54889347-7276-423D-B9D6-2160AA05BB59}"/>
              </a:ext>
            </a:extLst>
          </p:cNvPr>
          <p:cNvSpPr/>
          <p:nvPr/>
        </p:nvSpPr>
        <p:spPr>
          <a:xfrm>
            <a:off x="5079306" y="555241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2" name="矩形 641">
            <a:extLst>
              <a:ext uri="{FF2B5EF4-FFF2-40B4-BE49-F238E27FC236}">
                <a16:creationId xmlns:a16="http://schemas.microsoft.com/office/drawing/2014/main" id="{C5E7228B-25AD-4EFC-8008-65011448679A}"/>
              </a:ext>
            </a:extLst>
          </p:cNvPr>
          <p:cNvSpPr/>
          <p:nvPr/>
        </p:nvSpPr>
        <p:spPr>
          <a:xfrm>
            <a:off x="5209199" y="555241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3" name="矩形 642">
            <a:extLst>
              <a:ext uri="{FF2B5EF4-FFF2-40B4-BE49-F238E27FC236}">
                <a16:creationId xmlns:a16="http://schemas.microsoft.com/office/drawing/2014/main" id="{5D0BD8C1-EE97-474F-9CF7-CFBAA648A90B}"/>
              </a:ext>
            </a:extLst>
          </p:cNvPr>
          <p:cNvSpPr/>
          <p:nvPr/>
        </p:nvSpPr>
        <p:spPr>
          <a:xfrm>
            <a:off x="5340517" y="5551936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44" name="矩形 643">
            <a:extLst>
              <a:ext uri="{FF2B5EF4-FFF2-40B4-BE49-F238E27FC236}">
                <a16:creationId xmlns:a16="http://schemas.microsoft.com/office/drawing/2014/main" id="{F44FF1E0-8FDB-49D7-8891-EDBCB44A0672}"/>
              </a:ext>
            </a:extLst>
          </p:cNvPr>
          <p:cNvSpPr/>
          <p:nvPr/>
        </p:nvSpPr>
        <p:spPr>
          <a:xfrm>
            <a:off x="4947713" y="586953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5" name="矩形 644">
            <a:extLst>
              <a:ext uri="{FF2B5EF4-FFF2-40B4-BE49-F238E27FC236}">
                <a16:creationId xmlns:a16="http://schemas.microsoft.com/office/drawing/2014/main" id="{5EA8BB93-CAF2-40E0-94A4-ED6B4802B6DB}"/>
              </a:ext>
            </a:extLst>
          </p:cNvPr>
          <p:cNvSpPr/>
          <p:nvPr/>
        </p:nvSpPr>
        <p:spPr>
          <a:xfrm>
            <a:off x="5078341" y="586953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6" name="矩形 645">
            <a:extLst>
              <a:ext uri="{FF2B5EF4-FFF2-40B4-BE49-F238E27FC236}">
                <a16:creationId xmlns:a16="http://schemas.microsoft.com/office/drawing/2014/main" id="{0091C3B4-24CB-4820-A771-9FDEED64C8F3}"/>
              </a:ext>
            </a:extLst>
          </p:cNvPr>
          <p:cNvSpPr/>
          <p:nvPr/>
        </p:nvSpPr>
        <p:spPr>
          <a:xfrm>
            <a:off x="5208234" y="586953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7" name="矩形 646">
            <a:extLst>
              <a:ext uri="{FF2B5EF4-FFF2-40B4-BE49-F238E27FC236}">
                <a16:creationId xmlns:a16="http://schemas.microsoft.com/office/drawing/2014/main" id="{18E9F42C-0488-4FDD-B6C3-86146559A0E7}"/>
              </a:ext>
            </a:extLst>
          </p:cNvPr>
          <p:cNvSpPr/>
          <p:nvPr/>
        </p:nvSpPr>
        <p:spPr>
          <a:xfrm>
            <a:off x="5339553" y="5869059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48" name="矩形 647">
            <a:extLst>
              <a:ext uri="{FF2B5EF4-FFF2-40B4-BE49-F238E27FC236}">
                <a16:creationId xmlns:a16="http://schemas.microsoft.com/office/drawing/2014/main" id="{1FDF9841-6B59-46BD-9928-2E6BBD239707}"/>
              </a:ext>
            </a:extLst>
          </p:cNvPr>
          <p:cNvSpPr/>
          <p:nvPr/>
        </p:nvSpPr>
        <p:spPr>
          <a:xfrm>
            <a:off x="5562551" y="5508513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9" name="矩形 648">
            <a:extLst>
              <a:ext uri="{FF2B5EF4-FFF2-40B4-BE49-F238E27FC236}">
                <a16:creationId xmlns:a16="http://schemas.microsoft.com/office/drawing/2014/main" id="{DB00D469-F448-4D23-8B7E-16BE45A90B05}"/>
              </a:ext>
            </a:extLst>
          </p:cNvPr>
          <p:cNvSpPr/>
          <p:nvPr/>
        </p:nvSpPr>
        <p:spPr>
          <a:xfrm>
            <a:off x="5693179" y="5508513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0" name="矩形 649">
            <a:extLst>
              <a:ext uri="{FF2B5EF4-FFF2-40B4-BE49-F238E27FC236}">
                <a16:creationId xmlns:a16="http://schemas.microsoft.com/office/drawing/2014/main" id="{711F4364-4AE2-425A-8EFB-E0A13836E27F}"/>
              </a:ext>
            </a:extLst>
          </p:cNvPr>
          <p:cNvSpPr/>
          <p:nvPr/>
        </p:nvSpPr>
        <p:spPr>
          <a:xfrm>
            <a:off x="5823072" y="5508513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1" name="矩形 650">
            <a:extLst>
              <a:ext uri="{FF2B5EF4-FFF2-40B4-BE49-F238E27FC236}">
                <a16:creationId xmlns:a16="http://schemas.microsoft.com/office/drawing/2014/main" id="{FAEFD080-A234-4476-AA70-64CAAC80641E}"/>
              </a:ext>
            </a:extLst>
          </p:cNvPr>
          <p:cNvSpPr/>
          <p:nvPr/>
        </p:nvSpPr>
        <p:spPr>
          <a:xfrm>
            <a:off x="5954391" y="5508034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52" name="矩形 651">
            <a:extLst>
              <a:ext uri="{FF2B5EF4-FFF2-40B4-BE49-F238E27FC236}">
                <a16:creationId xmlns:a16="http://schemas.microsoft.com/office/drawing/2014/main" id="{FD12C72B-C089-4C4A-90AB-02F161F9A5A5}"/>
              </a:ext>
            </a:extLst>
          </p:cNvPr>
          <p:cNvSpPr/>
          <p:nvPr/>
        </p:nvSpPr>
        <p:spPr>
          <a:xfrm>
            <a:off x="5564153" y="5758934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3" name="矩形 652">
            <a:extLst>
              <a:ext uri="{FF2B5EF4-FFF2-40B4-BE49-F238E27FC236}">
                <a16:creationId xmlns:a16="http://schemas.microsoft.com/office/drawing/2014/main" id="{7397218C-1ED4-40BB-AD09-F8AEB7DA3AE8}"/>
              </a:ext>
            </a:extLst>
          </p:cNvPr>
          <p:cNvSpPr/>
          <p:nvPr/>
        </p:nvSpPr>
        <p:spPr>
          <a:xfrm>
            <a:off x="5694781" y="5758934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4" name="矩形 653">
            <a:extLst>
              <a:ext uri="{FF2B5EF4-FFF2-40B4-BE49-F238E27FC236}">
                <a16:creationId xmlns:a16="http://schemas.microsoft.com/office/drawing/2014/main" id="{E6B6ED49-F103-409F-B943-0BBC310D8A01}"/>
              </a:ext>
            </a:extLst>
          </p:cNvPr>
          <p:cNvSpPr/>
          <p:nvPr/>
        </p:nvSpPr>
        <p:spPr>
          <a:xfrm>
            <a:off x="5824674" y="5758934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5" name="矩形 654">
            <a:extLst>
              <a:ext uri="{FF2B5EF4-FFF2-40B4-BE49-F238E27FC236}">
                <a16:creationId xmlns:a16="http://schemas.microsoft.com/office/drawing/2014/main" id="{497F97DD-401B-498D-B01B-3A5760927AC3}"/>
              </a:ext>
            </a:extLst>
          </p:cNvPr>
          <p:cNvSpPr/>
          <p:nvPr/>
        </p:nvSpPr>
        <p:spPr>
          <a:xfrm>
            <a:off x="5955993" y="5758454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56" name="矩形 655">
            <a:extLst>
              <a:ext uri="{FF2B5EF4-FFF2-40B4-BE49-F238E27FC236}">
                <a16:creationId xmlns:a16="http://schemas.microsoft.com/office/drawing/2014/main" id="{AC4B1F3E-E3E8-45FC-BAE9-D6556A45DFFF}"/>
              </a:ext>
            </a:extLst>
          </p:cNvPr>
          <p:cNvSpPr/>
          <p:nvPr/>
        </p:nvSpPr>
        <p:spPr>
          <a:xfrm>
            <a:off x="5561509" y="5976209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7" name="矩形 656">
            <a:extLst>
              <a:ext uri="{FF2B5EF4-FFF2-40B4-BE49-F238E27FC236}">
                <a16:creationId xmlns:a16="http://schemas.microsoft.com/office/drawing/2014/main" id="{7883ECF9-9C3D-4686-9A4F-D159E99EA309}"/>
              </a:ext>
            </a:extLst>
          </p:cNvPr>
          <p:cNvSpPr/>
          <p:nvPr/>
        </p:nvSpPr>
        <p:spPr>
          <a:xfrm>
            <a:off x="5692137" y="5976209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8" name="矩形 657">
            <a:extLst>
              <a:ext uri="{FF2B5EF4-FFF2-40B4-BE49-F238E27FC236}">
                <a16:creationId xmlns:a16="http://schemas.microsoft.com/office/drawing/2014/main" id="{118F904D-A74B-414C-82B4-4D71966C6769}"/>
              </a:ext>
            </a:extLst>
          </p:cNvPr>
          <p:cNvSpPr/>
          <p:nvPr/>
        </p:nvSpPr>
        <p:spPr>
          <a:xfrm>
            <a:off x="5822031" y="5976209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9" name="矩形 658">
            <a:extLst>
              <a:ext uri="{FF2B5EF4-FFF2-40B4-BE49-F238E27FC236}">
                <a16:creationId xmlns:a16="http://schemas.microsoft.com/office/drawing/2014/main" id="{8C1C1599-178E-4E7D-8DD8-C2DA03AA48FF}"/>
              </a:ext>
            </a:extLst>
          </p:cNvPr>
          <p:cNvSpPr/>
          <p:nvPr/>
        </p:nvSpPr>
        <p:spPr>
          <a:xfrm>
            <a:off x="5953349" y="5975730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60" name="矩形: 圆角 659">
            <a:extLst>
              <a:ext uri="{FF2B5EF4-FFF2-40B4-BE49-F238E27FC236}">
                <a16:creationId xmlns:a16="http://schemas.microsoft.com/office/drawing/2014/main" id="{333DBEFC-3CB2-4678-862A-5CBE2951EEDA}"/>
              </a:ext>
            </a:extLst>
          </p:cNvPr>
          <p:cNvSpPr/>
          <p:nvPr/>
        </p:nvSpPr>
        <p:spPr>
          <a:xfrm>
            <a:off x="6901537" y="5462370"/>
            <a:ext cx="1246462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61" name="矩形 660">
            <a:extLst>
              <a:ext uri="{FF2B5EF4-FFF2-40B4-BE49-F238E27FC236}">
                <a16:creationId xmlns:a16="http://schemas.microsoft.com/office/drawing/2014/main" id="{DD345270-89D9-4358-B61C-A2A2442E8228}"/>
              </a:ext>
            </a:extLst>
          </p:cNvPr>
          <p:cNvSpPr/>
          <p:nvPr/>
        </p:nvSpPr>
        <p:spPr>
          <a:xfrm>
            <a:off x="6965038" y="5556454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2" name="矩形 661">
            <a:extLst>
              <a:ext uri="{FF2B5EF4-FFF2-40B4-BE49-F238E27FC236}">
                <a16:creationId xmlns:a16="http://schemas.microsoft.com/office/drawing/2014/main" id="{2F682CB0-2CF3-4494-8209-C3B7E18CB683}"/>
              </a:ext>
            </a:extLst>
          </p:cNvPr>
          <p:cNvSpPr/>
          <p:nvPr/>
        </p:nvSpPr>
        <p:spPr>
          <a:xfrm>
            <a:off x="7095666" y="5556454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3" name="矩形 662">
            <a:extLst>
              <a:ext uri="{FF2B5EF4-FFF2-40B4-BE49-F238E27FC236}">
                <a16:creationId xmlns:a16="http://schemas.microsoft.com/office/drawing/2014/main" id="{641473AF-259C-458C-B396-53188E2F520B}"/>
              </a:ext>
            </a:extLst>
          </p:cNvPr>
          <p:cNvSpPr/>
          <p:nvPr/>
        </p:nvSpPr>
        <p:spPr>
          <a:xfrm>
            <a:off x="7225559" y="5556454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4" name="矩形 663">
            <a:extLst>
              <a:ext uri="{FF2B5EF4-FFF2-40B4-BE49-F238E27FC236}">
                <a16:creationId xmlns:a16="http://schemas.microsoft.com/office/drawing/2014/main" id="{BBF52360-BBB2-480C-AD4B-CB26229CB5A6}"/>
              </a:ext>
            </a:extLst>
          </p:cNvPr>
          <p:cNvSpPr/>
          <p:nvPr/>
        </p:nvSpPr>
        <p:spPr>
          <a:xfrm>
            <a:off x="7356878" y="555597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65" name="矩形 664">
            <a:extLst>
              <a:ext uri="{FF2B5EF4-FFF2-40B4-BE49-F238E27FC236}">
                <a16:creationId xmlns:a16="http://schemas.microsoft.com/office/drawing/2014/main" id="{B6298EFA-EE1B-4F5D-BC6B-542B3908C0A8}"/>
              </a:ext>
            </a:extLst>
          </p:cNvPr>
          <p:cNvSpPr/>
          <p:nvPr/>
        </p:nvSpPr>
        <p:spPr>
          <a:xfrm>
            <a:off x="6964073" y="587357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6" name="矩形 665">
            <a:extLst>
              <a:ext uri="{FF2B5EF4-FFF2-40B4-BE49-F238E27FC236}">
                <a16:creationId xmlns:a16="http://schemas.microsoft.com/office/drawing/2014/main" id="{8B122435-46C4-4797-9A3A-D8F225C5E02B}"/>
              </a:ext>
            </a:extLst>
          </p:cNvPr>
          <p:cNvSpPr/>
          <p:nvPr/>
        </p:nvSpPr>
        <p:spPr>
          <a:xfrm>
            <a:off x="7094701" y="587357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7" name="矩形 666">
            <a:extLst>
              <a:ext uri="{FF2B5EF4-FFF2-40B4-BE49-F238E27FC236}">
                <a16:creationId xmlns:a16="http://schemas.microsoft.com/office/drawing/2014/main" id="{98E3C9C2-9DEB-4742-807C-4A2F7DEEB352}"/>
              </a:ext>
            </a:extLst>
          </p:cNvPr>
          <p:cNvSpPr/>
          <p:nvPr/>
        </p:nvSpPr>
        <p:spPr>
          <a:xfrm>
            <a:off x="7224594" y="587357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8" name="矩形 667">
            <a:extLst>
              <a:ext uri="{FF2B5EF4-FFF2-40B4-BE49-F238E27FC236}">
                <a16:creationId xmlns:a16="http://schemas.microsoft.com/office/drawing/2014/main" id="{26F3A86D-B1E8-48B6-893A-EA3AF9D08FF6}"/>
              </a:ext>
            </a:extLst>
          </p:cNvPr>
          <p:cNvSpPr/>
          <p:nvPr/>
        </p:nvSpPr>
        <p:spPr>
          <a:xfrm>
            <a:off x="7355913" y="587309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69" name="矩形 668">
            <a:extLst>
              <a:ext uri="{FF2B5EF4-FFF2-40B4-BE49-F238E27FC236}">
                <a16:creationId xmlns:a16="http://schemas.microsoft.com/office/drawing/2014/main" id="{E913F852-745C-4613-BA35-795F89969DD4}"/>
              </a:ext>
            </a:extLst>
          </p:cNvPr>
          <p:cNvSpPr/>
          <p:nvPr/>
        </p:nvSpPr>
        <p:spPr>
          <a:xfrm>
            <a:off x="7590353" y="5519902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0" name="矩形 669">
            <a:extLst>
              <a:ext uri="{FF2B5EF4-FFF2-40B4-BE49-F238E27FC236}">
                <a16:creationId xmlns:a16="http://schemas.microsoft.com/office/drawing/2014/main" id="{87F2C6D9-7513-4993-B7EB-78B24A92B48D}"/>
              </a:ext>
            </a:extLst>
          </p:cNvPr>
          <p:cNvSpPr/>
          <p:nvPr/>
        </p:nvSpPr>
        <p:spPr>
          <a:xfrm>
            <a:off x="7720980" y="5519902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1" name="矩形 670">
            <a:extLst>
              <a:ext uri="{FF2B5EF4-FFF2-40B4-BE49-F238E27FC236}">
                <a16:creationId xmlns:a16="http://schemas.microsoft.com/office/drawing/2014/main" id="{DF7E34C1-3711-4365-851E-31AA64C4854E}"/>
              </a:ext>
            </a:extLst>
          </p:cNvPr>
          <p:cNvSpPr/>
          <p:nvPr/>
        </p:nvSpPr>
        <p:spPr>
          <a:xfrm>
            <a:off x="7850874" y="5519902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2" name="矩形 671">
            <a:extLst>
              <a:ext uri="{FF2B5EF4-FFF2-40B4-BE49-F238E27FC236}">
                <a16:creationId xmlns:a16="http://schemas.microsoft.com/office/drawing/2014/main" id="{DFCDF435-52A3-41DE-A24E-6458F5394F65}"/>
              </a:ext>
            </a:extLst>
          </p:cNvPr>
          <p:cNvSpPr/>
          <p:nvPr/>
        </p:nvSpPr>
        <p:spPr>
          <a:xfrm>
            <a:off x="7982193" y="5519422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73" name="矩形 672">
            <a:extLst>
              <a:ext uri="{FF2B5EF4-FFF2-40B4-BE49-F238E27FC236}">
                <a16:creationId xmlns:a16="http://schemas.microsoft.com/office/drawing/2014/main" id="{86F31651-D11E-4A59-8381-87D734D377F1}"/>
              </a:ext>
            </a:extLst>
          </p:cNvPr>
          <p:cNvSpPr/>
          <p:nvPr/>
        </p:nvSpPr>
        <p:spPr>
          <a:xfrm>
            <a:off x="7591953" y="5770322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4" name="矩形 673">
            <a:extLst>
              <a:ext uri="{FF2B5EF4-FFF2-40B4-BE49-F238E27FC236}">
                <a16:creationId xmlns:a16="http://schemas.microsoft.com/office/drawing/2014/main" id="{6522E314-CC50-4F1D-92E3-3F4D6799607E}"/>
              </a:ext>
            </a:extLst>
          </p:cNvPr>
          <p:cNvSpPr/>
          <p:nvPr/>
        </p:nvSpPr>
        <p:spPr>
          <a:xfrm>
            <a:off x="7722581" y="5770322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5" name="矩形 674">
            <a:extLst>
              <a:ext uri="{FF2B5EF4-FFF2-40B4-BE49-F238E27FC236}">
                <a16:creationId xmlns:a16="http://schemas.microsoft.com/office/drawing/2014/main" id="{4E402D75-6139-4152-A464-DAF1955722AC}"/>
              </a:ext>
            </a:extLst>
          </p:cNvPr>
          <p:cNvSpPr/>
          <p:nvPr/>
        </p:nvSpPr>
        <p:spPr>
          <a:xfrm>
            <a:off x="7852474" y="5770322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6" name="矩形 675">
            <a:extLst>
              <a:ext uri="{FF2B5EF4-FFF2-40B4-BE49-F238E27FC236}">
                <a16:creationId xmlns:a16="http://schemas.microsoft.com/office/drawing/2014/main" id="{3CC3C673-856B-4570-AEB0-0EA7B375E170}"/>
              </a:ext>
            </a:extLst>
          </p:cNvPr>
          <p:cNvSpPr/>
          <p:nvPr/>
        </p:nvSpPr>
        <p:spPr>
          <a:xfrm>
            <a:off x="7983793" y="5769843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77" name="矩形 676">
            <a:extLst>
              <a:ext uri="{FF2B5EF4-FFF2-40B4-BE49-F238E27FC236}">
                <a16:creationId xmlns:a16="http://schemas.microsoft.com/office/drawing/2014/main" id="{AE8A2208-AC6B-4E36-B141-1D72AC92DDE1}"/>
              </a:ext>
            </a:extLst>
          </p:cNvPr>
          <p:cNvSpPr/>
          <p:nvPr/>
        </p:nvSpPr>
        <p:spPr>
          <a:xfrm>
            <a:off x="7589311" y="5987598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8" name="矩形 677">
            <a:extLst>
              <a:ext uri="{FF2B5EF4-FFF2-40B4-BE49-F238E27FC236}">
                <a16:creationId xmlns:a16="http://schemas.microsoft.com/office/drawing/2014/main" id="{B5073641-FFC9-4E82-B22D-DAD074A35AB9}"/>
              </a:ext>
            </a:extLst>
          </p:cNvPr>
          <p:cNvSpPr/>
          <p:nvPr/>
        </p:nvSpPr>
        <p:spPr>
          <a:xfrm>
            <a:off x="7719939" y="5987598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9" name="矩形 678">
            <a:extLst>
              <a:ext uri="{FF2B5EF4-FFF2-40B4-BE49-F238E27FC236}">
                <a16:creationId xmlns:a16="http://schemas.microsoft.com/office/drawing/2014/main" id="{E680F780-E9DE-4CB5-8378-589918B08608}"/>
              </a:ext>
            </a:extLst>
          </p:cNvPr>
          <p:cNvSpPr/>
          <p:nvPr/>
        </p:nvSpPr>
        <p:spPr>
          <a:xfrm>
            <a:off x="7849832" y="5987598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0" name="矩形 679">
            <a:extLst>
              <a:ext uri="{FF2B5EF4-FFF2-40B4-BE49-F238E27FC236}">
                <a16:creationId xmlns:a16="http://schemas.microsoft.com/office/drawing/2014/main" id="{738E916F-29B8-4933-8480-254B11CE3D6A}"/>
              </a:ext>
            </a:extLst>
          </p:cNvPr>
          <p:cNvSpPr/>
          <p:nvPr/>
        </p:nvSpPr>
        <p:spPr>
          <a:xfrm>
            <a:off x="7981151" y="5987119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81" name="图形 680">
            <a:extLst>
              <a:ext uri="{FF2B5EF4-FFF2-40B4-BE49-F238E27FC236}">
                <a16:creationId xmlns:a16="http://schemas.microsoft.com/office/drawing/2014/main" id="{8221D8E0-C8E4-4765-9671-D91AF74F31E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45495" y="6352830"/>
            <a:ext cx="460789" cy="460789"/>
          </a:xfrm>
          <a:prstGeom prst="rect">
            <a:avLst/>
          </a:prstGeom>
        </p:spPr>
      </p:pic>
      <p:cxnSp>
        <p:nvCxnSpPr>
          <p:cNvPr id="682" name="直接连接符 681">
            <a:extLst>
              <a:ext uri="{FF2B5EF4-FFF2-40B4-BE49-F238E27FC236}">
                <a16:creationId xmlns:a16="http://schemas.microsoft.com/office/drawing/2014/main" id="{552717FF-665F-424A-B75C-E761F84A87FA}"/>
              </a:ext>
            </a:extLst>
          </p:cNvPr>
          <p:cNvCxnSpPr>
            <a:cxnSpLocks/>
          </p:cNvCxnSpPr>
          <p:nvPr/>
        </p:nvCxnSpPr>
        <p:spPr>
          <a:xfrm>
            <a:off x="3670127" y="5777294"/>
            <a:ext cx="0" cy="151591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83" name="图形 682">
            <a:extLst>
              <a:ext uri="{FF2B5EF4-FFF2-40B4-BE49-F238E27FC236}">
                <a16:creationId xmlns:a16="http://schemas.microsoft.com/office/drawing/2014/main" id="{CC04BB43-FBF3-4A8A-90C8-30C74643FFE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71665" y="5419031"/>
            <a:ext cx="369944" cy="369944"/>
          </a:xfrm>
          <a:prstGeom prst="rect">
            <a:avLst/>
          </a:prstGeom>
        </p:spPr>
      </p:pic>
      <p:pic>
        <p:nvPicPr>
          <p:cNvPr id="684" name="图形 683">
            <a:extLst>
              <a:ext uri="{FF2B5EF4-FFF2-40B4-BE49-F238E27FC236}">
                <a16:creationId xmlns:a16="http://schemas.microsoft.com/office/drawing/2014/main" id="{A0687574-0814-4E52-AC33-3B75FD78555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497332" y="5943456"/>
            <a:ext cx="341725" cy="3417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85" name="文本框 684">
                <a:extLst>
                  <a:ext uri="{FF2B5EF4-FFF2-40B4-BE49-F238E27FC236}">
                    <a16:creationId xmlns:a16="http://schemas.microsoft.com/office/drawing/2014/main" id="{1958343B-97FE-4AD3-A129-C10EAE708B3F}"/>
                  </a:ext>
                </a:extLst>
              </p:cNvPr>
              <p:cNvSpPr txBox="1"/>
              <p:nvPr/>
            </p:nvSpPr>
            <p:spPr>
              <a:xfrm>
                <a:off x="3496688" y="6710957"/>
                <a:ext cx="315383" cy="300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685" name="文本框 684">
                <a:extLst>
                  <a:ext uri="{FF2B5EF4-FFF2-40B4-BE49-F238E27FC236}">
                    <a16:creationId xmlns:a16="http://schemas.microsoft.com/office/drawing/2014/main" id="{1958343B-97FE-4AD3-A129-C10EAE708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6688" y="6710957"/>
                <a:ext cx="315383" cy="300723"/>
              </a:xfrm>
              <a:prstGeom prst="rect">
                <a:avLst/>
              </a:prstGeom>
              <a:blipFill>
                <a:blip r:embed="rId48"/>
                <a:stretch>
                  <a:fillRect r="-450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6" name="连接符: 肘形 685">
            <a:extLst>
              <a:ext uri="{FF2B5EF4-FFF2-40B4-BE49-F238E27FC236}">
                <a16:creationId xmlns:a16="http://schemas.microsoft.com/office/drawing/2014/main" id="{9DB93B80-85C9-43EC-A305-B3609D552FF7}"/>
              </a:ext>
            </a:extLst>
          </p:cNvPr>
          <p:cNvCxnSpPr>
            <a:cxnSpLocks/>
          </p:cNvCxnSpPr>
          <p:nvPr/>
        </p:nvCxnSpPr>
        <p:spPr>
          <a:xfrm>
            <a:off x="1868563" y="6696272"/>
            <a:ext cx="358554" cy="127743"/>
          </a:xfrm>
          <a:prstGeom prst="bentConnector3">
            <a:avLst>
              <a:gd name="adj1" fmla="val 483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7" name="连接符: 肘形 686">
            <a:extLst>
              <a:ext uri="{FF2B5EF4-FFF2-40B4-BE49-F238E27FC236}">
                <a16:creationId xmlns:a16="http://schemas.microsoft.com/office/drawing/2014/main" id="{02D01EA2-9BA8-42D1-934D-421C1D68D731}"/>
              </a:ext>
            </a:extLst>
          </p:cNvPr>
          <p:cNvCxnSpPr>
            <a:cxnSpLocks/>
          </p:cNvCxnSpPr>
          <p:nvPr/>
        </p:nvCxnSpPr>
        <p:spPr>
          <a:xfrm rot="10800000" flipV="1">
            <a:off x="2776671" y="6673793"/>
            <a:ext cx="328404" cy="161332"/>
          </a:xfrm>
          <a:prstGeom prst="bentConnector3">
            <a:avLst>
              <a:gd name="adj1" fmla="val 69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88" name="文本框 687">
                <a:extLst>
                  <a:ext uri="{FF2B5EF4-FFF2-40B4-BE49-F238E27FC236}">
                    <a16:creationId xmlns:a16="http://schemas.microsoft.com/office/drawing/2014/main" id="{D6A37B9B-05BF-4835-9BE7-E0642025994F}"/>
                  </a:ext>
                </a:extLst>
              </p:cNvPr>
              <p:cNvSpPr txBox="1"/>
              <p:nvPr/>
            </p:nvSpPr>
            <p:spPr>
              <a:xfrm>
                <a:off x="2125048" y="6741365"/>
                <a:ext cx="297287" cy="28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𝒊𝒏𝒓𝒂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𝒔𝒔𝒍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688" name="文本框 687">
                <a:extLst>
                  <a:ext uri="{FF2B5EF4-FFF2-40B4-BE49-F238E27FC236}">
                    <a16:creationId xmlns:a16="http://schemas.microsoft.com/office/drawing/2014/main" id="{D6A37B9B-05BF-4835-9BE7-E06420259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5048" y="6741365"/>
                <a:ext cx="297287" cy="283219"/>
              </a:xfrm>
              <a:prstGeom prst="rect">
                <a:avLst/>
              </a:prstGeom>
              <a:blipFill>
                <a:blip r:embed="rId49"/>
                <a:stretch>
                  <a:fillRect r="-129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0" name="矩形: 圆角 689">
            <a:extLst>
              <a:ext uri="{FF2B5EF4-FFF2-40B4-BE49-F238E27FC236}">
                <a16:creationId xmlns:a16="http://schemas.microsoft.com/office/drawing/2014/main" id="{3DF90037-292B-4AB4-9D2F-36AFF23235E2}"/>
              </a:ext>
            </a:extLst>
          </p:cNvPr>
          <p:cNvSpPr/>
          <p:nvPr/>
        </p:nvSpPr>
        <p:spPr>
          <a:xfrm>
            <a:off x="9285145" y="5063174"/>
            <a:ext cx="1474050" cy="367256"/>
          </a:xfrm>
          <a:prstGeom prst="roundRect">
            <a:avLst>
              <a:gd name="adj" fmla="val 3512"/>
            </a:avLst>
          </a:prstGeom>
          <a:solidFill>
            <a:srgbClr val="EEEEEE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Weighted Denoising GNN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1" name="文本框 690">
                <a:extLst>
                  <a:ext uri="{FF2B5EF4-FFF2-40B4-BE49-F238E27FC236}">
                    <a16:creationId xmlns:a16="http://schemas.microsoft.com/office/drawing/2014/main" id="{0878E403-D726-4412-9524-030B2D1558C1}"/>
                  </a:ext>
                </a:extLst>
              </p:cNvPr>
              <p:cNvSpPr txBox="1"/>
              <p:nvPr/>
            </p:nvSpPr>
            <p:spPr>
              <a:xfrm>
                <a:off x="9308442" y="6948171"/>
                <a:ext cx="185008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  <m:r>
                      <a:rPr lang="en-US" altLang="zh-CN" sz="10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 Behavior Embedding</a:t>
                </a:r>
                <a:endPara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691" name="文本框 690">
                <a:extLst>
                  <a:ext uri="{FF2B5EF4-FFF2-40B4-BE49-F238E27FC236}">
                    <a16:creationId xmlns:a16="http://schemas.microsoft.com/office/drawing/2014/main" id="{0878E403-D726-4412-9524-030B2D155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8442" y="6948171"/>
                <a:ext cx="1850086" cy="246221"/>
              </a:xfrm>
              <a:prstGeom prst="rect">
                <a:avLst/>
              </a:prstGeom>
              <a:blipFill>
                <a:blip r:embed="rId50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7" name="直接连接符 696">
            <a:extLst>
              <a:ext uri="{FF2B5EF4-FFF2-40B4-BE49-F238E27FC236}">
                <a16:creationId xmlns:a16="http://schemas.microsoft.com/office/drawing/2014/main" id="{C85AD0D5-8967-49C7-AB90-5CF563A9883E}"/>
              </a:ext>
            </a:extLst>
          </p:cNvPr>
          <p:cNvCxnSpPr>
            <a:cxnSpLocks/>
            <a:endCxn id="604" idx="0"/>
          </p:cNvCxnSpPr>
          <p:nvPr/>
        </p:nvCxnSpPr>
        <p:spPr>
          <a:xfrm>
            <a:off x="6159627" y="6574000"/>
            <a:ext cx="193412" cy="113941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98" name="直接箭头连接符 2">
            <a:extLst>
              <a:ext uri="{FF2B5EF4-FFF2-40B4-BE49-F238E27FC236}">
                <a16:creationId xmlns:a16="http://schemas.microsoft.com/office/drawing/2014/main" id="{4A90D306-72E2-433F-8B7B-81008B0BAEBB}"/>
              </a:ext>
            </a:extLst>
          </p:cNvPr>
          <p:cNvCxnSpPr>
            <a:cxnSpLocks/>
            <a:endCxn id="356" idx="3"/>
          </p:cNvCxnSpPr>
          <p:nvPr/>
        </p:nvCxnSpPr>
        <p:spPr>
          <a:xfrm>
            <a:off x="2747683" y="2976296"/>
            <a:ext cx="651441" cy="227595"/>
          </a:xfrm>
          <a:prstGeom prst="bentConnector3">
            <a:avLst>
              <a:gd name="adj1" fmla="val 13509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9" name="直接箭头连接符 2">
            <a:extLst>
              <a:ext uri="{FF2B5EF4-FFF2-40B4-BE49-F238E27FC236}">
                <a16:creationId xmlns:a16="http://schemas.microsoft.com/office/drawing/2014/main" id="{65DB60BF-C0A0-4E4C-A470-D3FE4425599B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57954" y="3543865"/>
            <a:ext cx="705722" cy="240541"/>
          </a:xfrm>
          <a:prstGeom prst="bentConnector3">
            <a:avLst>
              <a:gd name="adj1" fmla="val 10061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975339CA-B95D-4C65-A1D9-EB62D1491A1D}"/>
              </a:ext>
            </a:extLst>
          </p:cNvPr>
          <p:cNvCxnSpPr>
            <a:cxnSpLocks/>
          </p:cNvCxnSpPr>
          <p:nvPr/>
        </p:nvCxnSpPr>
        <p:spPr>
          <a:xfrm>
            <a:off x="8390219" y="3075109"/>
            <a:ext cx="0" cy="3371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2">
            <a:extLst>
              <a:ext uri="{FF2B5EF4-FFF2-40B4-BE49-F238E27FC236}">
                <a16:creationId xmlns:a16="http://schemas.microsoft.com/office/drawing/2014/main" id="{56EC105C-E46B-25E5-3FAE-8E88E8FC3F8B}"/>
              </a:ext>
            </a:extLst>
          </p:cNvPr>
          <p:cNvCxnSpPr>
            <a:cxnSpLocks/>
            <a:stCxn id="498" idx="0"/>
            <a:endCxn id="538" idx="2"/>
          </p:cNvCxnSpPr>
          <p:nvPr/>
        </p:nvCxnSpPr>
        <p:spPr>
          <a:xfrm rot="5400000" flipH="1" flipV="1">
            <a:off x="9590313" y="4080730"/>
            <a:ext cx="1372742" cy="47041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09D87744-BE91-370A-E603-1DF202AE68F1}"/>
              </a:ext>
            </a:extLst>
          </p:cNvPr>
          <p:cNvCxnSpPr>
            <a:cxnSpLocks/>
          </p:cNvCxnSpPr>
          <p:nvPr/>
        </p:nvCxnSpPr>
        <p:spPr>
          <a:xfrm>
            <a:off x="8311582" y="6107759"/>
            <a:ext cx="6399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左大括号 253">
            <a:extLst>
              <a:ext uri="{FF2B5EF4-FFF2-40B4-BE49-F238E27FC236}">
                <a16:creationId xmlns:a16="http://schemas.microsoft.com/office/drawing/2014/main" id="{EA89CADD-5202-7223-FF6D-F06329D65F80}"/>
              </a:ext>
            </a:extLst>
          </p:cNvPr>
          <p:cNvSpPr/>
          <p:nvPr/>
        </p:nvSpPr>
        <p:spPr>
          <a:xfrm rot="16200000">
            <a:off x="3778078" y="4123472"/>
            <a:ext cx="407723" cy="6351868"/>
          </a:xfrm>
          <a:custGeom>
            <a:avLst/>
            <a:gdLst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69850 w 318100"/>
              <a:gd name="connsiteY3" fmla="*/ 278048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44450 w 248250"/>
              <a:gd name="connsiteY3" fmla="*/ 2791071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  <a:gd name="connsiteX7" fmla="*/ 248250 w 248250"/>
              <a:gd name="connsiteY7" fmla="*/ 5542084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0 w 248250"/>
              <a:gd name="connsiteY3" fmla="*/ 2780487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8250" h="5542084" stroke="0" extrusionOk="0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132291" y="2791071"/>
                  <a:pt x="44450" y="2791071"/>
                </a:cubicBezTo>
                <a:cubicBezTo>
                  <a:pt x="132291" y="2791071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  <a:lnTo>
                  <a:pt x="248250" y="5542084"/>
                </a:lnTo>
                <a:close/>
              </a:path>
              <a:path w="248250" h="5542084" fill="none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87841" y="2780487"/>
                  <a:pt x="0" y="2780487"/>
                </a:cubicBezTo>
                <a:cubicBezTo>
                  <a:pt x="87841" y="2780487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647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4483</TotalTime>
  <Words>407</Words>
  <Application>Microsoft Office PowerPoint</Application>
  <PresentationFormat>自定义</PresentationFormat>
  <Paragraphs>218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等线</vt:lpstr>
      <vt:lpstr>微软雅黑</vt:lpstr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樊 红雨</dc:creator>
  <cp:lastModifiedBy>红雨 樊</cp:lastModifiedBy>
  <cp:revision>161</cp:revision>
  <dcterms:created xsi:type="dcterms:W3CDTF">2024-09-11T13:15:35Z</dcterms:created>
  <dcterms:modified xsi:type="dcterms:W3CDTF">2024-12-30T16:12:53Z</dcterms:modified>
</cp:coreProperties>
</file>