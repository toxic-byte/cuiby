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7991475" cy="6119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6A6A6"/>
    <a:srgbClr val="5B9BD4"/>
    <a:srgbClr val="4472C4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2054" y="7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9361" y="1001553"/>
            <a:ext cx="6792754" cy="2130602"/>
          </a:xfrm>
        </p:spPr>
        <p:txBody>
          <a:bodyPr anchor="b"/>
          <a:lstStyle>
            <a:lvl1pPr algn="ctr">
              <a:defRPr sz="5244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8935" y="3214319"/>
            <a:ext cx="5993606" cy="1477538"/>
          </a:xfrm>
        </p:spPr>
        <p:txBody>
          <a:bodyPr/>
          <a:lstStyle>
            <a:lvl1pPr marL="0" indent="0" algn="ctr">
              <a:buNone/>
              <a:defRPr sz="2098"/>
            </a:lvl1pPr>
            <a:lvl2pPr marL="399593" indent="0" algn="ctr">
              <a:buNone/>
              <a:defRPr sz="1748"/>
            </a:lvl2pPr>
            <a:lvl3pPr marL="799186" indent="0" algn="ctr">
              <a:buNone/>
              <a:defRPr sz="1573"/>
            </a:lvl3pPr>
            <a:lvl4pPr marL="1198778" indent="0" algn="ctr">
              <a:buNone/>
              <a:defRPr sz="1398"/>
            </a:lvl4pPr>
            <a:lvl5pPr marL="1598371" indent="0" algn="ctr">
              <a:buNone/>
              <a:defRPr sz="1398"/>
            </a:lvl5pPr>
            <a:lvl6pPr marL="1997964" indent="0" algn="ctr">
              <a:buNone/>
              <a:defRPr sz="1398"/>
            </a:lvl6pPr>
            <a:lvl7pPr marL="2397557" indent="0" algn="ctr">
              <a:buNone/>
              <a:defRPr sz="1398"/>
            </a:lvl7pPr>
            <a:lvl8pPr marL="2797150" indent="0" algn="ctr">
              <a:buNone/>
              <a:defRPr sz="1398"/>
            </a:lvl8pPr>
            <a:lvl9pPr marL="3196742" indent="0" algn="ctr">
              <a:buNone/>
              <a:defRPr sz="1398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49828-9634-4D2C-B33B-E2D93639D0E0}" type="datetimeFigureOut">
              <a:rPr lang="zh-CN" altLang="en-US" smtClean="0"/>
              <a:t>2026/4/11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3F98F-5F6D-41F3-AAC1-B415FF31B3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4562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49828-9634-4D2C-B33B-E2D93639D0E0}" type="datetimeFigureOut">
              <a:rPr lang="zh-CN" altLang="en-US" smtClean="0"/>
              <a:t>2026/4/11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3F98F-5F6D-41F3-AAC1-B415FF31B3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3534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252" y="1525705"/>
            <a:ext cx="6892647" cy="2545672"/>
          </a:xfrm>
        </p:spPr>
        <p:txBody>
          <a:bodyPr anchor="b"/>
          <a:lstStyle>
            <a:lvl1pPr>
              <a:defRPr sz="5244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5252" y="4095460"/>
            <a:ext cx="6892647" cy="1338709"/>
          </a:xfrm>
        </p:spPr>
        <p:txBody>
          <a:bodyPr/>
          <a:lstStyle>
            <a:lvl1pPr marL="0" indent="0">
              <a:buNone/>
              <a:defRPr sz="2098">
                <a:solidFill>
                  <a:schemeClr val="tx1"/>
                </a:solidFill>
              </a:defRPr>
            </a:lvl1pPr>
            <a:lvl2pPr marL="399593" indent="0">
              <a:buNone/>
              <a:defRPr sz="1748">
                <a:solidFill>
                  <a:schemeClr val="tx1">
                    <a:tint val="75000"/>
                  </a:schemeClr>
                </a:solidFill>
              </a:defRPr>
            </a:lvl2pPr>
            <a:lvl3pPr marL="799186" indent="0">
              <a:buNone/>
              <a:defRPr sz="1573">
                <a:solidFill>
                  <a:schemeClr val="tx1">
                    <a:tint val="75000"/>
                  </a:schemeClr>
                </a:solidFill>
              </a:defRPr>
            </a:lvl3pPr>
            <a:lvl4pPr marL="1198778" indent="0">
              <a:buNone/>
              <a:defRPr sz="1398">
                <a:solidFill>
                  <a:schemeClr val="tx1">
                    <a:tint val="75000"/>
                  </a:schemeClr>
                </a:solidFill>
              </a:defRPr>
            </a:lvl4pPr>
            <a:lvl5pPr marL="1598371" indent="0">
              <a:buNone/>
              <a:defRPr sz="1398">
                <a:solidFill>
                  <a:schemeClr val="tx1">
                    <a:tint val="75000"/>
                  </a:schemeClr>
                </a:solidFill>
              </a:defRPr>
            </a:lvl5pPr>
            <a:lvl6pPr marL="1997964" indent="0">
              <a:buNone/>
              <a:defRPr sz="1398">
                <a:solidFill>
                  <a:schemeClr val="tx1">
                    <a:tint val="75000"/>
                  </a:schemeClr>
                </a:solidFill>
              </a:defRPr>
            </a:lvl6pPr>
            <a:lvl7pPr marL="2397557" indent="0">
              <a:buNone/>
              <a:defRPr sz="1398">
                <a:solidFill>
                  <a:schemeClr val="tx1">
                    <a:tint val="75000"/>
                  </a:schemeClr>
                </a:solidFill>
              </a:defRPr>
            </a:lvl7pPr>
            <a:lvl8pPr marL="2797150" indent="0">
              <a:buNone/>
              <a:defRPr sz="1398">
                <a:solidFill>
                  <a:schemeClr val="tx1">
                    <a:tint val="75000"/>
                  </a:schemeClr>
                </a:solidFill>
              </a:defRPr>
            </a:lvl8pPr>
            <a:lvl9pPr marL="3196742" indent="0">
              <a:buNone/>
              <a:defRPr sz="139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49828-9634-4D2C-B33B-E2D93639D0E0}" type="datetimeFigureOut">
              <a:rPr lang="zh-CN" altLang="en-US" smtClean="0"/>
              <a:t>2026/4/11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3F98F-5F6D-41F3-AAC1-B415FF31B3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9800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9414" y="1629117"/>
            <a:ext cx="3396377" cy="3882965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45684" y="1629117"/>
            <a:ext cx="3396377" cy="3882965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49828-9634-4D2C-B33B-E2D93639D0E0}" type="datetimeFigureOut">
              <a:rPr lang="zh-CN" altLang="en-US" smtClean="0"/>
              <a:t>2026/4/11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3F98F-5F6D-41F3-AAC1-B415FF31B3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4570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0455" y="325825"/>
            <a:ext cx="6892647" cy="1182881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0456" y="1500205"/>
            <a:ext cx="3380768" cy="735227"/>
          </a:xfrm>
        </p:spPr>
        <p:txBody>
          <a:bodyPr anchor="b"/>
          <a:lstStyle>
            <a:lvl1pPr marL="0" indent="0">
              <a:buNone/>
              <a:defRPr sz="2098" b="1"/>
            </a:lvl1pPr>
            <a:lvl2pPr marL="399593" indent="0">
              <a:buNone/>
              <a:defRPr sz="1748" b="1"/>
            </a:lvl2pPr>
            <a:lvl3pPr marL="799186" indent="0">
              <a:buNone/>
              <a:defRPr sz="1573" b="1"/>
            </a:lvl3pPr>
            <a:lvl4pPr marL="1198778" indent="0">
              <a:buNone/>
              <a:defRPr sz="1398" b="1"/>
            </a:lvl4pPr>
            <a:lvl5pPr marL="1598371" indent="0">
              <a:buNone/>
              <a:defRPr sz="1398" b="1"/>
            </a:lvl5pPr>
            <a:lvl6pPr marL="1997964" indent="0">
              <a:buNone/>
              <a:defRPr sz="1398" b="1"/>
            </a:lvl6pPr>
            <a:lvl7pPr marL="2397557" indent="0">
              <a:buNone/>
              <a:defRPr sz="1398" b="1"/>
            </a:lvl7pPr>
            <a:lvl8pPr marL="2797150" indent="0">
              <a:buNone/>
              <a:defRPr sz="1398" b="1"/>
            </a:lvl8pPr>
            <a:lvl9pPr marL="3196742" indent="0">
              <a:buNone/>
              <a:defRPr sz="1398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0456" y="2235432"/>
            <a:ext cx="3380768" cy="3287983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045685" y="1500205"/>
            <a:ext cx="3397418" cy="735227"/>
          </a:xfrm>
        </p:spPr>
        <p:txBody>
          <a:bodyPr anchor="b"/>
          <a:lstStyle>
            <a:lvl1pPr marL="0" indent="0">
              <a:buNone/>
              <a:defRPr sz="2098" b="1"/>
            </a:lvl1pPr>
            <a:lvl2pPr marL="399593" indent="0">
              <a:buNone/>
              <a:defRPr sz="1748" b="1"/>
            </a:lvl2pPr>
            <a:lvl3pPr marL="799186" indent="0">
              <a:buNone/>
              <a:defRPr sz="1573" b="1"/>
            </a:lvl3pPr>
            <a:lvl4pPr marL="1198778" indent="0">
              <a:buNone/>
              <a:defRPr sz="1398" b="1"/>
            </a:lvl4pPr>
            <a:lvl5pPr marL="1598371" indent="0">
              <a:buNone/>
              <a:defRPr sz="1398" b="1"/>
            </a:lvl5pPr>
            <a:lvl6pPr marL="1997964" indent="0">
              <a:buNone/>
              <a:defRPr sz="1398" b="1"/>
            </a:lvl6pPr>
            <a:lvl7pPr marL="2397557" indent="0">
              <a:buNone/>
              <a:defRPr sz="1398" b="1"/>
            </a:lvl7pPr>
            <a:lvl8pPr marL="2797150" indent="0">
              <a:buNone/>
              <a:defRPr sz="1398" b="1"/>
            </a:lvl8pPr>
            <a:lvl9pPr marL="3196742" indent="0">
              <a:buNone/>
              <a:defRPr sz="1398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45685" y="2235432"/>
            <a:ext cx="3397418" cy="3287983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49828-9634-4D2C-B33B-E2D93639D0E0}" type="datetimeFigureOut">
              <a:rPr lang="zh-CN" altLang="en-US" smtClean="0"/>
              <a:t>2026/4/11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3F98F-5F6D-41F3-AAC1-B415FF31B3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7449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49828-9634-4D2C-B33B-E2D93639D0E0}" type="datetimeFigureOut">
              <a:rPr lang="zh-CN" altLang="en-US" smtClean="0"/>
              <a:t>2026/4/11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3F98F-5F6D-41F3-AAC1-B415FF31B3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9029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49828-9634-4D2C-B33B-E2D93639D0E0}" type="datetimeFigureOut">
              <a:rPr lang="zh-CN" altLang="en-US" smtClean="0"/>
              <a:t>2026/4/11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3F98F-5F6D-41F3-AAC1-B415FF31B3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520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0455" y="407988"/>
            <a:ext cx="2577459" cy="1427956"/>
          </a:xfrm>
        </p:spPr>
        <p:txBody>
          <a:bodyPr anchor="b"/>
          <a:lstStyle>
            <a:lvl1pPr>
              <a:defRPr sz="2797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97418" y="881141"/>
            <a:ext cx="4045684" cy="4349034"/>
          </a:xfrm>
        </p:spPr>
        <p:txBody>
          <a:bodyPr/>
          <a:lstStyle>
            <a:lvl1pPr>
              <a:defRPr sz="2797"/>
            </a:lvl1pPr>
            <a:lvl2pPr>
              <a:defRPr sz="2447"/>
            </a:lvl2pPr>
            <a:lvl3pPr>
              <a:defRPr sz="2098"/>
            </a:lvl3pPr>
            <a:lvl4pPr>
              <a:defRPr sz="1748"/>
            </a:lvl4pPr>
            <a:lvl5pPr>
              <a:defRPr sz="1748"/>
            </a:lvl5pPr>
            <a:lvl6pPr>
              <a:defRPr sz="1748"/>
            </a:lvl6pPr>
            <a:lvl7pPr>
              <a:defRPr sz="1748"/>
            </a:lvl7pPr>
            <a:lvl8pPr>
              <a:defRPr sz="1748"/>
            </a:lvl8pPr>
            <a:lvl9pPr>
              <a:defRPr sz="1748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0455" y="1835944"/>
            <a:ext cx="2577459" cy="3401313"/>
          </a:xfrm>
        </p:spPr>
        <p:txBody>
          <a:bodyPr/>
          <a:lstStyle>
            <a:lvl1pPr marL="0" indent="0">
              <a:buNone/>
              <a:defRPr sz="1398"/>
            </a:lvl1pPr>
            <a:lvl2pPr marL="399593" indent="0">
              <a:buNone/>
              <a:defRPr sz="1224"/>
            </a:lvl2pPr>
            <a:lvl3pPr marL="799186" indent="0">
              <a:buNone/>
              <a:defRPr sz="1049"/>
            </a:lvl3pPr>
            <a:lvl4pPr marL="1198778" indent="0">
              <a:buNone/>
              <a:defRPr sz="874"/>
            </a:lvl4pPr>
            <a:lvl5pPr marL="1598371" indent="0">
              <a:buNone/>
              <a:defRPr sz="874"/>
            </a:lvl5pPr>
            <a:lvl6pPr marL="1997964" indent="0">
              <a:buNone/>
              <a:defRPr sz="874"/>
            </a:lvl6pPr>
            <a:lvl7pPr marL="2397557" indent="0">
              <a:buNone/>
              <a:defRPr sz="874"/>
            </a:lvl7pPr>
            <a:lvl8pPr marL="2797150" indent="0">
              <a:buNone/>
              <a:defRPr sz="874"/>
            </a:lvl8pPr>
            <a:lvl9pPr marL="3196742" indent="0">
              <a:buNone/>
              <a:defRPr sz="874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49828-9634-4D2C-B33B-E2D93639D0E0}" type="datetimeFigureOut">
              <a:rPr lang="zh-CN" altLang="en-US" smtClean="0"/>
              <a:t>2026/4/11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3F98F-5F6D-41F3-AAC1-B415FF31B3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0327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0455" y="407988"/>
            <a:ext cx="2577459" cy="1427956"/>
          </a:xfrm>
        </p:spPr>
        <p:txBody>
          <a:bodyPr anchor="b"/>
          <a:lstStyle>
            <a:lvl1pPr>
              <a:defRPr sz="2797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97418" y="881141"/>
            <a:ext cx="4045684" cy="4349034"/>
          </a:xfrm>
        </p:spPr>
        <p:txBody>
          <a:bodyPr anchor="t"/>
          <a:lstStyle>
            <a:lvl1pPr marL="0" indent="0">
              <a:buNone/>
              <a:defRPr sz="2797"/>
            </a:lvl1pPr>
            <a:lvl2pPr marL="399593" indent="0">
              <a:buNone/>
              <a:defRPr sz="2447"/>
            </a:lvl2pPr>
            <a:lvl3pPr marL="799186" indent="0">
              <a:buNone/>
              <a:defRPr sz="2098"/>
            </a:lvl3pPr>
            <a:lvl4pPr marL="1198778" indent="0">
              <a:buNone/>
              <a:defRPr sz="1748"/>
            </a:lvl4pPr>
            <a:lvl5pPr marL="1598371" indent="0">
              <a:buNone/>
              <a:defRPr sz="1748"/>
            </a:lvl5pPr>
            <a:lvl6pPr marL="1997964" indent="0">
              <a:buNone/>
              <a:defRPr sz="1748"/>
            </a:lvl6pPr>
            <a:lvl7pPr marL="2397557" indent="0">
              <a:buNone/>
              <a:defRPr sz="1748"/>
            </a:lvl7pPr>
            <a:lvl8pPr marL="2797150" indent="0">
              <a:buNone/>
              <a:defRPr sz="1748"/>
            </a:lvl8pPr>
            <a:lvl9pPr marL="3196742" indent="0">
              <a:buNone/>
              <a:defRPr sz="1748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0455" y="1835944"/>
            <a:ext cx="2577459" cy="3401313"/>
          </a:xfrm>
        </p:spPr>
        <p:txBody>
          <a:bodyPr/>
          <a:lstStyle>
            <a:lvl1pPr marL="0" indent="0">
              <a:buNone/>
              <a:defRPr sz="1398"/>
            </a:lvl1pPr>
            <a:lvl2pPr marL="399593" indent="0">
              <a:buNone/>
              <a:defRPr sz="1224"/>
            </a:lvl2pPr>
            <a:lvl3pPr marL="799186" indent="0">
              <a:buNone/>
              <a:defRPr sz="1049"/>
            </a:lvl3pPr>
            <a:lvl4pPr marL="1198778" indent="0">
              <a:buNone/>
              <a:defRPr sz="874"/>
            </a:lvl4pPr>
            <a:lvl5pPr marL="1598371" indent="0">
              <a:buNone/>
              <a:defRPr sz="874"/>
            </a:lvl5pPr>
            <a:lvl6pPr marL="1997964" indent="0">
              <a:buNone/>
              <a:defRPr sz="874"/>
            </a:lvl6pPr>
            <a:lvl7pPr marL="2397557" indent="0">
              <a:buNone/>
              <a:defRPr sz="874"/>
            </a:lvl7pPr>
            <a:lvl8pPr marL="2797150" indent="0">
              <a:buNone/>
              <a:defRPr sz="874"/>
            </a:lvl8pPr>
            <a:lvl9pPr marL="3196742" indent="0">
              <a:buNone/>
              <a:defRPr sz="874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49828-9634-4D2C-B33B-E2D93639D0E0}" type="datetimeFigureOut">
              <a:rPr lang="zh-CN" altLang="en-US" smtClean="0"/>
              <a:t>2026/4/11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3F98F-5F6D-41F3-AAC1-B415FF31B3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7899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49828-9634-4D2C-B33B-E2D93639D0E0}" type="datetimeFigureOut">
              <a:rPr lang="zh-CN" altLang="en-US" smtClean="0"/>
              <a:t>2026/4/11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3F98F-5F6D-41F3-AAC1-B415FF31B3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8157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718900" y="325823"/>
            <a:ext cx="1723162" cy="5186259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9414" y="325823"/>
            <a:ext cx="5069592" cy="5186259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49828-9634-4D2C-B33B-E2D93639D0E0}" type="datetimeFigureOut">
              <a:rPr lang="zh-CN" altLang="en-US" smtClean="0"/>
              <a:t>2026/4/11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3F98F-5F6D-41F3-AAC1-B415FF31B3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2282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9414" y="325825"/>
            <a:ext cx="6892647" cy="1182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9414" y="1629117"/>
            <a:ext cx="6892647" cy="3882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9414" y="5672162"/>
            <a:ext cx="1798082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4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149828-9634-4D2C-B33B-E2D93639D0E0}" type="datetimeFigureOut">
              <a:rPr lang="zh-CN" altLang="en-US" smtClean="0"/>
              <a:t>2026/4/11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7176" y="5672162"/>
            <a:ext cx="2697123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4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43979" y="5672162"/>
            <a:ext cx="1798082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4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83F98F-5F6D-41F3-AAC1-B415FF31B3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3692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799186" rtl="0" eaLnBrk="1" latinLnBrk="0" hangingPunct="1">
        <a:lnSpc>
          <a:spcPct val="90000"/>
        </a:lnSpc>
        <a:spcBef>
          <a:spcPct val="0"/>
        </a:spcBef>
        <a:buNone/>
        <a:defRPr sz="384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9796" indent="-199796" algn="l" defTabSz="799186" rtl="0" eaLnBrk="1" latinLnBrk="0" hangingPunct="1">
        <a:lnSpc>
          <a:spcPct val="90000"/>
        </a:lnSpc>
        <a:spcBef>
          <a:spcPts val="874"/>
        </a:spcBef>
        <a:buFont typeface="Arial" panose="020B0604020202020204" pitchFamily="34" charset="0"/>
        <a:buChar char="•"/>
        <a:defRPr sz="2447" kern="1200">
          <a:solidFill>
            <a:schemeClr val="tx1"/>
          </a:solidFill>
          <a:latin typeface="+mn-lt"/>
          <a:ea typeface="+mn-ea"/>
          <a:cs typeface="+mn-cs"/>
        </a:defRPr>
      </a:lvl1pPr>
      <a:lvl2pPr marL="599389" indent="-199796" algn="l" defTabSz="799186" rtl="0" eaLnBrk="1" latinLnBrk="0" hangingPunct="1">
        <a:lnSpc>
          <a:spcPct val="90000"/>
        </a:lnSpc>
        <a:spcBef>
          <a:spcPts val="437"/>
        </a:spcBef>
        <a:buFont typeface="Arial" panose="020B0604020202020204" pitchFamily="34" charset="0"/>
        <a:buChar char="•"/>
        <a:defRPr sz="2098" kern="1200">
          <a:solidFill>
            <a:schemeClr val="tx1"/>
          </a:solidFill>
          <a:latin typeface="+mn-lt"/>
          <a:ea typeface="+mn-ea"/>
          <a:cs typeface="+mn-cs"/>
        </a:defRPr>
      </a:lvl2pPr>
      <a:lvl3pPr marL="998982" indent="-199796" algn="l" defTabSz="799186" rtl="0" eaLnBrk="1" latinLnBrk="0" hangingPunct="1">
        <a:lnSpc>
          <a:spcPct val="90000"/>
        </a:lnSpc>
        <a:spcBef>
          <a:spcPts val="437"/>
        </a:spcBef>
        <a:buFont typeface="Arial" panose="020B0604020202020204" pitchFamily="34" charset="0"/>
        <a:buChar char="•"/>
        <a:defRPr sz="1748" kern="1200">
          <a:solidFill>
            <a:schemeClr val="tx1"/>
          </a:solidFill>
          <a:latin typeface="+mn-lt"/>
          <a:ea typeface="+mn-ea"/>
          <a:cs typeface="+mn-cs"/>
        </a:defRPr>
      </a:lvl3pPr>
      <a:lvl4pPr marL="1398575" indent="-199796" algn="l" defTabSz="799186" rtl="0" eaLnBrk="1" latinLnBrk="0" hangingPunct="1">
        <a:lnSpc>
          <a:spcPct val="90000"/>
        </a:lnSpc>
        <a:spcBef>
          <a:spcPts val="437"/>
        </a:spcBef>
        <a:buFont typeface="Arial" panose="020B0604020202020204" pitchFamily="34" charset="0"/>
        <a:buChar char="•"/>
        <a:defRPr sz="1573" kern="1200">
          <a:solidFill>
            <a:schemeClr val="tx1"/>
          </a:solidFill>
          <a:latin typeface="+mn-lt"/>
          <a:ea typeface="+mn-ea"/>
          <a:cs typeface="+mn-cs"/>
        </a:defRPr>
      </a:lvl4pPr>
      <a:lvl5pPr marL="1798168" indent="-199796" algn="l" defTabSz="799186" rtl="0" eaLnBrk="1" latinLnBrk="0" hangingPunct="1">
        <a:lnSpc>
          <a:spcPct val="90000"/>
        </a:lnSpc>
        <a:spcBef>
          <a:spcPts val="437"/>
        </a:spcBef>
        <a:buFont typeface="Arial" panose="020B0604020202020204" pitchFamily="34" charset="0"/>
        <a:buChar char="•"/>
        <a:defRPr sz="1573" kern="1200">
          <a:solidFill>
            <a:schemeClr val="tx1"/>
          </a:solidFill>
          <a:latin typeface="+mn-lt"/>
          <a:ea typeface="+mn-ea"/>
          <a:cs typeface="+mn-cs"/>
        </a:defRPr>
      </a:lvl5pPr>
      <a:lvl6pPr marL="2197760" indent="-199796" algn="l" defTabSz="799186" rtl="0" eaLnBrk="1" latinLnBrk="0" hangingPunct="1">
        <a:lnSpc>
          <a:spcPct val="90000"/>
        </a:lnSpc>
        <a:spcBef>
          <a:spcPts val="437"/>
        </a:spcBef>
        <a:buFont typeface="Arial" panose="020B0604020202020204" pitchFamily="34" charset="0"/>
        <a:buChar char="•"/>
        <a:defRPr sz="1573" kern="1200">
          <a:solidFill>
            <a:schemeClr val="tx1"/>
          </a:solidFill>
          <a:latin typeface="+mn-lt"/>
          <a:ea typeface="+mn-ea"/>
          <a:cs typeface="+mn-cs"/>
        </a:defRPr>
      </a:lvl6pPr>
      <a:lvl7pPr marL="2597353" indent="-199796" algn="l" defTabSz="799186" rtl="0" eaLnBrk="1" latinLnBrk="0" hangingPunct="1">
        <a:lnSpc>
          <a:spcPct val="90000"/>
        </a:lnSpc>
        <a:spcBef>
          <a:spcPts val="437"/>
        </a:spcBef>
        <a:buFont typeface="Arial" panose="020B0604020202020204" pitchFamily="34" charset="0"/>
        <a:buChar char="•"/>
        <a:defRPr sz="1573" kern="1200">
          <a:solidFill>
            <a:schemeClr val="tx1"/>
          </a:solidFill>
          <a:latin typeface="+mn-lt"/>
          <a:ea typeface="+mn-ea"/>
          <a:cs typeface="+mn-cs"/>
        </a:defRPr>
      </a:lvl7pPr>
      <a:lvl8pPr marL="2996946" indent="-199796" algn="l" defTabSz="799186" rtl="0" eaLnBrk="1" latinLnBrk="0" hangingPunct="1">
        <a:lnSpc>
          <a:spcPct val="90000"/>
        </a:lnSpc>
        <a:spcBef>
          <a:spcPts val="437"/>
        </a:spcBef>
        <a:buFont typeface="Arial" panose="020B0604020202020204" pitchFamily="34" charset="0"/>
        <a:buChar char="•"/>
        <a:defRPr sz="1573" kern="1200">
          <a:solidFill>
            <a:schemeClr val="tx1"/>
          </a:solidFill>
          <a:latin typeface="+mn-lt"/>
          <a:ea typeface="+mn-ea"/>
          <a:cs typeface="+mn-cs"/>
        </a:defRPr>
      </a:lvl8pPr>
      <a:lvl9pPr marL="3396539" indent="-199796" algn="l" defTabSz="799186" rtl="0" eaLnBrk="1" latinLnBrk="0" hangingPunct="1">
        <a:lnSpc>
          <a:spcPct val="90000"/>
        </a:lnSpc>
        <a:spcBef>
          <a:spcPts val="437"/>
        </a:spcBef>
        <a:buFont typeface="Arial" panose="020B0604020202020204" pitchFamily="34" charset="0"/>
        <a:buChar char="•"/>
        <a:defRPr sz="157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99186" rtl="0" eaLnBrk="1" latinLnBrk="0" hangingPunct="1">
        <a:defRPr sz="1573" kern="1200">
          <a:solidFill>
            <a:schemeClr val="tx1"/>
          </a:solidFill>
          <a:latin typeface="+mn-lt"/>
          <a:ea typeface="+mn-ea"/>
          <a:cs typeface="+mn-cs"/>
        </a:defRPr>
      </a:lvl1pPr>
      <a:lvl2pPr marL="399593" algn="l" defTabSz="799186" rtl="0" eaLnBrk="1" latinLnBrk="0" hangingPunct="1">
        <a:defRPr sz="1573" kern="1200">
          <a:solidFill>
            <a:schemeClr val="tx1"/>
          </a:solidFill>
          <a:latin typeface="+mn-lt"/>
          <a:ea typeface="+mn-ea"/>
          <a:cs typeface="+mn-cs"/>
        </a:defRPr>
      </a:lvl2pPr>
      <a:lvl3pPr marL="799186" algn="l" defTabSz="799186" rtl="0" eaLnBrk="1" latinLnBrk="0" hangingPunct="1">
        <a:defRPr sz="1573" kern="1200">
          <a:solidFill>
            <a:schemeClr val="tx1"/>
          </a:solidFill>
          <a:latin typeface="+mn-lt"/>
          <a:ea typeface="+mn-ea"/>
          <a:cs typeface="+mn-cs"/>
        </a:defRPr>
      </a:lvl3pPr>
      <a:lvl4pPr marL="1198778" algn="l" defTabSz="799186" rtl="0" eaLnBrk="1" latinLnBrk="0" hangingPunct="1">
        <a:defRPr sz="1573" kern="1200">
          <a:solidFill>
            <a:schemeClr val="tx1"/>
          </a:solidFill>
          <a:latin typeface="+mn-lt"/>
          <a:ea typeface="+mn-ea"/>
          <a:cs typeface="+mn-cs"/>
        </a:defRPr>
      </a:lvl4pPr>
      <a:lvl5pPr marL="1598371" algn="l" defTabSz="799186" rtl="0" eaLnBrk="1" latinLnBrk="0" hangingPunct="1">
        <a:defRPr sz="1573" kern="1200">
          <a:solidFill>
            <a:schemeClr val="tx1"/>
          </a:solidFill>
          <a:latin typeface="+mn-lt"/>
          <a:ea typeface="+mn-ea"/>
          <a:cs typeface="+mn-cs"/>
        </a:defRPr>
      </a:lvl5pPr>
      <a:lvl6pPr marL="1997964" algn="l" defTabSz="799186" rtl="0" eaLnBrk="1" latinLnBrk="0" hangingPunct="1">
        <a:defRPr sz="1573" kern="1200">
          <a:solidFill>
            <a:schemeClr val="tx1"/>
          </a:solidFill>
          <a:latin typeface="+mn-lt"/>
          <a:ea typeface="+mn-ea"/>
          <a:cs typeface="+mn-cs"/>
        </a:defRPr>
      </a:lvl6pPr>
      <a:lvl7pPr marL="2397557" algn="l" defTabSz="799186" rtl="0" eaLnBrk="1" latinLnBrk="0" hangingPunct="1">
        <a:defRPr sz="1573" kern="1200">
          <a:solidFill>
            <a:schemeClr val="tx1"/>
          </a:solidFill>
          <a:latin typeface="+mn-lt"/>
          <a:ea typeface="+mn-ea"/>
          <a:cs typeface="+mn-cs"/>
        </a:defRPr>
      </a:lvl7pPr>
      <a:lvl8pPr marL="2797150" algn="l" defTabSz="799186" rtl="0" eaLnBrk="1" latinLnBrk="0" hangingPunct="1">
        <a:defRPr sz="1573" kern="1200">
          <a:solidFill>
            <a:schemeClr val="tx1"/>
          </a:solidFill>
          <a:latin typeface="+mn-lt"/>
          <a:ea typeface="+mn-ea"/>
          <a:cs typeface="+mn-cs"/>
        </a:defRPr>
      </a:lvl8pPr>
      <a:lvl9pPr marL="3196742" algn="l" defTabSz="799186" rtl="0" eaLnBrk="1" latinLnBrk="0" hangingPunct="1">
        <a:defRPr sz="157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roup 85">
            <a:extLst>
              <a:ext uri="{FF2B5EF4-FFF2-40B4-BE49-F238E27FC236}">
                <a16:creationId xmlns:a16="http://schemas.microsoft.com/office/drawing/2014/main" id="{2AF4A507-3F24-44CA-BF4D-0CEA995CF4D9}"/>
              </a:ext>
            </a:extLst>
          </p:cNvPr>
          <p:cNvGrpSpPr/>
          <p:nvPr/>
        </p:nvGrpSpPr>
        <p:grpSpPr>
          <a:xfrm>
            <a:off x="1834" y="14228"/>
            <a:ext cx="7989641" cy="6091355"/>
            <a:chOff x="936226" y="265789"/>
            <a:chExt cx="7943614" cy="6056264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AE88DDEE-33C4-4CED-B303-D60EB461447F}"/>
                </a:ext>
              </a:extLst>
            </p:cNvPr>
            <p:cNvSpPr/>
            <p:nvPr/>
          </p:nvSpPr>
          <p:spPr>
            <a:xfrm>
              <a:off x="1684044" y="265789"/>
              <a:ext cx="6464135" cy="673329"/>
            </a:xfrm>
            <a:prstGeom prst="roundRect">
              <a:avLst/>
            </a:prstGeom>
            <a:solidFill>
              <a:srgbClr val="5B9BD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9" b="1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研究课题：基于多源数据融合的癌症合成致死预测研究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349821D-B753-478E-AFB1-2375C358D307}"/>
                </a:ext>
              </a:extLst>
            </p:cNvPr>
            <p:cNvSpPr/>
            <p:nvPr/>
          </p:nvSpPr>
          <p:spPr>
            <a:xfrm>
              <a:off x="936226" y="1155977"/>
              <a:ext cx="7943614" cy="4073832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12">
                <a:solidFill>
                  <a:srgbClr val="D9D9D9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9E112FE-0EB5-4520-A2EC-C7BD6514839B}"/>
                </a:ext>
              </a:extLst>
            </p:cNvPr>
            <p:cNvSpPr/>
            <p:nvPr/>
          </p:nvSpPr>
          <p:spPr>
            <a:xfrm>
              <a:off x="1130191" y="2633792"/>
              <a:ext cx="3524994" cy="23954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>
                  <a:lumMod val="40000"/>
                  <a:lumOff val="6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12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5B4A203-433B-4EC7-ABAD-527914DFD227}"/>
                </a:ext>
              </a:extLst>
            </p:cNvPr>
            <p:cNvSpPr/>
            <p:nvPr/>
          </p:nvSpPr>
          <p:spPr>
            <a:xfrm>
              <a:off x="1308347" y="2796846"/>
              <a:ext cx="3168677" cy="736271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5B9BD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9706">
                <a:defRPr/>
              </a:pPr>
              <a:r>
                <a:rPr lang="zh-CN" altLang="en-US" sz="1409" b="1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研究</a:t>
              </a:r>
              <a:r>
                <a:rPr lang="en-US" altLang="zh-CN" sz="1409" b="1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r>
                <a:rPr lang="zh-CN" altLang="en-US" sz="1409" b="1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：</a:t>
              </a:r>
              <a:r>
                <a:rPr lang="zh-CN" altLang="en-US" sz="1409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基于知识图谱和多组学数据的合成致死预测模型</a:t>
              </a:r>
              <a:endParaRPr lang="zh-CN" altLang="en-US" sz="1812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D6C7DF5-100D-443C-AF83-A2CA12D50BA1}"/>
                </a:ext>
              </a:extLst>
            </p:cNvPr>
            <p:cNvSpPr/>
            <p:nvPr/>
          </p:nvSpPr>
          <p:spPr>
            <a:xfrm>
              <a:off x="1308347" y="3713456"/>
              <a:ext cx="3168677" cy="485323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5B9BD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9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专家乘积早期融合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634E808-34A8-4815-9707-D75BC3217925}"/>
                </a:ext>
              </a:extLst>
            </p:cNvPr>
            <p:cNvSpPr/>
            <p:nvPr/>
          </p:nvSpPr>
          <p:spPr>
            <a:xfrm>
              <a:off x="1308347" y="4373690"/>
              <a:ext cx="3168677" cy="485323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5B9BD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9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双阶段模态平衡训练</a:t>
              </a: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18F37F30-AE4B-4163-BB38-695DC6F11A8E}"/>
                </a:ext>
              </a:extLst>
            </p:cNvPr>
            <p:cNvSpPr/>
            <p:nvPr/>
          </p:nvSpPr>
          <p:spPr>
            <a:xfrm>
              <a:off x="1675965" y="5648724"/>
              <a:ext cx="6464135" cy="673329"/>
            </a:xfrm>
            <a:prstGeom prst="roundRect">
              <a:avLst/>
            </a:prstGeom>
            <a:solidFill>
              <a:srgbClr val="5B9BD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9" b="1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研究目标：构建一个整合多源异构数据与多阶段融合策略的系统性计算框架，以实现对癌症合成致死基因对更准确、更鲁棒且更具泛化性的预测。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7D46FEA-9759-4592-84AB-1CC98B51F8BA}"/>
                </a:ext>
              </a:extLst>
            </p:cNvPr>
            <p:cNvSpPr/>
            <p:nvPr/>
          </p:nvSpPr>
          <p:spPr>
            <a:xfrm>
              <a:off x="5165028" y="2633791"/>
              <a:ext cx="3524994" cy="23954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>
                  <a:lumMod val="40000"/>
                  <a:lumOff val="6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12"/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E1A6F6BD-6FA7-4324-8B4D-1D642183B38D}"/>
                </a:ext>
              </a:extLst>
            </p:cNvPr>
            <p:cNvSpPr/>
            <p:nvPr/>
          </p:nvSpPr>
          <p:spPr>
            <a:xfrm>
              <a:off x="5343183" y="2796845"/>
              <a:ext cx="3168677" cy="736271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5B9BD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9706">
                <a:defRPr/>
              </a:pPr>
              <a:r>
                <a:rPr lang="zh-CN" altLang="en-US" sz="1409" b="1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研究</a:t>
              </a:r>
              <a:r>
                <a:rPr lang="en-US" altLang="zh-CN" sz="1409" b="1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r>
                <a:rPr lang="zh-CN" altLang="en-US" sz="1409" b="1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：</a:t>
              </a:r>
              <a:r>
                <a:rPr lang="zh-CN" altLang="en-US" sz="1409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基于语义知识图谱与蛋白质数据的合成致死预测模型</a:t>
              </a:r>
              <a:endParaRPr lang="zh-CN" altLang="en-US" sz="1812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2C26699-6B38-4A96-808E-7B3615078CF0}"/>
                </a:ext>
              </a:extLst>
            </p:cNvPr>
            <p:cNvSpPr/>
            <p:nvPr/>
          </p:nvSpPr>
          <p:spPr>
            <a:xfrm>
              <a:off x="5343182" y="3713456"/>
              <a:ext cx="3168677" cy="485323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5B9BD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9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门控残差早期融合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3079F40-AEFE-4015-BC1C-32FE0A381A9C}"/>
                </a:ext>
              </a:extLst>
            </p:cNvPr>
            <p:cNvSpPr/>
            <p:nvPr/>
          </p:nvSpPr>
          <p:spPr>
            <a:xfrm>
              <a:off x="5343182" y="4373690"/>
              <a:ext cx="3168677" cy="485323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5B9BD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9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混合专家晚期融合</a:t>
              </a:r>
            </a:p>
          </p:txBody>
        </p:sp>
        <p:sp>
          <p:nvSpPr>
            <p:cNvPr id="25" name="Arrow: Down 24">
              <a:extLst>
                <a:ext uri="{FF2B5EF4-FFF2-40B4-BE49-F238E27FC236}">
                  <a16:creationId xmlns:a16="http://schemas.microsoft.com/office/drawing/2014/main" id="{8D32B321-4E1C-438B-BD50-AB0A20C7032E}"/>
                </a:ext>
              </a:extLst>
            </p:cNvPr>
            <p:cNvSpPr/>
            <p:nvPr/>
          </p:nvSpPr>
          <p:spPr>
            <a:xfrm>
              <a:off x="4753816" y="944032"/>
              <a:ext cx="324592" cy="502973"/>
            </a:xfrm>
            <a:prstGeom prst="downArrow">
              <a:avLst/>
            </a:prstGeom>
            <a:solidFill>
              <a:srgbClr val="A6A6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12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C352536-D7F1-4488-BEF0-77415659FEB4}"/>
                </a:ext>
              </a:extLst>
            </p:cNvPr>
            <p:cNvSpPr/>
            <p:nvPr/>
          </p:nvSpPr>
          <p:spPr>
            <a:xfrm>
              <a:off x="5165028" y="1342598"/>
              <a:ext cx="3524994" cy="111628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5B9BD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9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科学问题：</a:t>
              </a:r>
              <a:r>
                <a:rPr lang="zh-CN" altLang="en-US" sz="1409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如何利用可迁移的先验知识，解决冷启动场景下完全未见基因的合成致死泛化预测问题？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5C824A5-600E-46FE-98A4-D83E5BCB4002}"/>
                </a:ext>
              </a:extLst>
            </p:cNvPr>
            <p:cNvSpPr/>
            <p:nvPr/>
          </p:nvSpPr>
          <p:spPr>
            <a:xfrm>
              <a:off x="1130191" y="1342598"/>
              <a:ext cx="3524994" cy="111628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5B9BD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9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科学问题：</a:t>
              </a:r>
              <a:r>
                <a:rPr lang="zh-CN" altLang="en-US" sz="1409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如何系统性地融合多源异构数据，并解决多模态联合训练中的模态不平衡问题，实现癌症特异性的合成致死预测？</a:t>
              </a:r>
            </a:p>
          </p:txBody>
        </p:sp>
        <p:sp>
          <p:nvSpPr>
            <p:cNvPr id="47" name="Arrow: Down 46">
              <a:extLst>
                <a:ext uri="{FF2B5EF4-FFF2-40B4-BE49-F238E27FC236}">
                  <a16:creationId xmlns:a16="http://schemas.microsoft.com/office/drawing/2014/main" id="{0F47B81A-4784-41EE-8E45-7E47A04A6521}"/>
                </a:ext>
              </a:extLst>
            </p:cNvPr>
            <p:cNvSpPr/>
            <p:nvPr/>
          </p:nvSpPr>
          <p:spPr>
            <a:xfrm>
              <a:off x="4753816" y="5283239"/>
              <a:ext cx="324592" cy="365485"/>
            </a:xfrm>
            <a:prstGeom prst="downArrow">
              <a:avLst/>
            </a:prstGeom>
            <a:solidFill>
              <a:srgbClr val="A6A6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12"/>
            </a:p>
          </p:txBody>
        </p:sp>
        <p:cxnSp>
          <p:nvCxnSpPr>
            <p:cNvPr id="75" name="Connector: Elbow 74">
              <a:extLst>
                <a:ext uri="{FF2B5EF4-FFF2-40B4-BE49-F238E27FC236}">
                  <a16:creationId xmlns:a16="http://schemas.microsoft.com/office/drawing/2014/main" id="{3F39EE96-7E46-4516-9B5C-1C853AA9A2D4}"/>
                </a:ext>
              </a:extLst>
            </p:cNvPr>
            <p:cNvCxnSpPr>
              <a:cxnSpLocks/>
              <a:endCxn id="21" idx="2"/>
            </p:cNvCxnSpPr>
            <p:nvPr/>
          </p:nvCxnSpPr>
          <p:spPr>
            <a:xfrm>
              <a:off x="2892685" y="5029199"/>
              <a:ext cx="4034840" cy="12700"/>
            </a:xfrm>
            <a:prstGeom prst="bentConnector4">
              <a:avLst>
                <a:gd name="adj1" fmla="val -54"/>
                <a:gd name="adj2" fmla="val 2597961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6AF39EAE-2BFC-4FBA-BFB1-22CC0FBD38A1}"/>
                </a:ext>
              </a:extLst>
            </p:cNvPr>
            <p:cNvSpPr/>
            <p:nvPr/>
          </p:nvSpPr>
          <p:spPr>
            <a:xfrm>
              <a:off x="4155323" y="5084429"/>
              <a:ext cx="1521575" cy="270933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9" b="1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冷启动泛化分析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765348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710</TotalTime>
  <Words>164</Words>
  <Application>Microsoft Office PowerPoint</Application>
  <PresentationFormat>Custom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黑体</vt:lpstr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Richard King</dc:creator>
  <cp:lastModifiedBy>Richard King</cp:lastModifiedBy>
  <cp:revision>14</cp:revision>
  <dcterms:created xsi:type="dcterms:W3CDTF">2026-04-11T02:54:57Z</dcterms:created>
  <dcterms:modified xsi:type="dcterms:W3CDTF">2026-04-11T14:45:51Z</dcterms:modified>
</cp:coreProperties>
</file>